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33"/>
  </p:notesMasterIdLst>
  <p:handoutMasterIdLst>
    <p:handoutMasterId r:id="rId34"/>
  </p:handoutMasterIdLst>
  <p:sldIdLst>
    <p:sldId id="256" r:id="rId2"/>
    <p:sldId id="468" r:id="rId3"/>
    <p:sldId id="563" r:id="rId4"/>
    <p:sldId id="553" r:id="rId5"/>
    <p:sldId id="564" r:id="rId6"/>
    <p:sldId id="589" r:id="rId7"/>
    <p:sldId id="590" r:id="rId8"/>
    <p:sldId id="591" r:id="rId9"/>
    <p:sldId id="568" r:id="rId10"/>
    <p:sldId id="592" r:id="rId11"/>
    <p:sldId id="594" r:id="rId12"/>
    <p:sldId id="599" r:id="rId13"/>
    <p:sldId id="600" r:id="rId14"/>
    <p:sldId id="558" r:id="rId15"/>
    <p:sldId id="581" r:id="rId16"/>
    <p:sldId id="580" r:id="rId17"/>
    <p:sldId id="593" r:id="rId18"/>
    <p:sldId id="595" r:id="rId19"/>
    <p:sldId id="597" r:id="rId20"/>
    <p:sldId id="543" r:id="rId21"/>
    <p:sldId id="598" r:id="rId22"/>
    <p:sldId id="596" r:id="rId23"/>
    <p:sldId id="601" r:id="rId24"/>
    <p:sldId id="602" r:id="rId25"/>
    <p:sldId id="556" r:id="rId26"/>
    <p:sldId id="603" r:id="rId27"/>
    <p:sldId id="605" r:id="rId28"/>
    <p:sldId id="559" r:id="rId29"/>
    <p:sldId id="560" r:id="rId30"/>
    <p:sldId id="604" r:id="rId31"/>
    <p:sldId id="526" r:id="rId3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0000FF"/>
    <a:srgbClr val="006600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AB0866-7968-4D34-8971-E2315E8CF226}" v="80" dt="2026-02-10T01:26:04.485"/>
    <p1510:client id="{6876CDB2-C50D-4F5A-AB73-98725D608AA5}" v="2" dt="2026-02-10T04:00:37.195"/>
    <p1510:client id="{94CB60BB-36FB-41BF-B16C-C75307E0CFA3}" v="663" dt="2026-02-09T08:10:00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 varScale="1">
        <p:scale>
          <a:sx n="100" d="100"/>
          <a:sy n="100" d="100"/>
        </p:scale>
        <p:origin x="14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 sldOrd">
      <pc:chgData name="Zhao Jin" userId="cd05a825-544c-438a-9ba1-08e63db50b47" providerId="ADAL" clId="{5DF3A229-1965-414E-AF54-F4C37AC7DF68}" dt="2026-02-10T04:02:01.736" v="666" actId="20577"/>
      <pc:docMkLst>
        <pc:docMk/>
      </pc:docMkLst>
      <pc:sldChg chg="modSp">
        <pc:chgData name="Zhao Jin" userId="cd05a825-544c-438a-9ba1-08e63db50b47" providerId="ADAL" clId="{5DF3A229-1965-414E-AF54-F4C37AC7DF68}" dt="2026-02-10T01:17:03.793" v="362" actId="20577"/>
        <pc:sldMkLst>
          <pc:docMk/>
          <pc:sldMk cId="1705639840" sldId="543"/>
        </pc:sldMkLst>
        <pc:spChg chg="mod">
          <ac:chgData name="Zhao Jin" userId="cd05a825-544c-438a-9ba1-08e63db50b47" providerId="ADAL" clId="{5DF3A229-1965-414E-AF54-F4C37AC7DF68}" dt="2026-02-10T01:17:03.793" v="362" actId="20577"/>
          <ac:spMkLst>
            <pc:docMk/>
            <pc:sldMk cId="1705639840" sldId="543"/>
            <ac:spMk id="15" creationId="{00000000-0000-0000-0000-000000000000}"/>
          </ac:spMkLst>
        </pc:spChg>
      </pc:sldChg>
      <pc:sldChg chg="addSp modSp mod">
        <pc:chgData name="Zhao Jin" userId="cd05a825-544c-438a-9ba1-08e63db50b47" providerId="ADAL" clId="{5DF3A229-1965-414E-AF54-F4C37AC7DF68}" dt="2026-02-09T09:11:00.149" v="338"/>
        <pc:sldMkLst>
          <pc:docMk/>
          <pc:sldMk cId="184150163" sldId="556"/>
        </pc:sldMkLst>
        <pc:spChg chg="add mod">
          <ac:chgData name="Zhao Jin" userId="cd05a825-544c-438a-9ba1-08e63db50b47" providerId="ADAL" clId="{5DF3A229-1965-414E-AF54-F4C37AC7DF68}" dt="2026-02-09T09:11:00.149" v="338"/>
          <ac:spMkLst>
            <pc:docMk/>
            <pc:sldMk cId="184150163" sldId="556"/>
            <ac:spMk id="3" creationId="{905DC21E-42BF-9B5E-0F8A-C3424973BE63}"/>
          </ac:spMkLst>
        </pc:spChg>
        <pc:spChg chg="mod">
          <ac:chgData name="Zhao Jin" userId="cd05a825-544c-438a-9ba1-08e63db50b47" providerId="ADAL" clId="{5DF3A229-1965-414E-AF54-F4C37AC7DF68}" dt="2026-02-09T09:10:51.751" v="336" actId="207"/>
          <ac:spMkLst>
            <pc:docMk/>
            <pc:sldMk cId="184150163" sldId="556"/>
            <ac:spMk id="16" creationId="{D2096CE0-F283-4186-90FF-7C54FF151885}"/>
          </ac:spMkLst>
        </pc:spChg>
      </pc:sldChg>
      <pc:sldChg chg="modSp mod">
        <pc:chgData name="Zhao Jin" userId="cd05a825-544c-438a-9ba1-08e63db50b47" providerId="ADAL" clId="{5DF3A229-1965-414E-AF54-F4C37AC7DF68}" dt="2026-02-10T01:16:02.601" v="354" actId="20577"/>
        <pc:sldMkLst>
          <pc:docMk/>
          <pc:sldMk cId="487843573" sldId="558"/>
        </pc:sldMkLst>
        <pc:spChg chg="mod">
          <ac:chgData name="Zhao Jin" userId="cd05a825-544c-438a-9ba1-08e63db50b47" providerId="ADAL" clId="{5DF3A229-1965-414E-AF54-F4C37AC7DF68}" dt="2026-02-09T09:11:55.337" v="340" actId="20577"/>
          <ac:spMkLst>
            <pc:docMk/>
            <pc:sldMk cId="487843573" sldId="558"/>
            <ac:spMk id="14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10T01:16:02.601" v="354" actId="20577"/>
          <ac:spMkLst>
            <pc:docMk/>
            <pc:sldMk cId="487843573" sldId="558"/>
            <ac:spMk id="14338" creationId="{00000000-0000-0000-0000-000000000000}"/>
          </ac:spMkLst>
        </pc:spChg>
      </pc:sldChg>
      <pc:sldChg chg="modSp">
        <pc:chgData name="Zhao Jin" userId="cd05a825-544c-438a-9ba1-08e63db50b47" providerId="ADAL" clId="{5DF3A229-1965-414E-AF54-F4C37AC7DF68}" dt="2026-02-10T01:26:04.485" v="599" actId="6549"/>
        <pc:sldMkLst>
          <pc:docMk/>
          <pc:sldMk cId="1971208294" sldId="560"/>
        </pc:sldMkLst>
        <pc:spChg chg="mod">
          <ac:chgData name="Zhao Jin" userId="cd05a825-544c-438a-9ba1-08e63db50b47" providerId="ADAL" clId="{5DF3A229-1965-414E-AF54-F4C37AC7DF68}" dt="2026-02-10T01:26:04.485" v="599" actId="6549"/>
          <ac:spMkLst>
            <pc:docMk/>
            <pc:sldMk cId="1971208294" sldId="560"/>
            <ac:spMk id="11" creationId="{F1B72920-93D6-D699-5E35-FE3E627F17F2}"/>
          </ac:spMkLst>
        </pc:spChg>
      </pc:sldChg>
      <pc:sldChg chg="addSp modSp mod modAnim">
        <pc:chgData name="Zhao Jin" userId="cd05a825-544c-438a-9ba1-08e63db50b47" providerId="ADAL" clId="{5DF3A229-1965-414E-AF54-F4C37AC7DF68}" dt="2026-02-10T01:14:50.861" v="348" actId="20577"/>
        <pc:sldMkLst>
          <pc:docMk/>
          <pc:sldMk cId="1732540191" sldId="568"/>
        </pc:sldMkLst>
        <pc:spChg chg="mod">
          <ac:chgData name="Zhao Jin" userId="cd05a825-544c-438a-9ba1-08e63db50b47" providerId="ADAL" clId="{5DF3A229-1965-414E-AF54-F4C37AC7DF68}" dt="2026-02-09T06:45:06.411" v="228" actId="14100"/>
          <ac:spMkLst>
            <pc:docMk/>
            <pc:sldMk cId="1732540191" sldId="568"/>
            <ac:spMk id="3" creationId="{E9EBFDDE-6A81-BB50-EA52-ED485EE7483C}"/>
          </ac:spMkLst>
        </pc:spChg>
        <pc:spChg chg="mod">
          <ac:chgData name="Zhao Jin" userId="cd05a825-544c-438a-9ba1-08e63db50b47" providerId="ADAL" clId="{5DF3A229-1965-414E-AF54-F4C37AC7DF68}" dt="2026-02-09T06:46:54.577" v="277" actId="14100"/>
          <ac:spMkLst>
            <pc:docMk/>
            <pc:sldMk cId="1732540191" sldId="568"/>
            <ac:spMk id="4" creationId="{6F142F17-88D4-7430-A731-984F97AC99DB}"/>
          </ac:spMkLst>
        </pc:spChg>
        <pc:spChg chg="add mod">
          <ac:chgData name="Zhao Jin" userId="cd05a825-544c-438a-9ba1-08e63db50b47" providerId="ADAL" clId="{5DF3A229-1965-414E-AF54-F4C37AC7DF68}" dt="2026-02-09T06:47:20.811" v="282" actId="1076"/>
          <ac:spMkLst>
            <pc:docMk/>
            <pc:sldMk cId="1732540191" sldId="568"/>
            <ac:spMk id="5" creationId="{6BD53EA9-91B1-357E-C114-C2E2FACF626E}"/>
          </ac:spMkLst>
        </pc:spChg>
        <pc:spChg chg="add mod">
          <ac:chgData name="Zhao Jin" userId="cd05a825-544c-438a-9ba1-08e63db50b47" providerId="ADAL" clId="{5DF3A229-1965-414E-AF54-F4C37AC7DF68}" dt="2026-02-09T06:47:25.953" v="285" actId="14100"/>
          <ac:spMkLst>
            <pc:docMk/>
            <pc:sldMk cId="1732540191" sldId="568"/>
            <ac:spMk id="6" creationId="{62B8F22C-E72A-78A2-AB24-6F1C9C71417A}"/>
          </ac:spMkLst>
        </pc:spChg>
        <pc:spChg chg="add mod">
          <ac:chgData name="Zhao Jin" userId="cd05a825-544c-438a-9ba1-08e63db50b47" providerId="ADAL" clId="{5DF3A229-1965-414E-AF54-F4C37AC7DF68}" dt="2026-02-09T06:47:29.278" v="287" actId="1076"/>
          <ac:spMkLst>
            <pc:docMk/>
            <pc:sldMk cId="1732540191" sldId="568"/>
            <ac:spMk id="8" creationId="{C67AF9C9-7BAD-1FAE-384A-D519DC0ADD52}"/>
          </ac:spMkLst>
        </pc:spChg>
        <pc:spChg chg="add mod">
          <ac:chgData name="Zhao Jin" userId="cd05a825-544c-438a-9ba1-08e63db50b47" providerId="ADAL" clId="{5DF3A229-1965-414E-AF54-F4C37AC7DF68}" dt="2026-02-09T06:47:32.862" v="290" actId="14100"/>
          <ac:spMkLst>
            <pc:docMk/>
            <pc:sldMk cId="1732540191" sldId="568"/>
            <ac:spMk id="9" creationId="{612AEABE-4764-A98A-5E44-6DF5CBC8DBB3}"/>
          </ac:spMkLst>
        </pc:spChg>
        <pc:spChg chg="mod">
          <ac:chgData name="Zhao Jin" userId="cd05a825-544c-438a-9ba1-08e63db50b47" providerId="ADAL" clId="{5DF3A229-1965-414E-AF54-F4C37AC7DF68}" dt="2026-02-09T06:47:55.617" v="323" actId="20577"/>
          <ac:spMkLst>
            <pc:docMk/>
            <pc:sldMk cId="1732540191" sldId="568"/>
            <ac:spMk id="21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2-10T01:14:50.861" v="348" actId="20577"/>
          <ac:spMkLst>
            <pc:docMk/>
            <pc:sldMk cId="1732540191" sldId="568"/>
            <ac:spMk id="14338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2-10T04:02:01.736" v="666" actId="20577"/>
        <pc:sldMkLst>
          <pc:docMk/>
          <pc:sldMk cId="3922430229" sldId="580"/>
        </pc:sldMkLst>
        <pc:spChg chg="mod">
          <ac:chgData name="Zhao Jin" userId="cd05a825-544c-438a-9ba1-08e63db50b47" providerId="ADAL" clId="{5DF3A229-1965-414E-AF54-F4C37AC7DF68}" dt="2026-02-10T04:02:01.736" v="666" actId="20577"/>
          <ac:spMkLst>
            <pc:docMk/>
            <pc:sldMk cId="3922430229" sldId="580"/>
            <ac:spMk id="11" creationId="{00000000-0000-0000-0000-000000000000}"/>
          </ac:spMkLst>
        </pc:spChg>
      </pc:sldChg>
      <pc:sldChg chg="ord">
        <pc:chgData name="Zhao Jin" userId="cd05a825-544c-438a-9ba1-08e63db50b47" providerId="ADAL" clId="{5DF3A229-1965-414E-AF54-F4C37AC7DF68}" dt="2026-02-10T01:16:37.028" v="356"/>
        <pc:sldMkLst>
          <pc:docMk/>
          <pc:sldMk cId="1886636263" sldId="581"/>
        </pc:sldMkLst>
      </pc:sldChg>
      <pc:sldChg chg="addSp delSp modSp mod">
        <pc:chgData name="Zhao Jin" userId="cd05a825-544c-438a-9ba1-08e63db50b47" providerId="ADAL" clId="{5DF3A229-1965-414E-AF54-F4C37AC7DF68}" dt="2026-02-10T04:00:42.595" v="664" actId="478"/>
        <pc:sldMkLst>
          <pc:docMk/>
          <pc:sldMk cId="567798019" sldId="591"/>
        </pc:sldMkLst>
        <pc:spChg chg="add mod">
          <ac:chgData name="Zhao Jin" userId="cd05a825-544c-438a-9ba1-08e63db50b47" providerId="ADAL" clId="{5DF3A229-1965-414E-AF54-F4C37AC7DF68}" dt="2026-02-10T04:00:32.870" v="661" actId="14100"/>
          <ac:spMkLst>
            <pc:docMk/>
            <pc:sldMk cId="567798019" sldId="591"/>
            <ac:spMk id="3" creationId="{27CC6888-6184-7223-2148-0E46FD439446}"/>
          </ac:spMkLst>
        </pc:spChg>
        <pc:spChg chg="add del mod">
          <ac:chgData name="Zhao Jin" userId="cd05a825-544c-438a-9ba1-08e63db50b47" providerId="ADAL" clId="{5DF3A229-1965-414E-AF54-F4C37AC7DF68}" dt="2026-02-10T04:00:42.595" v="664" actId="478"/>
          <ac:spMkLst>
            <pc:docMk/>
            <pc:sldMk cId="567798019" sldId="591"/>
            <ac:spMk id="5" creationId="{CF919BD2-D720-4864-479A-4EFC01D93C81}"/>
          </ac:spMkLst>
        </pc:spChg>
      </pc:sldChg>
      <pc:sldChg chg="modSp mod">
        <pc:chgData name="Zhao Jin" userId="cd05a825-544c-438a-9ba1-08e63db50b47" providerId="ADAL" clId="{5DF3A229-1965-414E-AF54-F4C37AC7DF68}" dt="2026-02-09T06:48:55.331" v="324" actId="207"/>
        <pc:sldMkLst>
          <pc:docMk/>
          <pc:sldMk cId="137810324" sldId="592"/>
        </pc:sldMkLst>
        <pc:spChg chg="mod">
          <ac:chgData name="Zhao Jin" userId="cd05a825-544c-438a-9ba1-08e63db50b47" providerId="ADAL" clId="{5DF3A229-1965-414E-AF54-F4C37AC7DF68}" dt="2026-02-09T06:48:55.331" v="324" actId="207"/>
          <ac:spMkLst>
            <pc:docMk/>
            <pc:sldMk cId="137810324" sldId="592"/>
            <ac:spMk id="49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2-09T06:49:00.623" v="325" actId="207"/>
        <pc:sldMkLst>
          <pc:docMk/>
          <pc:sldMk cId="880934081" sldId="600"/>
        </pc:sldMkLst>
        <pc:spChg chg="mod">
          <ac:chgData name="Zhao Jin" userId="cd05a825-544c-438a-9ba1-08e63db50b47" providerId="ADAL" clId="{5DF3A229-1965-414E-AF54-F4C37AC7DF68}" dt="2026-02-09T06:49:00.623" v="325" actId="207"/>
          <ac:spMkLst>
            <pc:docMk/>
            <pc:sldMk cId="880934081" sldId="600"/>
            <ac:spMk id="25" creationId="{1EDBB76C-AEFD-4199-9BA3-F48B3D729ADF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10T01:24:07.531" v="592" actId="20577"/>
        <pc:sldMkLst>
          <pc:docMk/>
          <pc:sldMk cId="2536104531" sldId="603"/>
        </pc:sldMkLst>
        <pc:spChg chg="mod">
          <ac:chgData name="Zhao Jin" userId="cd05a825-544c-438a-9ba1-08e63db50b47" providerId="ADAL" clId="{5DF3A229-1965-414E-AF54-F4C37AC7DF68}" dt="2026-02-10T01:24:07.531" v="592" actId="20577"/>
          <ac:spMkLst>
            <pc:docMk/>
            <pc:sldMk cId="2536104531" sldId="603"/>
            <ac:spMk id="16" creationId="{D2096CE0-F283-4186-90FF-7C54FF151885}"/>
          </ac:spMkLst>
        </pc:spChg>
      </pc:sldChg>
      <pc:sldChg chg="addSp delSp modSp mod addAnim delAnim modAnim">
        <pc:chgData name="Zhao Jin" userId="cd05a825-544c-438a-9ba1-08e63db50b47" providerId="ADAL" clId="{5DF3A229-1965-414E-AF54-F4C37AC7DF68}" dt="2026-02-10T01:22:47.412" v="585" actId="692"/>
        <pc:sldMkLst>
          <pc:docMk/>
          <pc:sldMk cId="2044579766" sldId="605"/>
        </pc:sldMkLst>
        <pc:spChg chg="add del mod">
          <ac:chgData name="Zhao Jin" userId="cd05a825-544c-438a-9ba1-08e63db50b47" providerId="ADAL" clId="{5DF3A229-1965-414E-AF54-F4C37AC7DF68}" dt="2026-02-10T01:18:08.483" v="365" actId="478"/>
          <ac:spMkLst>
            <pc:docMk/>
            <pc:sldMk cId="2044579766" sldId="605"/>
            <ac:spMk id="3" creationId="{4D810C94-40FA-2046-6615-8F262E50C079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4" creationId="{25E4F7AE-6580-63EC-06FE-31578C5CAB04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5" creationId="{2D9BA36D-9F1B-A6DD-ABB1-DEC7C4657A75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6" creationId="{DB81AB7B-6524-876D-4E08-82D6377446C0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9" creationId="{10623C88-9D26-E2CD-A858-C6E2F5842587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10" creationId="{DE6F94AD-B962-37C5-BC2D-B2DDB41B9BA4}"/>
          </ac:spMkLst>
        </pc:spChg>
        <pc:spChg chg="add mod">
          <ac:chgData name="Zhao Jin" userId="cd05a825-544c-438a-9ba1-08e63db50b47" providerId="ADAL" clId="{5DF3A229-1965-414E-AF54-F4C37AC7DF68}" dt="2026-02-10T01:22:47.412" v="585" actId="692"/>
          <ac:spMkLst>
            <pc:docMk/>
            <pc:sldMk cId="2044579766" sldId="605"/>
            <ac:spMk id="11" creationId="{69501F43-95AF-0A72-4386-E797E6BC8BD8}"/>
          </ac:spMkLst>
        </pc:spChg>
        <pc:spChg chg="mod">
          <ac:chgData name="Zhao Jin" userId="cd05a825-544c-438a-9ba1-08e63db50b47" providerId="ADAL" clId="{5DF3A229-1965-414E-AF54-F4C37AC7DF68}" dt="2026-02-10T01:20:58.876" v="569" actId="1076"/>
          <ac:spMkLst>
            <pc:docMk/>
            <pc:sldMk cId="2044579766" sldId="605"/>
            <ac:spMk id="16" creationId="{9ED4BE74-978C-5D6B-2C9A-22D992973DEF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undo redo custSel addSld delSld modSld">
      <pc:chgData name="Zhao Jin" userId="cd05a825-544c-438a-9ba1-08e63db50b47" providerId="ADAL" clId="{7346625B-7E8F-4E9B-A9F0-94C1DD70E907}" dt="2026-02-09T08:10:07.206" v="2259" actId="1076"/>
      <pc:docMkLst>
        <pc:docMk/>
      </pc:docMkLst>
      <pc:sldChg chg="modSp mod">
        <pc:chgData name="Zhao Jin" userId="cd05a825-544c-438a-9ba1-08e63db50b47" providerId="ADAL" clId="{7346625B-7E8F-4E9B-A9F0-94C1DD70E907}" dt="2026-02-09T07:17:15.895" v="332" actId="20577"/>
        <pc:sldMkLst>
          <pc:docMk/>
          <pc:sldMk cId="1067695719" sldId="526"/>
        </pc:sldMkLst>
        <pc:spChg chg="mod">
          <ac:chgData name="Zhao Jin" userId="cd05a825-544c-438a-9ba1-08e63db50b47" providerId="ADAL" clId="{7346625B-7E8F-4E9B-A9F0-94C1DD70E907}" dt="2026-02-09T07:17:15.895" v="332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Anim">
        <pc:chgData name="Zhao Jin" userId="cd05a825-544c-438a-9ba1-08e63db50b47" providerId="ADAL" clId="{7346625B-7E8F-4E9B-A9F0-94C1DD70E907}" dt="2026-02-09T07:06:40.187" v="29" actId="20577"/>
        <pc:sldMkLst>
          <pc:docMk/>
          <pc:sldMk cId="1705639840" sldId="543"/>
        </pc:sldMkLst>
        <pc:spChg chg="mod">
          <ac:chgData name="Zhao Jin" userId="cd05a825-544c-438a-9ba1-08e63db50b47" providerId="ADAL" clId="{7346625B-7E8F-4E9B-A9F0-94C1DD70E907}" dt="2026-02-09T07:06:40.187" v="29" actId="20577"/>
          <ac:spMkLst>
            <pc:docMk/>
            <pc:sldMk cId="1705639840" sldId="543"/>
            <ac:spMk id="15" creationId="{00000000-0000-0000-0000-000000000000}"/>
          </ac:spMkLst>
        </pc:spChg>
      </pc:sldChg>
      <pc:sldChg chg="delSp modSp mod delAnim modAnim">
        <pc:chgData name="Zhao Jin" userId="cd05a825-544c-438a-9ba1-08e63db50b47" providerId="ADAL" clId="{7346625B-7E8F-4E9B-A9F0-94C1DD70E907}" dt="2026-02-09T08:04:57.101" v="1901" actId="20577"/>
        <pc:sldMkLst>
          <pc:docMk/>
          <pc:sldMk cId="184150163" sldId="556"/>
        </pc:sldMkLst>
        <pc:spChg chg="mod">
          <ac:chgData name="Zhao Jin" userId="cd05a825-544c-438a-9ba1-08e63db50b47" providerId="ADAL" clId="{7346625B-7E8F-4E9B-A9F0-94C1DD70E907}" dt="2026-02-09T08:04:57.101" v="1901" actId="20577"/>
          <ac:spMkLst>
            <pc:docMk/>
            <pc:sldMk cId="184150163" sldId="556"/>
            <ac:spMk id="8" creationId="{41BBAF68-C71F-413F-A7EC-261F0FB8050A}"/>
          </ac:spMkLst>
        </pc:spChg>
        <pc:spChg chg="del mod">
          <ac:chgData name="Zhao Jin" userId="cd05a825-544c-438a-9ba1-08e63db50b47" providerId="ADAL" clId="{7346625B-7E8F-4E9B-A9F0-94C1DD70E907}" dt="2026-02-09T08:04:28.734" v="1846" actId="478"/>
          <ac:spMkLst>
            <pc:docMk/>
            <pc:sldMk cId="184150163" sldId="556"/>
            <ac:spMk id="9" creationId="{BAEA54C3-AC7A-4C3F-A769-C439E5CB21DB}"/>
          </ac:spMkLst>
        </pc:spChg>
        <pc:spChg chg="mod">
          <ac:chgData name="Zhao Jin" userId="cd05a825-544c-438a-9ba1-08e63db50b47" providerId="ADAL" clId="{7346625B-7E8F-4E9B-A9F0-94C1DD70E907}" dt="2026-02-09T07:36:08.439" v="886" actId="20577"/>
          <ac:spMkLst>
            <pc:docMk/>
            <pc:sldMk cId="184150163" sldId="556"/>
            <ac:spMk id="10" creationId="{7FEEE74E-707B-4835-8CDC-C52DB2C8E18C}"/>
          </ac:spMkLst>
        </pc:spChg>
        <pc:spChg chg="mod">
          <ac:chgData name="Zhao Jin" userId="cd05a825-544c-438a-9ba1-08e63db50b47" providerId="ADAL" clId="{7346625B-7E8F-4E9B-A9F0-94C1DD70E907}" dt="2026-02-09T07:36:02.364" v="885" actId="20577"/>
          <ac:spMkLst>
            <pc:docMk/>
            <pc:sldMk cId="184150163" sldId="556"/>
            <ac:spMk id="16" creationId="{D2096CE0-F283-4186-90FF-7C54FF151885}"/>
          </ac:spMkLst>
        </pc:spChg>
        <pc:spChg chg="mod">
          <ac:chgData name="Zhao Jin" userId="cd05a825-544c-438a-9ba1-08e63db50b47" providerId="ADAL" clId="{7346625B-7E8F-4E9B-A9F0-94C1DD70E907}" dt="2026-02-09T07:33:58.033" v="810" actId="20577"/>
          <ac:spMkLst>
            <pc:docMk/>
            <pc:sldMk cId="184150163" sldId="556"/>
            <ac:spMk id="30" creationId="{C70A47A0-816F-405E-B986-DCD3BF78F602}"/>
          </ac:spMkLst>
        </pc:spChg>
      </pc:sldChg>
      <pc:sldChg chg="addSp delSp modSp mod">
        <pc:chgData name="Zhao Jin" userId="cd05a825-544c-438a-9ba1-08e63db50b47" providerId="ADAL" clId="{7346625B-7E8F-4E9B-A9F0-94C1DD70E907}" dt="2026-02-09T08:01:55.033" v="1828"/>
        <pc:sldMkLst>
          <pc:docMk/>
          <pc:sldMk cId="1663851036" sldId="559"/>
        </pc:sldMkLst>
        <pc:spChg chg="add del">
          <ac:chgData name="Zhao Jin" userId="cd05a825-544c-438a-9ba1-08e63db50b47" providerId="ADAL" clId="{7346625B-7E8F-4E9B-A9F0-94C1DD70E907}" dt="2026-02-09T07:39:33.400" v="944" actId="22"/>
          <ac:spMkLst>
            <pc:docMk/>
            <pc:sldMk cId="1663851036" sldId="559"/>
            <ac:spMk id="4" creationId="{053D2026-0222-7C73-C91D-98832EEF9FDC}"/>
          </ac:spMkLst>
        </pc:spChg>
        <pc:spChg chg="mod">
          <ac:chgData name="Zhao Jin" userId="cd05a825-544c-438a-9ba1-08e63db50b47" providerId="ADAL" clId="{7346625B-7E8F-4E9B-A9F0-94C1DD70E907}" dt="2026-02-09T07:48:14.574" v="1197" actId="1036"/>
          <ac:spMkLst>
            <pc:docMk/>
            <pc:sldMk cId="1663851036" sldId="559"/>
            <ac:spMk id="8" creationId="{BB17AC34-4EF7-453E-A360-3B14646E2A04}"/>
          </ac:spMkLst>
        </pc:spChg>
        <pc:spChg chg="mod">
          <ac:chgData name="Zhao Jin" userId="cd05a825-544c-438a-9ba1-08e63db50b47" providerId="ADAL" clId="{7346625B-7E8F-4E9B-A9F0-94C1DD70E907}" dt="2026-02-09T08:01:55.033" v="1828"/>
          <ac:spMkLst>
            <pc:docMk/>
            <pc:sldMk cId="1663851036" sldId="559"/>
            <ac:spMk id="16" creationId="{D2096CE0-F283-4186-90FF-7C54FF151885}"/>
          </ac:spMkLst>
        </pc:spChg>
        <pc:spChg chg="mod">
          <ac:chgData name="Zhao Jin" userId="cd05a825-544c-438a-9ba1-08e63db50b47" providerId="ADAL" clId="{7346625B-7E8F-4E9B-A9F0-94C1DD70E907}" dt="2026-02-09T07:40:48.971" v="1018" actId="20577"/>
          <ac:spMkLst>
            <pc:docMk/>
            <pc:sldMk cId="1663851036" sldId="559"/>
            <ac:spMk id="30" creationId="{C70A47A0-816F-405E-B986-DCD3BF78F602}"/>
          </ac:spMkLst>
        </pc:spChg>
      </pc:sldChg>
      <pc:sldChg chg="addSp delSp modSp add del mod addAnim delAnim modAnim">
        <pc:chgData name="Zhao Jin" userId="cd05a825-544c-438a-9ba1-08e63db50b47" providerId="ADAL" clId="{7346625B-7E8F-4E9B-A9F0-94C1DD70E907}" dt="2026-02-09T08:10:07.206" v="2259" actId="1076"/>
        <pc:sldMkLst>
          <pc:docMk/>
          <pc:sldMk cId="1971208294" sldId="560"/>
        </pc:sldMkLst>
        <pc:spChg chg="add del mod">
          <ac:chgData name="Zhao Jin" userId="cd05a825-544c-438a-9ba1-08e63db50b47" providerId="ADAL" clId="{7346625B-7E8F-4E9B-A9F0-94C1DD70E907}" dt="2026-02-09T07:53:53.102" v="1569" actId="478"/>
          <ac:spMkLst>
            <pc:docMk/>
            <pc:sldMk cId="1971208294" sldId="560"/>
            <ac:spMk id="3" creationId="{C50E7079-3FEF-16C7-E787-35B972BEE88D}"/>
          </ac:spMkLst>
        </pc:spChg>
        <pc:spChg chg="add del mod">
          <ac:chgData name="Zhao Jin" userId="cd05a825-544c-438a-9ba1-08e63db50b47" providerId="ADAL" clId="{7346625B-7E8F-4E9B-A9F0-94C1DD70E907}" dt="2026-02-09T07:43:31.459" v="1061" actId="478"/>
          <ac:spMkLst>
            <pc:docMk/>
            <pc:sldMk cId="1971208294" sldId="560"/>
            <ac:spMk id="4" creationId="{3C7DF2A4-DEA0-23D0-3E72-ACE8BC50DC13}"/>
          </ac:spMkLst>
        </pc:spChg>
        <pc:spChg chg="add mod ord">
          <ac:chgData name="Zhao Jin" userId="cd05a825-544c-438a-9ba1-08e63db50b47" providerId="ADAL" clId="{7346625B-7E8F-4E9B-A9F0-94C1DD70E907}" dt="2026-02-09T08:09:10.465" v="2142" actId="20577"/>
          <ac:spMkLst>
            <pc:docMk/>
            <pc:sldMk cId="1971208294" sldId="560"/>
            <ac:spMk id="5" creationId="{DEA70CC2-5EB9-7D47-8C53-B389CF5164DA}"/>
          </ac:spMkLst>
        </pc:spChg>
        <pc:spChg chg="del mod">
          <ac:chgData name="Zhao Jin" userId="cd05a825-544c-438a-9ba1-08e63db50b47" providerId="ADAL" clId="{7346625B-7E8F-4E9B-A9F0-94C1DD70E907}" dt="2026-02-09T07:51:37.355" v="1339" actId="478"/>
          <ac:spMkLst>
            <pc:docMk/>
            <pc:sldMk cId="1971208294" sldId="560"/>
            <ac:spMk id="8" creationId="{75CBB6EA-3351-4BB9-A2FA-636D99F886D7}"/>
          </ac:spMkLst>
        </pc:spChg>
        <pc:spChg chg="add del mod">
          <ac:chgData name="Zhao Jin" userId="cd05a825-544c-438a-9ba1-08e63db50b47" providerId="ADAL" clId="{7346625B-7E8F-4E9B-A9F0-94C1DD70E907}" dt="2026-02-09T07:44:15.598" v="1088" actId="478"/>
          <ac:spMkLst>
            <pc:docMk/>
            <pc:sldMk cId="1971208294" sldId="560"/>
            <ac:spMk id="9" creationId="{04927D26-1B36-6E7A-541A-A39C6A86A59A}"/>
          </ac:spMkLst>
        </pc:spChg>
        <pc:spChg chg="add mod">
          <ac:chgData name="Zhao Jin" userId="cd05a825-544c-438a-9ba1-08e63db50b47" providerId="ADAL" clId="{7346625B-7E8F-4E9B-A9F0-94C1DD70E907}" dt="2026-02-09T07:55:39.258" v="1675"/>
          <ac:spMkLst>
            <pc:docMk/>
            <pc:sldMk cId="1971208294" sldId="560"/>
            <ac:spMk id="10" creationId="{4FA6749F-BC11-8244-7EFD-46A5E7780093}"/>
          </ac:spMkLst>
        </pc:spChg>
        <pc:spChg chg="add mod">
          <ac:chgData name="Zhao Jin" userId="cd05a825-544c-438a-9ba1-08e63db50b47" providerId="ADAL" clId="{7346625B-7E8F-4E9B-A9F0-94C1DD70E907}" dt="2026-02-09T08:10:07.206" v="2259" actId="1076"/>
          <ac:spMkLst>
            <pc:docMk/>
            <pc:sldMk cId="1971208294" sldId="560"/>
            <ac:spMk id="11" creationId="{F1B72920-93D6-D699-5E35-FE3E627F17F2}"/>
          </ac:spMkLst>
        </pc:spChg>
        <pc:spChg chg="mod">
          <ac:chgData name="Zhao Jin" userId="cd05a825-544c-438a-9ba1-08e63db50b47" providerId="ADAL" clId="{7346625B-7E8F-4E9B-A9F0-94C1DD70E907}" dt="2026-02-09T07:56:53.341" v="1722" actId="13926"/>
          <ac:spMkLst>
            <pc:docMk/>
            <pc:sldMk cId="1971208294" sldId="560"/>
            <ac:spMk id="16" creationId="{D2096CE0-F283-4186-90FF-7C54FF151885}"/>
          </ac:spMkLst>
        </pc:spChg>
        <pc:spChg chg="del mod">
          <ac:chgData name="Zhao Jin" userId="cd05a825-544c-438a-9ba1-08e63db50b47" providerId="ADAL" clId="{7346625B-7E8F-4E9B-A9F0-94C1DD70E907}" dt="2026-02-09T07:44:11.644" v="1087" actId="478"/>
          <ac:spMkLst>
            <pc:docMk/>
            <pc:sldMk cId="1971208294" sldId="560"/>
            <ac:spMk id="30" creationId="{C70A47A0-816F-405E-B986-DCD3BF78F602}"/>
          </ac:spMkLst>
        </pc:spChg>
      </pc:sldChg>
      <pc:sldChg chg="modSp mod">
        <pc:chgData name="Zhao Jin" userId="cd05a825-544c-438a-9ba1-08e63db50b47" providerId="ADAL" clId="{7346625B-7E8F-4E9B-A9F0-94C1DD70E907}" dt="2026-02-09T07:07:12.943" v="31" actId="20577"/>
        <pc:sldMkLst>
          <pc:docMk/>
          <pc:sldMk cId="3643682471" sldId="596"/>
        </pc:sldMkLst>
        <pc:spChg chg="mod">
          <ac:chgData name="Zhao Jin" userId="cd05a825-544c-438a-9ba1-08e63db50b47" providerId="ADAL" clId="{7346625B-7E8F-4E9B-A9F0-94C1DD70E907}" dt="2026-02-09T07:07:12.943" v="31" actId="20577"/>
          <ac:spMkLst>
            <pc:docMk/>
            <pc:sldMk cId="3643682471" sldId="596"/>
            <ac:spMk id="7" creationId="{BFBA3626-DC9B-4A39-BA4F-6360F818DCE3}"/>
          </ac:spMkLst>
        </pc:spChg>
      </pc:sldChg>
      <pc:sldChg chg="modSp mod">
        <pc:chgData name="Zhao Jin" userId="cd05a825-544c-438a-9ba1-08e63db50b47" providerId="ADAL" clId="{7346625B-7E8F-4E9B-A9F0-94C1DD70E907}" dt="2026-02-09T07:06:18.285" v="17" actId="207"/>
        <pc:sldMkLst>
          <pc:docMk/>
          <pc:sldMk cId="4002657513" sldId="598"/>
        </pc:sldMkLst>
        <pc:spChg chg="mod">
          <ac:chgData name="Zhao Jin" userId="cd05a825-544c-438a-9ba1-08e63db50b47" providerId="ADAL" clId="{7346625B-7E8F-4E9B-A9F0-94C1DD70E907}" dt="2026-02-09T07:06:18.285" v="17" actId="207"/>
          <ac:spMkLst>
            <pc:docMk/>
            <pc:sldMk cId="4002657513" sldId="598"/>
            <ac:spMk id="7" creationId="{BFBA3626-DC9B-4A39-BA4F-6360F818DCE3}"/>
          </ac:spMkLst>
        </pc:spChg>
      </pc:sldChg>
      <pc:sldChg chg="addSp delSp modSp mod delAnim modAnim">
        <pc:chgData name="Zhao Jin" userId="cd05a825-544c-438a-9ba1-08e63db50b47" providerId="ADAL" clId="{7346625B-7E8F-4E9B-A9F0-94C1DD70E907}" dt="2026-02-09T08:06:12.873" v="1963" actId="1076"/>
        <pc:sldMkLst>
          <pc:docMk/>
          <pc:sldMk cId="2536104531" sldId="603"/>
        </pc:sldMkLst>
        <pc:spChg chg="del mod">
          <ac:chgData name="Zhao Jin" userId="cd05a825-544c-438a-9ba1-08e63db50b47" providerId="ADAL" clId="{7346625B-7E8F-4E9B-A9F0-94C1DD70E907}" dt="2026-02-09T08:05:44.053" v="1903" actId="478"/>
          <ac:spMkLst>
            <pc:docMk/>
            <pc:sldMk cId="2536104531" sldId="603"/>
            <ac:spMk id="3" creationId="{28A7B86F-5696-DDDD-65FA-05CBF4E66D38}"/>
          </ac:spMkLst>
        </pc:spChg>
        <pc:spChg chg="add mod">
          <ac:chgData name="Zhao Jin" userId="cd05a825-544c-438a-9ba1-08e63db50b47" providerId="ADAL" clId="{7346625B-7E8F-4E9B-A9F0-94C1DD70E907}" dt="2026-02-09T08:06:12.873" v="1963" actId="1076"/>
          <ac:spMkLst>
            <pc:docMk/>
            <pc:sldMk cId="2536104531" sldId="603"/>
            <ac:spMk id="4" creationId="{797EB8C1-5547-B9D5-8AE9-4B6E928901D8}"/>
          </ac:spMkLst>
        </pc:spChg>
        <pc:spChg chg="mod">
          <ac:chgData name="Zhao Jin" userId="cd05a825-544c-438a-9ba1-08e63db50b47" providerId="ADAL" clId="{7346625B-7E8F-4E9B-A9F0-94C1DD70E907}" dt="2026-02-09T07:37:23.540" v="898" actId="20577"/>
          <ac:spMkLst>
            <pc:docMk/>
            <pc:sldMk cId="2536104531" sldId="603"/>
            <ac:spMk id="8" creationId="{7FA208D4-863C-4A81-A983-79B21CC2F3EA}"/>
          </ac:spMkLst>
        </pc:spChg>
        <pc:spChg chg="mod">
          <ac:chgData name="Zhao Jin" userId="cd05a825-544c-438a-9ba1-08e63db50b47" providerId="ADAL" clId="{7346625B-7E8F-4E9B-A9F0-94C1DD70E907}" dt="2026-02-09T08:00:40.534" v="1822" actId="20577"/>
          <ac:spMkLst>
            <pc:docMk/>
            <pc:sldMk cId="2536104531" sldId="603"/>
            <ac:spMk id="16" creationId="{D2096CE0-F283-4186-90FF-7C54FF151885}"/>
          </ac:spMkLst>
        </pc:spChg>
        <pc:spChg chg="mod">
          <ac:chgData name="Zhao Jin" userId="cd05a825-544c-438a-9ba1-08e63db50b47" providerId="ADAL" clId="{7346625B-7E8F-4E9B-A9F0-94C1DD70E907}" dt="2026-02-09T07:37:57.554" v="902"/>
          <ac:spMkLst>
            <pc:docMk/>
            <pc:sldMk cId="2536104531" sldId="603"/>
            <ac:spMk id="30" creationId="{C70A47A0-816F-405E-B986-DCD3BF78F602}"/>
          </ac:spMkLst>
        </pc:spChg>
      </pc:sldChg>
      <pc:sldChg chg="modSp add mod">
        <pc:chgData name="Zhao Jin" userId="cd05a825-544c-438a-9ba1-08e63db50b47" providerId="ADAL" clId="{7346625B-7E8F-4E9B-A9F0-94C1DD70E907}" dt="2026-02-09T07:20:29.970" v="467"/>
        <pc:sldMkLst>
          <pc:docMk/>
          <pc:sldMk cId="1268319655" sldId="604"/>
        </pc:sldMkLst>
        <pc:spChg chg="mod">
          <ac:chgData name="Zhao Jin" userId="cd05a825-544c-438a-9ba1-08e63db50b47" providerId="ADAL" clId="{7346625B-7E8F-4E9B-A9F0-94C1DD70E907}" dt="2026-02-09T07:20:29.970" v="467"/>
          <ac:spMkLst>
            <pc:docMk/>
            <pc:sldMk cId="1268319655" sldId="604"/>
            <ac:spMk id="13" creationId="{BA65344E-7B3A-2151-231E-9869ED42E33C}"/>
          </ac:spMkLst>
        </pc:spChg>
      </pc:sldChg>
      <pc:sldChg chg="delSp modSp add mod delAnim">
        <pc:chgData name="Zhao Jin" userId="cd05a825-544c-438a-9ba1-08e63db50b47" providerId="ADAL" clId="{7346625B-7E8F-4E9B-A9F0-94C1DD70E907}" dt="2026-02-09T08:03:05.237" v="1842" actId="13926"/>
        <pc:sldMkLst>
          <pc:docMk/>
          <pc:sldMk cId="2044579766" sldId="605"/>
        </pc:sldMkLst>
        <pc:spChg chg="del">
          <ac:chgData name="Zhao Jin" userId="cd05a825-544c-438a-9ba1-08e63db50b47" providerId="ADAL" clId="{7346625B-7E8F-4E9B-A9F0-94C1DD70E907}" dt="2026-02-09T08:02:20.087" v="1832" actId="478"/>
          <ac:spMkLst>
            <pc:docMk/>
            <pc:sldMk cId="2044579766" sldId="605"/>
            <ac:spMk id="3" creationId="{F3D71632-7C17-0E3D-3DD3-62CBF6D6E96E}"/>
          </ac:spMkLst>
        </pc:spChg>
        <pc:spChg chg="mod">
          <ac:chgData name="Zhao Jin" userId="cd05a825-544c-438a-9ba1-08e63db50b47" providerId="ADAL" clId="{7346625B-7E8F-4E9B-A9F0-94C1DD70E907}" dt="2026-02-09T08:03:05.237" v="1842" actId="13926"/>
          <ac:spMkLst>
            <pc:docMk/>
            <pc:sldMk cId="2044579766" sldId="605"/>
            <ac:spMk id="16" creationId="{9ED4BE74-978C-5D6B-2C9A-22D992973D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2/10/2026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348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108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13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165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6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r>
              <a:rPr lang="en-US"/>
              <a:t>Program: </a:t>
            </a:r>
            <a:r>
              <a:rPr lang="en-US" b="1"/>
              <a:t>Week4_ListIntegers.c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7787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979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920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16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506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019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98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66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229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1052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083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4834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0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847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496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8413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985E-A0E8-8215-ACDD-05EFF309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AE9EB0F-867A-AA4B-85DF-853455C087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3C7B230-6F55-4525-9BB7-BD6598B43F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2DDEF9F-6892-0301-AC16-555AC759F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435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532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0039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1124-A5B6-6EC4-1277-63767523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79FED1E-FCF4-B1C3-BE44-041ACC4383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103DB9B-41C5-6B0F-A4CF-C1AFCDA25A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A82F28A-10CA-9B23-7F76-E8AC37A19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83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11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Loops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45E52030-F1FD-2499-CDC9-DE9A3A783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638AA2-0381-5B95-6584-1F91790DEE4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11: Loops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Repetition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</a:t>
            </a:r>
            <a:r>
              <a:rPr lang="en-GB" sz="2800" i="1" dirty="0">
                <a:latin typeface="Garamond" panose="02020404030301010803" pitchFamily="18" charset="0"/>
              </a:rPr>
              <a:t>for</a:t>
            </a:r>
            <a:r>
              <a:rPr lang="en-GB" sz="2800" dirty="0"/>
              <a:t> Loop </a:t>
            </a: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</a:t>
            </a:r>
            <a:r>
              <a:rPr lang="en-GB" sz="2800" i="1" dirty="0">
                <a:latin typeface="Garamond" panose="02020404030301010803" pitchFamily="18" charset="0"/>
              </a:rPr>
              <a:t>while</a:t>
            </a:r>
            <a:r>
              <a:rPr lang="en-GB" sz="2800" dirty="0"/>
              <a:t> Loop 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</a:t>
            </a:r>
            <a:r>
              <a:rPr lang="en-GB" sz="2800" i="1" dirty="0">
                <a:latin typeface="Garamond" panose="02020404030301010803" pitchFamily="18" charset="0"/>
              </a:rPr>
              <a:t>do-while</a:t>
            </a:r>
            <a:r>
              <a:rPr lang="en-GB" sz="2800" dirty="0"/>
              <a:t> Loop 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Example</a:t>
            </a:r>
            <a:endParaRPr lang="en-GB" sz="2800" dirty="0">
              <a:latin typeface="+mj-lt"/>
            </a:endParaRPr>
          </a:p>
          <a:p>
            <a:pPr marL="514350" indent="-514350">
              <a:buClrTx/>
              <a:buSzPct val="100000"/>
              <a:buFont typeface="+mj-lt"/>
              <a:buAutoNum type="arabicPeriod"/>
            </a:pPr>
            <a:r>
              <a:rPr lang="en-GB" sz="2800" dirty="0"/>
              <a:t>Infinite Loops!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406762-87FC-A60C-010B-DB0D0B2B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379D9A-7CEF-E972-4971-348F949D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25BC5A9-EBDB-3074-B2F1-8E0E7FCCC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Control Structure:</a:t>
            </a:r>
            <a:r>
              <a:rPr lang="en-GB" dirty="0">
                <a:solidFill>
                  <a:srgbClr val="0000FF"/>
                </a:solidFill>
              </a:rPr>
              <a:t> Repetition</a:t>
            </a:r>
          </a:p>
        </p:txBody>
      </p:sp>
      <p:sp>
        <p:nvSpPr>
          <p:cNvPr id="6" name="HighlightBackgroundShapeeee31423-879f-470c-ac44-148c4404b3a6">
            <a:extLst>
              <a:ext uri="{FF2B5EF4-FFF2-40B4-BE49-F238E27FC236}">
                <a16:creationId xmlns:a16="http://schemas.microsoft.com/office/drawing/2014/main" id="{D81F7CBB-1621-E323-938B-6841E0EC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Keep going as long as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</a:rPr>
              <a:t>e.g., </a:t>
            </a: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Keep going as long as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there are more numbers (i.e.,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does not equal k)</a:t>
            </a:r>
            <a:endParaRPr lang="en-US" altLang="en-US" sz="2400" baseline="-25000" dirty="0">
              <a:solidFill>
                <a:srgbClr val="000000"/>
              </a:solidFill>
              <a:latin typeface="Arial" panose="020B0604020202020204" pitchFamily="34" charset="0"/>
              <a:ea typeface="Roboto"/>
            </a:endParaRP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if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m &lt; l</a:t>
            </a:r>
            <a:r>
              <a:rPr lang="en-US" altLang="en-US" sz="2000" baseline="-25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, </a:t>
            </a: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then 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update m with the value of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l</a:t>
            </a:r>
            <a:r>
              <a:rPr lang="en-US" altLang="en-US" sz="2000" baseline="-25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000" dirty="0">
                <a:latin typeface="Arial" panose="020B0604020202020204" pitchFamily="34" charset="0"/>
                <a:ea typeface="Roboto"/>
              </a:rPr>
              <a:t>Increase </a:t>
            </a:r>
            <a:r>
              <a:rPr lang="en-US" altLang="en-US" sz="2000" dirty="0" err="1"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 by 1</a:t>
            </a:r>
            <a:endParaRPr lang="en-US" altLang="en-US" sz="2000" baseline="-25000" dirty="0">
              <a:latin typeface="Arial" panose="020B0604020202020204" pitchFamily="34" charset="0"/>
              <a:ea typeface="Roboto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10" name="Picture 2" descr="flowchart">
            <a:extLst>
              <a:ext uri="{FF2B5EF4-FFF2-40B4-BE49-F238E27FC236}">
                <a16:creationId xmlns:a16="http://schemas.microsoft.com/office/drawing/2014/main" id="{77ED7787-EA07-20B8-FDD9-C74C4617F5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3" t="11395" b="5963"/>
          <a:stretch/>
        </p:blipFill>
        <p:spPr bwMode="auto">
          <a:xfrm>
            <a:off x="824411" y="1783387"/>
            <a:ext cx="7328989" cy="2927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9192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Repetition through Recursion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factorial(2) requires factorial(1), which in turn requires factorial (0)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587376" y="1766793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3268394" y="4068298"/>
            <a:ext cx="5852160" cy="265946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9ADCF3-C8E5-CA08-E722-197EF9A8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Repetition through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304014-08C4-4321-AD74-36FAC5161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104567"/>
              </p:ext>
            </p:extLst>
          </p:nvPr>
        </p:nvGraphicFramePr>
        <p:xfrm>
          <a:off x="601701" y="4611890"/>
          <a:ext cx="56689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9702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factorial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/>
                        <a:t>i</a:t>
                      </a:r>
                      <a:r>
                        <a:rPr lang="en-US" baseline="0" dirty="0"/>
                        <a:t> &gt;= 2?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75C9FBE-306E-46A7-BAB9-46BD27707AF2}"/>
              </a:ext>
            </a:extLst>
          </p:cNvPr>
          <p:cNvSpPr/>
          <p:nvPr/>
        </p:nvSpPr>
        <p:spPr>
          <a:xfrm>
            <a:off x="601701" y="4087670"/>
            <a:ext cx="999363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CBF0D-2794-4D66-A616-CF3267CF45BD}"/>
              </a:ext>
            </a:extLst>
          </p:cNvPr>
          <p:cNvSpPr txBox="1"/>
          <p:nvPr/>
        </p:nvSpPr>
        <p:spPr>
          <a:xfrm>
            <a:off x="6394364" y="4611890"/>
            <a:ext cx="1661815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Tracing is an important skill!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7C8F5D-A0F6-897E-1E77-B0907FDD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CD39F860-49E8-3C8E-E4FD-260B66C80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972" y="31781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C00FF"/>
                </a:solidFill>
              </a:rPr>
              <a:t>initialize</a:t>
            </a:r>
            <a:endParaRPr lang="en-SG" sz="2000" b="1" dirty="0">
              <a:solidFill>
                <a:srgbClr val="800000"/>
              </a:solidFill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DA87B195-8B7B-8816-DD2B-5F898689E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48" y="31908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condition</a:t>
            </a:r>
            <a:endParaRPr lang="en-SG" sz="2000" dirty="0">
              <a:solidFill>
                <a:srgbClr val="0000FF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953043D9-A50B-B125-22D8-ADA43D0B1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350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6600"/>
                </a:solidFill>
              </a:rPr>
              <a:t>update</a:t>
            </a:r>
            <a:endParaRPr lang="en-SG" sz="2000" dirty="0">
              <a:solidFill>
                <a:srgbClr val="0066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4CCFF5-FBAF-271D-71E2-350DEE040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172" y="3165445"/>
            <a:ext cx="12642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/>
              <a:t>body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8941863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5" grpId="0"/>
      <p:bldP spid="9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327151" y="1519238"/>
            <a:ext cx="6237432" cy="1569660"/>
          </a:xfrm>
          <a:prstGeom prst="rect">
            <a:avLst/>
          </a:prstGeom>
          <a:solidFill>
            <a:srgbClr val="E5E6FF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/>
              <a:t>for ( </a:t>
            </a:r>
            <a:r>
              <a:rPr lang="en-US" sz="2400" dirty="0">
                <a:solidFill>
                  <a:srgbClr val="CC00FF"/>
                </a:solidFill>
              </a:rPr>
              <a:t>initialize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00FF"/>
                </a:solidFill>
              </a:rPr>
              <a:t>condition</a:t>
            </a:r>
            <a:r>
              <a:rPr lang="en-US" sz="2400" dirty="0"/>
              <a:t>; </a:t>
            </a:r>
            <a:r>
              <a:rPr lang="en-US" sz="2400" dirty="0">
                <a:solidFill>
                  <a:srgbClr val="006600"/>
                </a:solidFill>
              </a:rPr>
              <a:t>update</a:t>
            </a:r>
            <a:r>
              <a:rPr lang="en-US" sz="2400" dirty="0"/>
              <a:t> )</a:t>
            </a:r>
          </a:p>
          <a:p>
            <a:pPr>
              <a:defRPr/>
            </a:pPr>
            <a:r>
              <a:rPr lang="en-US" sz="2400" dirty="0"/>
              <a:t>{</a:t>
            </a:r>
          </a:p>
          <a:p>
            <a:pPr>
              <a:defRPr/>
            </a:pPr>
            <a:r>
              <a:rPr lang="en-US" sz="2400" dirty="0"/>
              <a:t>    // loop body</a:t>
            </a:r>
          </a:p>
          <a:p>
            <a:pPr>
              <a:defRPr/>
            </a:pPr>
            <a:r>
              <a:rPr lang="en-US" sz="2400" dirty="0"/>
              <a:t>}</a:t>
            </a:r>
            <a:endParaRPr lang="en-SG" sz="2400" dirty="0"/>
          </a:p>
        </p:txBody>
      </p:sp>
      <p:grpSp>
        <p:nvGrpSpPr>
          <p:cNvPr id="20" name="Group 17"/>
          <p:cNvGrpSpPr>
            <a:grpSpLocks/>
          </p:cNvGrpSpPr>
          <p:nvPr/>
        </p:nvGrpSpPr>
        <p:grpSpPr bwMode="auto">
          <a:xfrm>
            <a:off x="1370548" y="1915185"/>
            <a:ext cx="1872602" cy="2377339"/>
            <a:chOff x="1520172" y="1729682"/>
            <a:chExt cx="1871995" cy="2377645"/>
          </a:xfrm>
        </p:grpSpPr>
        <p:cxnSp>
          <p:nvCxnSpPr>
            <p:cNvPr id="21" name="Straight Arrow Connector 8"/>
            <p:cNvCxnSpPr>
              <a:cxnSpLocks noChangeShapeType="1"/>
              <a:stCxn id="22" idx="0"/>
            </p:cNvCxnSpPr>
            <p:nvPr/>
          </p:nvCxnSpPr>
          <p:spPr bwMode="auto">
            <a:xfrm flipV="1">
              <a:off x="2456170" y="1729682"/>
              <a:ext cx="436211" cy="1361851"/>
            </a:xfrm>
            <a:prstGeom prst="straightConnector1">
              <a:avLst/>
            </a:prstGeom>
            <a:noFill/>
            <a:ln w="28575" cap="sq" algn="ctr">
              <a:solidFill>
                <a:srgbClr val="9933FF"/>
              </a:solidFill>
              <a:round/>
              <a:headEnd/>
              <a:tailEnd type="triangle" w="lg" len="med"/>
            </a:ln>
          </p:spPr>
        </p:cxnSp>
        <p:sp>
          <p:nvSpPr>
            <p:cNvPr id="22" name="TextBox 9"/>
            <p:cNvSpPr txBox="1">
              <a:spLocks noChangeArrowheads="1"/>
            </p:cNvSpPr>
            <p:nvPr/>
          </p:nvSpPr>
          <p:spPr bwMode="auto">
            <a:xfrm>
              <a:off x="1520172" y="3091533"/>
              <a:ext cx="1871995" cy="10157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CC00FF"/>
                  </a:solidFill>
                </a:rPr>
                <a:t>initialize: </a:t>
              </a:r>
              <a:r>
                <a:rPr lang="en-US" sz="2000" dirty="0"/>
                <a:t>initialize the </a:t>
              </a:r>
              <a:r>
                <a:rPr lang="en-US" sz="2000" b="1" dirty="0">
                  <a:solidFill>
                    <a:srgbClr val="800000"/>
                  </a:solidFill>
                </a:rPr>
                <a:t>loop variable</a:t>
              </a:r>
              <a:endParaRPr lang="en-SG" sz="2000" b="1" dirty="0">
                <a:solidFill>
                  <a:srgbClr val="800000"/>
                </a:solidFill>
              </a:endParaRPr>
            </a:p>
          </p:txBody>
        </p:sp>
      </p:grpSp>
      <p:grpSp>
        <p:nvGrpSpPr>
          <p:cNvPr id="25" name="Group 18"/>
          <p:cNvGrpSpPr>
            <a:grpSpLocks/>
          </p:cNvGrpSpPr>
          <p:nvPr/>
        </p:nvGrpSpPr>
        <p:grpSpPr bwMode="auto">
          <a:xfrm>
            <a:off x="3352800" y="1956046"/>
            <a:ext cx="2812899" cy="2336480"/>
            <a:chOff x="3225650" y="1956512"/>
            <a:chExt cx="2812741" cy="2336364"/>
          </a:xfrm>
        </p:grpSpPr>
        <p:cxnSp>
          <p:nvCxnSpPr>
            <p:cNvPr id="26" name="Straight Arrow Connector 10"/>
            <p:cNvCxnSpPr>
              <a:cxnSpLocks noChangeShapeType="1"/>
              <a:stCxn id="27" idx="0"/>
            </p:cNvCxnSpPr>
            <p:nvPr/>
          </p:nvCxnSpPr>
          <p:spPr bwMode="auto">
            <a:xfrm flipH="1" flipV="1">
              <a:off x="3731389" y="1956512"/>
              <a:ext cx="900632" cy="1320751"/>
            </a:xfrm>
            <a:prstGeom prst="straightConnector1">
              <a:avLst/>
            </a:prstGeom>
            <a:noFill/>
            <a:ln w="28575" cap="sq" algn="ctr">
              <a:solidFill>
                <a:srgbClr val="0000FF"/>
              </a:solidFill>
              <a:round/>
              <a:headEnd/>
              <a:tailEnd type="triangle" w="lg" len="med"/>
            </a:ln>
          </p:spPr>
        </p:cxnSp>
        <p:sp>
          <p:nvSpPr>
            <p:cNvPr id="27" name="TextBox 12"/>
            <p:cNvSpPr txBox="1">
              <a:spLocks noChangeArrowheads="1"/>
            </p:cNvSpPr>
            <p:nvPr/>
          </p:nvSpPr>
          <p:spPr bwMode="auto">
            <a:xfrm>
              <a:off x="3225650" y="3277263"/>
              <a:ext cx="2812741" cy="10156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</a:rPr>
                <a:t>condition: </a:t>
              </a:r>
              <a:r>
                <a:rPr lang="en-US" sz="2000" dirty="0"/>
                <a:t>repeat loop while the condition on </a:t>
              </a:r>
              <a:r>
                <a:rPr lang="en-US" sz="2000" b="1" dirty="0">
                  <a:solidFill>
                    <a:srgbClr val="800000"/>
                  </a:solidFill>
                </a:rPr>
                <a:t>loop variable</a:t>
              </a:r>
              <a:r>
                <a:rPr lang="en-US" sz="2000" dirty="0">
                  <a:solidFill>
                    <a:srgbClr val="0000FF"/>
                  </a:solidFill>
                </a:rPr>
                <a:t> </a:t>
              </a:r>
              <a:r>
                <a:rPr lang="en-US" sz="2000" dirty="0"/>
                <a:t>is </a:t>
              </a:r>
              <a:r>
                <a:rPr lang="en-US" sz="2000" dirty="0">
                  <a:solidFill>
                    <a:srgbClr val="0000FF"/>
                  </a:solidFill>
                </a:rPr>
                <a:t>true</a:t>
              </a:r>
              <a:endParaRPr lang="en-SG" sz="20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8" name="Group 19"/>
          <p:cNvGrpSpPr>
            <a:grpSpLocks/>
          </p:cNvGrpSpPr>
          <p:nvPr/>
        </p:nvGrpSpPr>
        <p:grpSpPr bwMode="auto">
          <a:xfrm>
            <a:off x="5164854" y="1956046"/>
            <a:ext cx="3104162" cy="2336481"/>
            <a:chOff x="5010179" y="1955783"/>
            <a:chExt cx="3103979" cy="2336731"/>
          </a:xfrm>
        </p:grpSpPr>
        <p:cxnSp>
          <p:nvCxnSpPr>
            <p:cNvPr id="29" name="Straight Arrow Connector 13"/>
            <p:cNvCxnSpPr>
              <a:cxnSpLocks noChangeShapeType="1"/>
              <a:stCxn id="30" idx="0"/>
            </p:cNvCxnSpPr>
            <p:nvPr/>
          </p:nvCxnSpPr>
          <p:spPr bwMode="auto">
            <a:xfrm flipH="1" flipV="1">
              <a:off x="5010179" y="1955783"/>
              <a:ext cx="2107205" cy="1320959"/>
            </a:xfrm>
            <a:prstGeom prst="straightConnector1">
              <a:avLst/>
            </a:prstGeom>
            <a:noFill/>
            <a:ln w="28575" cap="sq" algn="ctr">
              <a:solidFill>
                <a:srgbClr val="006600"/>
              </a:solidFill>
              <a:round/>
              <a:headEnd/>
              <a:tailEnd type="triangle" w="lg" len="med"/>
            </a:ln>
          </p:spPr>
        </p:cxnSp>
        <p:sp>
          <p:nvSpPr>
            <p:cNvPr id="30" name="TextBox 15"/>
            <p:cNvSpPr txBox="1">
              <a:spLocks noChangeArrowheads="1"/>
            </p:cNvSpPr>
            <p:nvPr/>
          </p:nvSpPr>
          <p:spPr bwMode="auto">
            <a:xfrm>
              <a:off x="6120609" y="3276742"/>
              <a:ext cx="1993549" cy="10157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006600"/>
                  </a:solidFill>
                </a:rPr>
                <a:t>update: </a:t>
              </a:r>
              <a:r>
                <a:rPr lang="en-US" sz="2000" dirty="0"/>
                <a:t>change value of</a:t>
              </a:r>
              <a:r>
                <a:rPr lang="en-US" sz="2000" dirty="0">
                  <a:solidFill>
                    <a:srgbClr val="006600"/>
                  </a:solidFill>
                </a:rPr>
                <a:t> </a:t>
              </a:r>
              <a:r>
                <a:rPr lang="en-US" sz="2000" b="1" dirty="0">
                  <a:solidFill>
                    <a:srgbClr val="800000"/>
                  </a:solidFill>
                </a:rPr>
                <a:t>loop variable</a:t>
              </a:r>
              <a:endParaRPr lang="en-SG" sz="2000" b="1" dirty="0">
                <a:solidFill>
                  <a:srgbClr val="800000"/>
                </a:solidFill>
              </a:endParaRPr>
            </a:p>
          </p:txBody>
        </p:sp>
      </p:grpSp>
      <p:pic>
        <p:nvPicPr>
          <p:cNvPr id="1026" name="Picture 2" descr="for">
            <a:extLst>
              <a:ext uri="{FF2B5EF4-FFF2-40B4-BE49-F238E27FC236}">
                <a16:creationId xmlns:a16="http://schemas.microsoft.com/office/drawing/2014/main" id="{260029BB-3AC2-413A-B9C2-5983AA6DD1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8" b="20881"/>
          <a:stretch/>
        </p:blipFill>
        <p:spPr bwMode="auto">
          <a:xfrm>
            <a:off x="680529" y="4548254"/>
            <a:ext cx="8157442" cy="181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7752BD-2DCC-A2B4-DD98-51007A2C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111493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857017" y="4168676"/>
            <a:ext cx="6205310" cy="23083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product *=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CC9A1D-6448-41B2-BD14-CACDC771AC2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35949" y="3094893"/>
            <a:ext cx="1959427" cy="2009670"/>
          </a:xfrm>
          <a:prstGeom prst="straightConnector1">
            <a:avLst/>
          </a:prstGeom>
          <a:noFill/>
          <a:ln w="28575" cap="sq" algn="ctr">
            <a:solidFill>
              <a:srgbClr val="9933FF"/>
            </a:solidFill>
            <a:round/>
            <a:headEnd/>
            <a:tailEnd type="triangle" w="lg" len="med"/>
          </a:ln>
        </p:spPr>
      </p:cxnSp>
      <p:cxnSp>
        <p:nvCxnSpPr>
          <p:cNvPr id="22" name="Straight Arrow Connector 10">
            <a:extLst>
              <a:ext uri="{FF2B5EF4-FFF2-40B4-BE49-F238E27FC236}">
                <a16:creationId xmlns:a16="http://schemas.microsoft.com/office/drawing/2014/main" id="{6298AF59-F7D9-4F05-84BF-96ED0AC950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25037" y="3094893"/>
            <a:ext cx="1599363" cy="1939331"/>
          </a:xfrm>
          <a:prstGeom prst="straightConnector1">
            <a:avLst/>
          </a:prstGeom>
          <a:noFill/>
          <a:ln w="28575" cap="sq" algn="ctr">
            <a:solidFill>
              <a:srgbClr val="0000FF"/>
            </a:solidFill>
            <a:round/>
            <a:headEnd/>
            <a:tailEnd type="triangle" w="lg" len="med"/>
          </a:ln>
        </p:spPr>
      </p:cxnSp>
      <p:cxnSp>
        <p:nvCxnSpPr>
          <p:cNvPr id="30" name="Straight Arrow Connector 13">
            <a:extLst>
              <a:ext uri="{FF2B5EF4-FFF2-40B4-BE49-F238E27FC236}">
                <a16:creationId xmlns:a16="http://schemas.microsoft.com/office/drawing/2014/main" id="{FA77C354-F87B-40D8-BAA7-811F60DDD4B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28044" y="3094893"/>
            <a:ext cx="251209" cy="1939331"/>
          </a:xfrm>
          <a:prstGeom prst="straightConnector1">
            <a:avLst/>
          </a:prstGeom>
          <a:noFill/>
          <a:ln w="28575" cap="sq" algn="ctr">
            <a:solidFill>
              <a:srgbClr val="006600"/>
            </a:solidFill>
            <a:round/>
            <a:headEnd/>
            <a:tailEnd type="triangle" w="lg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DA4B870-5E05-4566-A46F-B6A051179C55}"/>
              </a:ext>
            </a:extLst>
          </p:cNvPr>
          <p:cNvSpPr txBox="1"/>
          <p:nvPr/>
        </p:nvSpPr>
        <p:spPr>
          <a:xfrm>
            <a:off x="5953649" y="5923341"/>
            <a:ext cx="1818752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Any issues with this function?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363C8-B264-4386-9E1D-EAA63F4BF1CC}"/>
              </a:ext>
            </a:extLst>
          </p:cNvPr>
          <p:cNvSpPr txBox="1"/>
          <p:nvPr/>
        </p:nvSpPr>
        <p:spPr>
          <a:xfrm>
            <a:off x="6293346" y="3820697"/>
            <a:ext cx="2521036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have an explicit start / end / update.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FFD556-B616-FE67-A229-62AD5D27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1565364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for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846971" y="3776791"/>
            <a:ext cx="6205310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n;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792C98-29B0-63BF-057E-3B2FBE66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C6888-6184-7223-2148-0E46FD439446}"/>
              </a:ext>
            </a:extLst>
          </p:cNvPr>
          <p:cNvSpPr txBox="1"/>
          <p:nvPr/>
        </p:nvSpPr>
        <p:spPr>
          <a:xfrm>
            <a:off x="6293346" y="3820697"/>
            <a:ext cx="161240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Corner cases are tricky.</a:t>
            </a:r>
          </a:p>
        </p:txBody>
      </p:sp>
    </p:spTree>
    <p:extLst>
      <p:ext uri="{BB962C8B-B14F-4D97-AF65-F5344CB8AC3E}">
        <p14:creationId xmlns:p14="http://schemas.microsoft.com/office/powerpoint/2010/main" val="56779801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Exercise: List integers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471487" y="1349116"/>
            <a:ext cx="8382000" cy="5127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Problem: List all the integers within a particular range [lower, upper]</a:t>
            </a:r>
          </a:p>
          <a:p>
            <a:pPr marL="349250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349250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Components of the repetition control structure</a:t>
            </a:r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olidFill>
                  <a:srgbClr val="7030A0"/>
                </a:solidFill>
              </a:rPr>
              <a:t>Initialize</a:t>
            </a:r>
            <a:r>
              <a:rPr lang="en-GB" dirty="0"/>
              <a:t>: set </a:t>
            </a:r>
            <a:r>
              <a:rPr lang="en-GB" b="1" dirty="0" err="1"/>
              <a:t>num</a:t>
            </a:r>
            <a:r>
              <a:rPr lang="en-GB" dirty="0"/>
              <a:t> to </a:t>
            </a:r>
            <a:r>
              <a:rPr lang="en-GB" b="1" dirty="0"/>
              <a:t>upper</a:t>
            </a:r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olidFill>
                  <a:srgbClr val="0000FF"/>
                </a:solidFill>
              </a:rPr>
              <a:t>Condition</a:t>
            </a:r>
            <a:r>
              <a:rPr lang="en-GB" dirty="0"/>
              <a:t>: as long as </a:t>
            </a:r>
            <a:r>
              <a:rPr lang="en-GB" b="1" dirty="0" err="1"/>
              <a:t>num</a:t>
            </a:r>
            <a:r>
              <a:rPr lang="en-GB" dirty="0"/>
              <a:t> is larger or equal to </a:t>
            </a:r>
            <a:r>
              <a:rPr lang="en-GB" b="1" dirty="0"/>
              <a:t>lower</a:t>
            </a:r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Loop body: output </a:t>
            </a:r>
            <a:r>
              <a:rPr lang="en-GB" b="1" dirty="0" err="1"/>
              <a:t>num</a:t>
            </a:r>
            <a:endParaRPr lang="en-GB" b="1" dirty="0"/>
          </a:p>
          <a:p>
            <a:pPr marL="623570" lvl="1" indent="-34925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>
                <a:solidFill>
                  <a:srgbClr val="006600"/>
                </a:solidFill>
              </a:rPr>
              <a:t>Update</a:t>
            </a:r>
            <a:r>
              <a:rPr lang="en-GB" dirty="0"/>
              <a:t>: set </a:t>
            </a:r>
            <a:r>
              <a:rPr lang="en-GB" b="1" dirty="0" err="1"/>
              <a:t>num</a:t>
            </a:r>
            <a:r>
              <a:rPr lang="en-GB" dirty="0"/>
              <a:t> to </a:t>
            </a:r>
            <a:r>
              <a:rPr lang="en-GB" b="1" dirty="0" err="1"/>
              <a:t>num</a:t>
            </a:r>
            <a:r>
              <a:rPr lang="en-GB" dirty="0"/>
              <a:t> - 1</a:t>
            </a: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sz="20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696523-05F0-95F2-EA38-3F4E82E8F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BFDDE-6A81-BB50-EA52-ED485EE7483C}"/>
              </a:ext>
            </a:extLst>
          </p:cNvPr>
          <p:cNvSpPr txBox="1"/>
          <p:nvPr/>
        </p:nvSpPr>
        <p:spPr>
          <a:xfrm>
            <a:off x="821606" y="4693276"/>
            <a:ext cx="7978509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list_integers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lower,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upper) {</a:t>
            </a:r>
            <a:endParaRPr lang="en-US" sz="20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45720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num = upper; num &gt;= upper; num -= 1) {</a:t>
            </a:r>
          </a:p>
          <a:p>
            <a:pPr>
              <a:tabLst>
                <a:tab pos="457200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cs1010_println_long(num);</a:t>
            </a:r>
          </a:p>
          <a:p>
            <a:pPr>
              <a:tabLst>
                <a:tab pos="457200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42F17-88D4-7430-A731-984F97AC99DB}"/>
              </a:ext>
            </a:extLst>
          </p:cNvPr>
          <p:cNvSpPr/>
          <p:nvPr/>
        </p:nvSpPr>
        <p:spPr>
          <a:xfrm>
            <a:off x="1071146" y="5057622"/>
            <a:ext cx="7601367" cy="902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53EA9-91B1-357E-C114-C2E2FACF626E}"/>
              </a:ext>
            </a:extLst>
          </p:cNvPr>
          <p:cNvSpPr/>
          <p:nvPr/>
        </p:nvSpPr>
        <p:spPr>
          <a:xfrm>
            <a:off x="2235635" y="3114675"/>
            <a:ext cx="2060140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8F22C-E72A-78A2-AB24-6F1C9C71417A}"/>
              </a:ext>
            </a:extLst>
          </p:cNvPr>
          <p:cNvSpPr/>
          <p:nvPr/>
        </p:nvSpPr>
        <p:spPr>
          <a:xfrm>
            <a:off x="2398930" y="3479021"/>
            <a:ext cx="4878170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7AF9C9-7BAD-1FAE-384A-D519DC0ADD52}"/>
              </a:ext>
            </a:extLst>
          </p:cNvPr>
          <p:cNvSpPr/>
          <p:nvPr/>
        </p:nvSpPr>
        <p:spPr>
          <a:xfrm>
            <a:off x="2511860" y="3843367"/>
            <a:ext cx="2060140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2AEABE-4764-A98A-5E44-6DF5CBC8DBB3}"/>
              </a:ext>
            </a:extLst>
          </p:cNvPr>
          <p:cNvSpPr/>
          <p:nvPr/>
        </p:nvSpPr>
        <p:spPr>
          <a:xfrm>
            <a:off x="2130859" y="4220802"/>
            <a:ext cx="2241115" cy="314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2540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74007" y="1252728"/>
            <a:ext cx="379948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7030A0"/>
                </a:solidFill>
              </a:rPr>
              <a:t>initialize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while</a:t>
            </a:r>
            <a:r>
              <a:rPr lang="en-US" sz="2400" dirty="0"/>
              <a:t> ( </a:t>
            </a:r>
            <a:r>
              <a:rPr lang="en-US" sz="2400" dirty="0">
                <a:solidFill>
                  <a:srgbClr val="0000FF"/>
                </a:solidFill>
              </a:rPr>
              <a:t>condition</a:t>
            </a:r>
            <a:r>
              <a:rPr lang="en-US" sz="2400" dirty="0"/>
              <a:t> )</a:t>
            </a:r>
          </a:p>
          <a:p>
            <a:pPr>
              <a:defRPr/>
            </a:pPr>
            <a:r>
              <a:rPr lang="en-US" sz="24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/>
              <a:t>    	</a:t>
            </a:r>
            <a:r>
              <a:rPr lang="en-US" sz="2400" dirty="0">
                <a:solidFill>
                  <a:schemeClr val="tx1"/>
                </a:solidFill>
              </a:rPr>
              <a:t>// loop body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>
                <a:solidFill>
                  <a:schemeClr val="tx1"/>
                </a:solidFill>
              </a:rPr>
              <a:t>      // </a:t>
            </a:r>
            <a:r>
              <a:rPr lang="en-US" sz="2400" dirty="0">
                <a:solidFill>
                  <a:srgbClr val="006600"/>
                </a:solidFill>
              </a:rPr>
              <a:t>update</a:t>
            </a:r>
          </a:p>
          <a:p>
            <a:pPr>
              <a:defRPr/>
            </a:pPr>
            <a:r>
              <a:rPr lang="en-US" sz="2400" dirty="0"/>
              <a:t>}</a:t>
            </a:r>
            <a:endParaRPr lang="en-SG" sz="2400" dirty="0"/>
          </a:p>
        </p:txBody>
      </p:sp>
      <p:pic>
        <p:nvPicPr>
          <p:cNvPr id="2050" name="Picture 2" descr="for">
            <a:extLst>
              <a:ext uri="{FF2B5EF4-FFF2-40B4-BE49-F238E27FC236}">
                <a16:creationId xmlns:a16="http://schemas.microsoft.com/office/drawing/2014/main" id="{05AE613C-318D-4BEE-A9E2-BA80E156F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16" b="20976"/>
          <a:stretch/>
        </p:blipFill>
        <p:spPr bwMode="auto">
          <a:xfrm>
            <a:off x="0" y="3906079"/>
            <a:ext cx="9144000" cy="203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35EED7-376A-F0F6-4EDC-E067B0B2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378103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product *=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429B4-BD20-4EAF-8B36-51498E5AACDA}"/>
              </a:ext>
            </a:extLst>
          </p:cNvPr>
          <p:cNvSpPr txBox="1"/>
          <p:nvPr/>
        </p:nvSpPr>
        <p:spPr>
          <a:xfrm>
            <a:off x="3460594" y="3883671"/>
            <a:ext cx="5381955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B16C2D-8335-C5FD-D6E3-47E516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217225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>
                <a:solidFill>
                  <a:srgbClr val="0000FF"/>
                </a:solidFill>
              </a:rPr>
              <a:t>The </a:t>
            </a:r>
            <a:r>
              <a:rPr lang="en-GB" sz="3600" i="1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>
                <a:solidFill>
                  <a:srgbClr val="0000FF"/>
                </a:solidFill>
              </a:rPr>
              <a:t> Loop 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Unit11 - </a:t>
            </a:r>
            <a:fld id="{F7EC234A-9094-4BB8-9EA4-75ECDA8A365B}" type="slidenum">
              <a:rPr sz="1200" smtClean="0"/>
              <a:pPr>
                <a:defRPr/>
              </a:pPr>
              <a:t>12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6" name="Picture 5" descr="A picture containing letter&#10;&#10;Description automatically generated">
            <a:extLst>
              <a:ext uri="{FF2B5EF4-FFF2-40B4-BE49-F238E27FC236}">
                <a16:creationId xmlns:a16="http://schemas.microsoft.com/office/drawing/2014/main" id="{39011840-BE31-4880-9492-02AACF59B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496" y="1441704"/>
            <a:ext cx="4357007" cy="487984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5EB762E-5415-EA5E-DC97-93CA91A7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9309535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 (Simplified)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13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A95DDB-3BBC-4F7D-BE33-CBF7B31BECFF}"/>
              </a:ext>
            </a:extLst>
          </p:cNvPr>
          <p:cNvGrpSpPr/>
          <p:nvPr/>
        </p:nvGrpSpPr>
        <p:grpSpPr>
          <a:xfrm>
            <a:off x="5528441" y="1219200"/>
            <a:ext cx="2780888" cy="2891177"/>
            <a:chOff x="7111365" y="4080892"/>
            <a:chExt cx="1604065" cy="1622960"/>
          </a:xfrm>
        </p:grpSpPr>
        <p:sp>
          <p:nvSpPr>
            <p:cNvPr id="9" name="Flowchart: Decision 8">
              <a:extLst>
                <a:ext uri="{FF2B5EF4-FFF2-40B4-BE49-F238E27FC236}">
                  <a16:creationId xmlns:a16="http://schemas.microsoft.com/office/drawing/2014/main" id="{0F0F7443-4DFE-415D-AD17-224F6273D040}"/>
                </a:ext>
              </a:extLst>
            </p:cNvPr>
            <p:cNvSpPr/>
            <p:nvPr/>
          </p:nvSpPr>
          <p:spPr bwMode="auto">
            <a:xfrm>
              <a:off x="7111365" y="4595759"/>
              <a:ext cx="1128713" cy="359843"/>
            </a:xfrm>
            <a:prstGeom prst="flowChartDecision">
              <a:avLst/>
            </a:prstGeom>
            <a:solidFill>
              <a:srgbClr val="CCCC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10" name="Straight Arrow Connector 13">
              <a:extLst>
                <a:ext uri="{FF2B5EF4-FFF2-40B4-BE49-F238E27FC236}">
                  <a16:creationId xmlns:a16="http://schemas.microsoft.com/office/drawing/2014/main" id="{A67C22B8-A71F-429C-BF0F-E611871C2339}"/>
                </a:ext>
              </a:extLst>
            </p:cNvPr>
            <p:cNvCxnSpPr>
              <a:cxnSpLocks noChangeShapeType="1"/>
              <a:endCxn id="9" idx="0"/>
            </p:cNvCxnSpPr>
            <p:nvPr/>
          </p:nvCxnSpPr>
          <p:spPr bwMode="auto">
            <a:xfrm>
              <a:off x="7675600" y="4080892"/>
              <a:ext cx="122" cy="514867"/>
            </a:xfrm>
            <a:prstGeom prst="straightConnector1">
              <a:avLst/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1" name="TextBox 16">
              <a:extLst>
                <a:ext uri="{FF2B5EF4-FFF2-40B4-BE49-F238E27FC236}">
                  <a16:creationId xmlns:a16="http://schemas.microsoft.com/office/drawing/2014/main" id="{773175F5-4C96-49AA-A94B-810AFD3DA5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6157" y="4657709"/>
              <a:ext cx="712322" cy="207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b="1" i="1" dirty="0"/>
                <a:t>condition</a:t>
              </a:r>
              <a:endParaRPr lang="en-SG" b="1" i="1" dirty="0"/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C38C91FA-2FD7-40E4-8FEF-DC652DE39BDD}"/>
                </a:ext>
              </a:extLst>
            </p:cNvPr>
            <p:cNvSpPr/>
            <p:nvPr/>
          </p:nvSpPr>
          <p:spPr bwMode="auto">
            <a:xfrm>
              <a:off x="7178267" y="5429251"/>
              <a:ext cx="994909" cy="224601"/>
            </a:xfrm>
            <a:prstGeom prst="flowChartProcess">
              <a:avLst/>
            </a:prstGeom>
            <a:solidFill>
              <a:srgbClr val="CCCCFF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SG" sz="2000" b="1" dirty="0"/>
                <a:t>loop body</a:t>
              </a:r>
            </a:p>
          </p:txBody>
        </p:sp>
        <p:sp>
          <p:nvSpPr>
            <p:cNvPr id="14" name="TextBox 24">
              <a:extLst>
                <a:ext uri="{FF2B5EF4-FFF2-40B4-BE49-F238E27FC236}">
                  <a16:creationId xmlns:a16="http://schemas.microsoft.com/office/drawing/2014/main" id="{D3FFFB67-7299-4469-9FBF-DBE5B8960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7282" y="5043784"/>
              <a:ext cx="560000" cy="224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i="1" dirty="0">
                  <a:solidFill>
                    <a:srgbClr val="006600"/>
                  </a:solidFill>
                </a:rPr>
                <a:t>true</a:t>
              </a:r>
              <a:endParaRPr lang="en-SG" sz="1200" b="1" i="1" dirty="0">
                <a:solidFill>
                  <a:srgbClr val="006600"/>
                </a:solidFill>
              </a:endParaRPr>
            </a:p>
          </p:txBody>
        </p:sp>
        <p:sp>
          <p:nvSpPr>
            <p:cNvPr id="15" name="TextBox 25">
              <a:extLst>
                <a:ext uri="{FF2B5EF4-FFF2-40B4-BE49-F238E27FC236}">
                  <a16:creationId xmlns:a16="http://schemas.microsoft.com/office/drawing/2014/main" id="{5E9C53D0-6BF9-4AC9-8E89-AA6B7DB8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3669" y="4543714"/>
              <a:ext cx="501761" cy="224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i="1" dirty="0">
                  <a:solidFill>
                    <a:srgbClr val="006600"/>
                  </a:solidFill>
                </a:rPr>
                <a:t>false</a:t>
              </a:r>
              <a:endParaRPr lang="en-SG" sz="1200" b="1" i="1" dirty="0">
                <a:solidFill>
                  <a:srgbClr val="006600"/>
                </a:solidFill>
              </a:endParaRPr>
            </a:p>
          </p:txBody>
        </p:sp>
        <p:cxnSp>
          <p:nvCxnSpPr>
            <p:cNvPr id="16" name="Straight Arrow Connector 27">
              <a:extLst>
                <a:ext uri="{FF2B5EF4-FFF2-40B4-BE49-F238E27FC236}">
                  <a16:creationId xmlns:a16="http://schemas.microsoft.com/office/drawing/2014/main" id="{244202A2-F6E5-4EB1-8FE5-5C63F127FBD4}"/>
                </a:ext>
              </a:extLst>
            </p:cNvPr>
            <p:cNvCxnSpPr>
              <a:cxnSpLocks noChangeShapeType="1"/>
              <a:stCxn id="9" idx="2"/>
              <a:endCxn id="13" idx="0"/>
            </p:cNvCxnSpPr>
            <p:nvPr/>
          </p:nvCxnSpPr>
          <p:spPr bwMode="auto">
            <a:xfrm>
              <a:off x="7675722" y="4955602"/>
              <a:ext cx="0" cy="473649"/>
            </a:xfrm>
            <a:prstGeom prst="straightConnector1">
              <a:avLst/>
            </a:prstGeom>
            <a:noFill/>
            <a:ln w="28575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7" name="Elbow Connector 17">
              <a:extLst>
                <a:ext uri="{FF2B5EF4-FFF2-40B4-BE49-F238E27FC236}">
                  <a16:creationId xmlns:a16="http://schemas.microsoft.com/office/drawing/2014/main" id="{BDAF2274-9C3B-4346-A725-B8ADDE65C577}"/>
                </a:ext>
              </a:extLst>
            </p:cNvPr>
            <p:cNvCxnSpPr>
              <a:cxnSpLocks/>
              <a:stCxn id="13" idx="1"/>
              <a:endCxn id="9" idx="1"/>
            </p:cNvCxnSpPr>
            <p:nvPr/>
          </p:nvCxnSpPr>
          <p:spPr bwMode="auto">
            <a:xfrm rot="10800000">
              <a:off x="7111366" y="4775681"/>
              <a:ext cx="66902" cy="765871"/>
            </a:xfrm>
            <a:prstGeom prst="bentConnector3">
              <a:avLst>
                <a:gd name="adj1" fmla="val 297094"/>
              </a:avLst>
            </a:prstGeom>
            <a:solidFill>
              <a:schemeClr val="accent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18" name="Elbow Connector 18">
              <a:extLst>
                <a:ext uri="{FF2B5EF4-FFF2-40B4-BE49-F238E27FC236}">
                  <a16:creationId xmlns:a16="http://schemas.microsoft.com/office/drawing/2014/main" id="{6912DF40-1EFB-4781-BC3C-831198FCD003}"/>
                </a:ext>
              </a:extLst>
            </p:cNvPr>
            <p:cNvCxnSpPr>
              <a:cxnSpLocks/>
              <a:stCxn id="9" idx="3"/>
            </p:cNvCxnSpPr>
            <p:nvPr/>
          </p:nvCxnSpPr>
          <p:spPr bwMode="auto">
            <a:xfrm>
              <a:off x="8240078" y="4775681"/>
              <a:ext cx="420439" cy="928171"/>
            </a:xfrm>
            <a:prstGeom prst="bentConnector2">
              <a:avLst/>
            </a:prstGeom>
            <a:solidFill>
              <a:schemeClr val="accent1"/>
            </a:solidFill>
            <a:ln w="285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EDBB76C-AEFD-4199-9BA3-F48B3D729ADF}"/>
              </a:ext>
            </a:extLst>
          </p:cNvPr>
          <p:cNvSpPr txBox="1"/>
          <p:nvPr/>
        </p:nvSpPr>
        <p:spPr>
          <a:xfrm>
            <a:off x="674007" y="1252728"/>
            <a:ext cx="3799486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while</a:t>
            </a:r>
            <a:r>
              <a:rPr lang="en-US" sz="2400" dirty="0"/>
              <a:t> ( </a:t>
            </a:r>
            <a:r>
              <a:rPr lang="en-US" sz="2400" dirty="0">
                <a:solidFill>
                  <a:srgbClr val="0000FF"/>
                </a:solidFill>
              </a:rPr>
              <a:t>condition</a:t>
            </a:r>
            <a:r>
              <a:rPr lang="en-US" sz="2400" dirty="0"/>
              <a:t> )</a:t>
            </a:r>
          </a:p>
          <a:p>
            <a:pPr>
              <a:defRPr/>
            </a:pPr>
            <a:r>
              <a:rPr lang="en-US" sz="24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/>
              <a:t>    	</a:t>
            </a:r>
            <a:r>
              <a:rPr lang="en-US" sz="2400" dirty="0">
                <a:solidFill>
                  <a:schemeClr val="tx1"/>
                </a:solidFill>
              </a:rPr>
              <a:t>// loop body</a:t>
            </a:r>
          </a:p>
          <a:p>
            <a:pPr>
              <a:defRPr/>
            </a:pPr>
            <a:r>
              <a:rPr lang="en-US" sz="2400" dirty="0"/>
              <a:t>}</a:t>
            </a:r>
            <a:endParaRPr lang="en-SG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077400-1D22-4B84-AD24-0D61D7942A66}"/>
              </a:ext>
            </a:extLst>
          </p:cNvPr>
          <p:cNvSpPr txBox="1"/>
          <p:nvPr/>
        </p:nvSpPr>
        <p:spPr>
          <a:xfrm>
            <a:off x="5528441" y="4715470"/>
            <a:ext cx="236220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Good for repetitions that do not have an explicit start / update.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EABAF3-32B7-9F9A-380E-0372DF26C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8093408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406C909-98D4-47F1-9BFD-5E37D45DA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182465"/>
              </p:ext>
            </p:extLst>
          </p:nvPr>
        </p:nvGraphicFramePr>
        <p:xfrm>
          <a:off x="643025" y="4823156"/>
          <a:ext cx="54208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037101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n &gt;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28943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the first iteration…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the second iteration…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724144"/>
                  </a:ext>
                </a:extLst>
              </a:tr>
            </a:tbl>
          </a:graphicData>
        </a:graphic>
      </p:graphicFrame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>
              <a:tabLst>
                <a:tab pos="4291013" algn="l"/>
              </a:tabLst>
            </a:pPr>
            <a:r>
              <a:rPr lang="en-GB" sz="3600" dirty="0">
                <a:solidFill>
                  <a:srgbClr val="0000FF"/>
                </a:solidFill>
              </a:rPr>
              <a:t>Exercise: Tracing a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while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3025" y="1275194"/>
            <a:ext cx="5159899" cy="286232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print_digits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 {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digit;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(n &gt;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digit = n %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CS1010_println_long(digit);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		n /= </a:t>
            </a:r>
            <a:r>
              <a:rPr lang="pt-BR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  <a:tabLst>
                <a:tab pos="360363" algn="l"/>
                <a:tab pos="719138" algn="l"/>
                <a:tab pos="1079500" algn="l"/>
                <a:tab pos="2952750" algn="l"/>
              </a:tabLst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SG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5899179" y="2382176"/>
            <a:ext cx="3112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are the values of </a:t>
            </a:r>
            <a:r>
              <a:rPr lang="en-US" sz="2400" i="1" dirty="0"/>
              <a:t>n</a:t>
            </a:r>
            <a:r>
              <a:rPr lang="en-US" sz="2400" dirty="0"/>
              <a:t> and </a:t>
            </a:r>
            <a:r>
              <a:rPr lang="en-US" sz="2400" i="1" dirty="0"/>
              <a:t>digit </a:t>
            </a:r>
            <a:r>
              <a:rPr lang="en-US" sz="2400" dirty="0"/>
              <a:t>at various point of time?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DB2039-D266-417E-930D-88E5062D8119}"/>
              </a:ext>
            </a:extLst>
          </p:cNvPr>
          <p:cNvSpPr/>
          <p:nvPr/>
        </p:nvSpPr>
        <p:spPr>
          <a:xfrm>
            <a:off x="643025" y="4284502"/>
            <a:ext cx="1114830" cy="3916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n: </a:t>
            </a:r>
            <a:r>
              <a:rPr lang="en-US" dirty="0">
                <a:solidFill>
                  <a:srgbClr val="0000FF"/>
                </a:solidFill>
              </a:rPr>
              <a:t>28943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435E6-852E-478F-B597-789A68E1C063}"/>
              </a:ext>
            </a:extLst>
          </p:cNvPr>
          <p:cNvSpPr/>
          <p:nvPr/>
        </p:nvSpPr>
        <p:spPr>
          <a:xfrm>
            <a:off x="742950" y="5258688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8C38A6-8674-4E0E-B871-1FCF27E9B4CB}"/>
              </a:ext>
            </a:extLst>
          </p:cNvPr>
          <p:cNvSpPr/>
          <p:nvPr/>
        </p:nvSpPr>
        <p:spPr>
          <a:xfrm>
            <a:off x="1502229" y="5251621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81D7AB-7D04-43DC-8CF7-A151843D9A9A}"/>
              </a:ext>
            </a:extLst>
          </p:cNvPr>
          <p:cNvSpPr/>
          <p:nvPr/>
        </p:nvSpPr>
        <p:spPr>
          <a:xfrm>
            <a:off x="2296119" y="5257799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E696D3-ADEF-4AA3-BCC9-171A8F03891A}"/>
              </a:ext>
            </a:extLst>
          </p:cNvPr>
          <p:cNvSpPr/>
          <p:nvPr/>
        </p:nvSpPr>
        <p:spPr>
          <a:xfrm>
            <a:off x="725644" y="5623680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9EB41A-2BE2-4DF1-88DC-734F0E106BC7}"/>
              </a:ext>
            </a:extLst>
          </p:cNvPr>
          <p:cNvSpPr/>
          <p:nvPr/>
        </p:nvSpPr>
        <p:spPr>
          <a:xfrm>
            <a:off x="1484923" y="5625666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2304ED-4F52-45A9-88B7-E51D4311F3B8}"/>
              </a:ext>
            </a:extLst>
          </p:cNvPr>
          <p:cNvSpPr/>
          <p:nvPr/>
        </p:nvSpPr>
        <p:spPr>
          <a:xfrm>
            <a:off x="2278813" y="5631844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EE1B-C8A8-4F0D-A678-BE0BB18E64EF}"/>
              </a:ext>
            </a:extLst>
          </p:cNvPr>
          <p:cNvSpPr/>
          <p:nvPr/>
        </p:nvSpPr>
        <p:spPr>
          <a:xfrm>
            <a:off x="716713" y="6005889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A06EA1-2EC1-42CA-A56F-46A3331F7605}"/>
              </a:ext>
            </a:extLst>
          </p:cNvPr>
          <p:cNvSpPr/>
          <p:nvPr/>
        </p:nvSpPr>
        <p:spPr>
          <a:xfrm>
            <a:off x="1475992" y="6007875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A482B6-E3E6-485B-830B-6965CF701E68}"/>
              </a:ext>
            </a:extLst>
          </p:cNvPr>
          <p:cNvSpPr/>
          <p:nvPr/>
        </p:nvSpPr>
        <p:spPr>
          <a:xfrm>
            <a:off x="2269882" y="6014053"/>
            <a:ext cx="702129" cy="20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7D9FB4-CFCC-95C9-2CDC-014F6FD5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878435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32" grpId="0" animBg="1"/>
      <p:bldP spid="33" grpId="0" animBg="1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Infinite Loops!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1950" y="4593924"/>
            <a:ext cx="8153400" cy="109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550" indent="-336550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dirty="0">
                <a:latin typeface="Arial" pitchFamily="34" charset="0"/>
                <a:cs typeface="Arial" pitchFamily="34" charset="0"/>
              </a:rPr>
              <a:t>When the loop condition is always </a:t>
            </a:r>
            <a:r>
              <a:rPr lang="en-GB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true</a:t>
            </a:r>
            <a:r>
              <a:rPr lang="en-US" dirty="0">
                <a:latin typeface="Arial" pitchFamily="34" charset="0"/>
                <a:cs typeface="Arial" pitchFamily="34" charset="0"/>
              </a:rPr>
              <a:t>, t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he loop body is executed forever – </a:t>
            </a:r>
            <a:r>
              <a:rPr lang="en-US" altLang="zh-C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infinite loop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. </a:t>
            </a:r>
            <a:endParaRPr lang="en-GB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4640495" y="1769013"/>
            <a:ext cx="4368018" cy="7943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dirty="0"/>
              <a:t>Output: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</a:p>
          <a:p>
            <a:pPr marL="0" indent="0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929390" y="1493795"/>
            <a:ext cx="3642610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(a != b) {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cs1010_print_long(a);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a = a 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790" y="1648919"/>
            <a:ext cx="9743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2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4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6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8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10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n-US" sz="24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:</a:t>
            </a:r>
            <a:endParaRPr lang="en-SG" sz="24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5318" y="3582649"/>
            <a:ext cx="1558977" cy="830997"/>
          </a:xfrm>
          <a:prstGeom prst="rect">
            <a:avLst/>
          </a:prstGeom>
          <a:solidFill>
            <a:srgbClr val="CCCCFF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</a:rPr>
              <a:t>Ctrl-c</a:t>
            </a:r>
            <a:r>
              <a:rPr lang="en-US" sz="2400" dirty="0"/>
              <a:t> to interrupt</a:t>
            </a:r>
            <a:endParaRPr lang="en-SG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3F7593-B424-4FAE-4A35-0B284DBB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866362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3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Skipping the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93481" y="3609880"/>
            <a:ext cx="8153400" cy="109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6550" indent="-336550" fontAlgn="auto">
              <a:spcBef>
                <a:spcPts val="600"/>
              </a:spcBef>
              <a:spcAft>
                <a:spcPts val="0"/>
              </a:spcAft>
              <a:buSzPct val="120000"/>
              <a:buFont typeface="Wingdings" pitchFamily="2" charset="2"/>
              <a:buChar char="§"/>
            </a:pPr>
            <a:r>
              <a:rPr lang="en-GB" dirty="0">
                <a:latin typeface="Arial" pitchFamily="34" charset="0"/>
                <a:cs typeface="Arial" pitchFamily="34" charset="0"/>
              </a:rPr>
              <a:t>When the loop condition is </a:t>
            </a:r>
            <a:r>
              <a:rPr lang="en-GB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false</a:t>
            </a:r>
            <a:r>
              <a:rPr lang="en-GB" dirty="0">
                <a:latin typeface="Arial" pitchFamily="34" charset="0"/>
                <a:cs typeface="Arial" pitchFamily="34" charset="0"/>
              </a:rPr>
              <a:t> </a:t>
            </a:r>
            <a:r>
              <a:rPr lang="en-GB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on the first check</a:t>
            </a:r>
            <a:r>
              <a:rPr lang="en-US" dirty="0">
                <a:latin typeface="Arial" pitchFamily="34" charset="0"/>
                <a:cs typeface="Arial" pitchFamily="34" charset="0"/>
              </a:rPr>
              <a:t>, t</a:t>
            </a:r>
            <a:r>
              <a:rPr lang="en-US" altLang="zh-CN" dirty="0">
                <a:latin typeface="Arial" pitchFamily="34" charset="0"/>
                <a:cs typeface="Arial" pitchFamily="34" charset="0"/>
              </a:rPr>
              <a:t>he loop body is not executed.</a:t>
            </a:r>
            <a:endParaRPr lang="en-GB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[Content Placeholder 3]"/>
          <p:cNvSpPr txBox="1">
            <a:spLocks/>
          </p:cNvSpPr>
          <p:nvPr/>
        </p:nvSpPr>
        <p:spPr>
          <a:xfrm>
            <a:off x="4550496" y="1769013"/>
            <a:ext cx="4368018" cy="7943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dirty="0"/>
              <a:t>Output: </a:t>
            </a:r>
            <a:r>
              <a:rPr lang="en-US" sz="2400" b="1" dirty="0">
                <a:solidFill>
                  <a:srgbClr val="C00000"/>
                </a:solidFill>
              </a:rPr>
              <a:t>?</a:t>
            </a:r>
          </a:p>
          <a:p>
            <a:pPr marL="0" indent="0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929389" y="1493795"/>
            <a:ext cx="3439801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(a == b) {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cs1010_print_long(a);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a = a 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spcAft>
                <a:spcPts val="0"/>
              </a:spcAft>
              <a:tabLst>
                <a:tab pos="360363" algn="l"/>
                <a:tab pos="719138" algn="l"/>
              </a:tabLs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26D6BF-38FB-9755-5495-A50261DB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9224302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do-while</a:t>
            </a:r>
            <a:r>
              <a:rPr lang="en-GB" sz="3600" dirty="0">
                <a:solidFill>
                  <a:srgbClr val="0000FF"/>
                </a:solidFill>
              </a:rPr>
              <a:t> Loop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74007" y="1252728"/>
            <a:ext cx="2430934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7030A0"/>
                </a:solidFill>
              </a:rPr>
              <a:t>initialize</a:t>
            </a:r>
          </a:p>
          <a:p>
            <a:pPr>
              <a:defRPr/>
            </a:pPr>
            <a:r>
              <a:rPr lang="en-US" sz="2400" dirty="0">
                <a:solidFill>
                  <a:schemeClr val="tx1"/>
                </a:solidFill>
              </a:rPr>
              <a:t>do </a:t>
            </a:r>
            <a:r>
              <a:rPr lang="en-US" sz="2400" dirty="0"/>
              <a:t>{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/>
              <a:t>    	</a:t>
            </a:r>
            <a:r>
              <a:rPr lang="en-US" sz="2400" dirty="0">
                <a:solidFill>
                  <a:schemeClr val="tx1"/>
                </a:solidFill>
              </a:rPr>
              <a:t>// loop body</a:t>
            </a:r>
          </a:p>
          <a:p>
            <a:pPr>
              <a:tabLst>
                <a:tab pos="539750" algn="l"/>
              </a:tabLst>
              <a:defRPr/>
            </a:pPr>
            <a:r>
              <a:rPr lang="en-US" sz="2400" dirty="0">
                <a:solidFill>
                  <a:schemeClr val="tx1"/>
                </a:solidFill>
              </a:rPr>
              <a:t>      // </a:t>
            </a:r>
            <a:r>
              <a:rPr lang="en-US" sz="2400" dirty="0">
                <a:solidFill>
                  <a:srgbClr val="006600"/>
                </a:solidFill>
              </a:rPr>
              <a:t>update</a:t>
            </a:r>
          </a:p>
          <a:p>
            <a:pPr>
              <a:defRPr/>
            </a:pPr>
            <a:r>
              <a:rPr lang="en-US" sz="2400" dirty="0"/>
              <a:t>} ( </a:t>
            </a:r>
            <a:r>
              <a:rPr lang="en-US" sz="2400" dirty="0">
                <a:solidFill>
                  <a:srgbClr val="C00000"/>
                </a:solidFill>
              </a:rPr>
              <a:t>condition</a:t>
            </a:r>
            <a:r>
              <a:rPr lang="en-US" sz="2400" dirty="0"/>
              <a:t> );</a:t>
            </a:r>
            <a:endParaRPr lang="en-SG" sz="2400" dirty="0"/>
          </a:p>
        </p:txBody>
      </p:sp>
      <p:pic>
        <p:nvPicPr>
          <p:cNvPr id="6146" name="Picture 2" descr="for">
            <a:extLst>
              <a:ext uri="{FF2B5EF4-FFF2-40B4-BE49-F238E27FC236}">
                <a16:creationId xmlns:a16="http://schemas.microsoft.com/office/drawing/2014/main" id="{D5D43BF4-41EA-4FBF-B1D8-954520609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1" b="34544"/>
          <a:stretch/>
        </p:blipFill>
        <p:spPr bwMode="auto">
          <a:xfrm>
            <a:off x="0" y="4192389"/>
            <a:ext cx="9144000" cy="155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BB57D7F-D6C0-4E98-B5AC-D68743875716}"/>
              </a:ext>
            </a:extLst>
          </p:cNvPr>
          <p:cNvSpPr/>
          <p:nvPr/>
        </p:nvSpPr>
        <p:spPr>
          <a:xfrm>
            <a:off x="2532185" y="2692958"/>
            <a:ext cx="120580" cy="532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29A077-040C-47D9-850C-BB5ACF662EAB}"/>
              </a:ext>
            </a:extLst>
          </p:cNvPr>
          <p:cNvSpPr txBox="1"/>
          <p:nvPr/>
        </p:nvSpPr>
        <p:spPr>
          <a:xfrm>
            <a:off x="3217782" y="2772146"/>
            <a:ext cx="440221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Do NOT forget the semi-colon at the end!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6B3B7-DB38-480B-B780-0306142FB5A0}"/>
              </a:ext>
            </a:extLst>
          </p:cNvPr>
          <p:cNvSpPr txBox="1"/>
          <p:nvPr/>
        </p:nvSpPr>
        <p:spPr>
          <a:xfrm>
            <a:off x="3104941" y="5881390"/>
            <a:ext cx="216555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Execute the loop body </a:t>
            </a:r>
            <a:r>
              <a:rPr lang="en-US" dirty="0">
                <a:solidFill>
                  <a:srgbClr val="FF0000"/>
                </a:solidFill>
              </a:rPr>
              <a:t>at least once</a:t>
            </a:r>
            <a:r>
              <a:rPr lang="en-US" dirty="0"/>
              <a:t>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09E29-C8A9-3431-68CA-278EB8D3A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3308270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The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do-while</a:t>
            </a:r>
            <a:r>
              <a:rPr lang="en-GB" sz="3600" dirty="0">
                <a:solidFill>
                  <a:srgbClr val="0000FF"/>
                </a:solidFill>
              </a:rPr>
              <a:t> Loop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18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AFF9153-D379-4E7D-9B97-29843966A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81"/>
            <a:ext cx="7829783" cy="305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95F873-6CB7-4316-B798-EE54B3634728}"/>
              </a:ext>
            </a:extLst>
          </p:cNvPr>
          <p:cNvSpPr txBox="1"/>
          <p:nvPr/>
        </p:nvSpPr>
        <p:spPr>
          <a:xfrm>
            <a:off x="737491" y="3883671"/>
            <a:ext cx="261530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product *=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2);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429B4-BD20-4EAF-8B36-51498E5AACDA}"/>
              </a:ext>
            </a:extLst>
          </p:cNvPr>
          <p:cNvSpPr txBox="1"/>
          <p:nvPr/>
        </p:nvSpPr>
        <p:spPr>
          <a:xfrm>
            <a:off x="3460594" y="3883671"/>
            <a:ext cx="5381955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product *=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D4937-725F-46B8-8AE4-992DF5A782AD}"/>
              </a:ext>
            </a:extLst>
          </p:cNvPr>
          <p:cNvSpPr txBox="1"/>
          <p:nvPr/>
        </p:nvSpPr>
        <p:spPr>
          <a:xfrm>
            <a:off x="2466870" y="5836123"/>
            <a:ext cx="451506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two are NOT exactly the same!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4A50EB-3FF9-E0FF-A67A-9FE0A556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1998345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19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439615" y="1317356"/>
            <a:ext cx="8497351" cy="347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Play a Hi-Lo Game with the user using a randomly generated secret number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The secret number should be between 1 and 100 (both inclusive).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User should keep making guess until the guess is correct.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Program responses according to whether user’s guess is smaller than, larger than, or equal to the jackpot.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kern="0"/>
              <a:t>Analysis</a:t>
            </a:r>
            <a:endParaRPr lang="en-US" sz="2400" kern="0" dirty="0"/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Input: guesses from the user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Output: messages according to whether user’s guess is smaller than, larger than, or equal to the jackpot.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GB" sz="20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F99B32-094A-DBA0-F017-CDF8E99E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319462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20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439615" y="1317356"/>
            <a:ext cx="8497351" cy="347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Play a Hi-Lo Game with the user using a randomly generated secret number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The secret number should be between 1 and 100 (both inclusive).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User should keep making guess until the guess is correct.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Program responses according to whether user’s guess is smaller than, larger than, or equal to the jackpot.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kern="0" dirty="0"/>
              <a:t>Design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Step 1: Generate a secret number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>
                <a:highlight>
                  <a:srgbClr val="FFFF00"/>
                </a:highlight>
              </a:rPr>
              <a:t>Step 2: Read a guess from the user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>
                <a:highlight>
                  <a:srgbClr val="FFFF00"/>
                </a:highlight>
              </a:rPr>
              <a:t>Step 3: Print a message (“too high”, “too low”) if the guess is not correct.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>
                <a:highlight>
                  <a:srgbClr val="FFFF00"/>
                </a:highlight>
              </a:rPr>
              <a:t>Go back to Step 2 if the guess is not correct.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kern="0" dirty="0"/>
              <a:t>Step 4: Print a message ("you got it.").</a:t>
            </a:r>
            <a:endParaRPr lang="en-GB" sz="2000" kern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95E5BE-DC97-89D3-7C73-53F6CFE1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056398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21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A3626-DC9B-4A39-BA4F-6360F818DCE3}"/>
              </a:ext>
            </a:extLst>
          </p:cNvPr>
          <p:cNvSpPr txBox="1"/>
          <p:nvPr/>
        </p:nvSpPr>
        <p:spPr>
          <a:xfrm>
            <a:off x="631213" y="1382912"/>
            <a:ext cx="6827825" cy="36933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times.h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"cs1010.h"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Initialize the random number generator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srandom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(times(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Generate a random number between 1 and 100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long answer = (random() %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36BCFE-B239-9CE7-0C2F-35613D2A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0265751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TextBox 1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Example: Hi-Lo Game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Unit11</a:t>
            </a:r>
            <a:r>
              <a:rPr dirty="0"/>
              <a:t> - </a:t>
            </a:r>
            <a:fld id="{24D17162-63A3-49DC-92B1-933428BCC85F}" type="slidenum">
              <a:rPr smtClean="0"/>
              <a:pPr>
                <a:defRPr/>
              </a:pPr>
              <a:t>22</a:t>
            </a:fld>
            <a:endParaRPr dirty="0"/>
          </a:p>
        </p:txBody>
      </p:sp>
      <p:sp>
        <p:nvSpPr>
          <p:cNvPr id="14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A3626-DC9B-4A39-BA4F-6360F818DCE3}"/>
              </a:ext>
            </a:extLst>
          </p:cNvPr>
          <p:cNvSpPr txBox="1"/>
          <p:nvPr/>
        </p:nvSpPr>
        <p:spPr>
          <a:xfrm>
            <a:off x="631213" y="1382912"/>
            <a:ext cx="7207969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guess;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Read guess and feedback to user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guess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(guess &gt; answer)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cs1010_println_string(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"too high"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(guess &lt; answer)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cs1010_println_string(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"too low"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(guess != answer);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{ guess == answer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cs1010_println_string(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got it."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AE342-14B8-4A3C-8F93-D714DA24339E}"/>
              </a:ext>
            </a:extLst>
          </p:cNvPr>
          <p:cNvSpPr txBox="1"/>
          <p:nvPr/>
        </p:nvSpPr>
        <p:spPr>
          <a:xfrm>
            <a:off x="2891413" y="1542260"/>
            <a:ext cx="2102618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a do-while loop is used here?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1BD99-7AFF-496B-8179-D25CE6127E97}"/>
              </a:ext>
            </a:extLst>
          </p:cNvPr>
          <p:cNvSpPr txBox="1"/>
          <p:nvPr/>
        </p:nvSpPr>
        <p:spPr>
          <a:xfrm>
            <a:off x="6263891" y="3064266"/>
            <a:ext cx="1835080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Why else-if instead of else?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3BED12-4588-3A0C-D0BB-72237D9EB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6436824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12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Loop Invariant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04ACF715-D497-678D-17D0-B5E237CD1F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5A0F59-F528-E590-216F-7A4AA310CF97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12: Loop Invariant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Assertion for Loops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Loop Invariant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24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76C1BB-5FA0-F7BC-4E78-332185F4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76015158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 for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25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9" y="1726566"/>
            <a:ext cx="4480391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A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B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C</a:t>
            </a:r>
            <a:endParaRPr lang="en-US" sz="2000" b="1" dirty="0">
              <a:solidFill>
                <a:schemeClr val="accent5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D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E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BAF68-C71F-413F-A7EC-261F0FB8050A}"/>
              </a:ext>
            </a:extLst>
          </p:cNvPr>
          <p:cNvSpPr txBox="1"/>
          <p:nvPr/>
        </p:nvSpPr>
        <p:spPr>
          <a:xfrm>
            <a:off x="5471467" y="3157726"/>
            <a:ext cx="3009342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assertions can be added at the various lines for the given code?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EE74E-707B-4835-8CDC-C52DB2C8E18C}"/>
              </a:ext>
            </a:extLst>
          </p:cNvPr>
          <p:cNvSpPr txBox="1"/>
          <p:nvPr/>
        </p:nvSpPr>
        <p:spPr>
          <a:xfrm>
            <a:off x="334678" y="1740687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1123C8-0883-EE55-C885-0489F619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41501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 for loops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8" y="1726566"/>
            <a:ext cx="7741117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1 &amp;&amp;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1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B: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C: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???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???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208D4-863C-4A81-A983-79B21CC2F3EA}"/>
              </a:ext>
            </a:extLst>
          </p:cNvPr>
          <p:cNvSpPr txBox="1"/>
          <p:nvPr/>
        </p:nvSpPr>
        <p:spPr>
          <a:xfrm>
            <a:off x="334678" y="1740687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A5D080-CA2C-D746-31C6-C9EDF5A4F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EB8C1-5547-B9D5-8AE9-4B6E928901D8}"/>
              </a:ext>
            </a:extLst>
          </p:cNvPr>
          <p:cNvSpPr txBox="1"/>
          <p:nvPr/>
        </p:nvSpPr>
        <p:spPr>
          <a:xfrm>
            <a:off x="6255742" y="4075613"/>
            <a:ext cx="2576116" cy="707886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Trivial assertions are not very useful…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61045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B7D1-FF33-EE71-115F-4083BD789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E15A6D28-BFDA-DD5D-C103-D9D3144D4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236C49F2-C467-55B8-6690-3D90E581E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 for loops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259A9-37D8-9A57-0D50-DBE2CF65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27</a:t>
            </a:fld>
            <a:endParaRPr sz="1200" dirty="0"/>
          </a:p>
        </p:txBody>
      </p:sp>
      <p:sp>
        <p:nvSpPr>
          <p:cNvPr id="12" name="[Date Placeholder 3]">
            <a:extLst>
              <a:ext uri="{FF2B5EF4-FFF2-40B4-BE49-F238E27FC236}">
                <a16:creationId xmlns:a16="http://schemas.microsoft.com/office/drawing/2014/main" id="{CFC213D2-77BA-8933-5005-B3094834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4BE74-978C-5D6B-2C9A-22D992973DEF}"/>
              </a:ext>
            </a:extLst>
          </p:cNvPr>
          <p:cNvSpPr txBox="1"/>
          <p:nvPr/>
        </p:nvSpPr>
        <p:spPr>
          <a:xfrm>
            <a:off x="815508" y="1726566"/>
            <a:ext cx="8153865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B: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C: { product == (i-1)!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9EED4-A33A-2386-0514-4B6D10AF44D7}"/>
              </a:ext>
            </a:extLst>
          </p:cNvPr>
          <p:cNvSpPr txBox="1"/>
          <p:nvPr/>
        </p:nvSpPr>
        <p:spPr>
          <a:xfrm>
            <a:off x="334678" y="1740687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6A6657-3A08-0074-AD95-BCF7A90D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4F7AE-6580-63EC-06FE-31578C5CAB04}"/>
              </a:ext>
            </a:extLst>
          </p:cNvPr>
          <p:cNvSpPr txBox="1"/>
          <p:nvPr/>
        </p:nvSpPr>
        <p:spPr>
          <a:xfrm>
            <a:off x="5848350" y="2962275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1, </a:t>
            </a:r>
            <a:r>
              <a:rPr lang="en-US" dirty="0" err="1"/>
              <a:t>i</a:t>
            </a:r>
            <a:r>
              <a:rPr lang="en-US" dirty="0"/>
              <a:t> == 1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BA36D-9F1B-A6DD-ABB1-DEC7C4657A75}"/>
              </a:ext>
            </a:extLst>
          </p:cNvPr>
          <p:cNvSpPr txBox="1"/>
          <p:nvPr/>
        </p:nvSpPr>
        <p:spPr>
          <a:xfrm>
            <a:off x="5848350" y="3534806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1, </a:t>
            </a:r>
            <a:r>
              <a:rPr lang="en-US" dirty="0" err="1"/>
              <a:t>i</a:t>
            </a:r>
            <a:r>
              <a:rPr lang="en-US" dirty="0"/>
              <a:t> == 1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1AB7B-6524-876D-4E08-82D6377446C0}"/>
              </a:ext>
            </a:extLst>
          </p:cNvPr>
          <p:cNvSpPr txBox="1"/>
          <p:nvPr/>
        </p:nvSpPr>
        <p:spPr>
          <a:xfrm>
            <a:off x="5848350" y="4120618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1, </a:t>
            </a:r>
            <a:r>
              <a:rPr lang="en-US" dirty="0" err="1"/>
              <a:t>i</a:t>
            </a:r>
            <a:r>
              <a:rPr lang="en-US" dirty="0"/>
              <a:t> == 2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23C88-9D26-E2CD-A858-C6E2F5842587}"/>
              </a:ext>
            </a:extLst>
          </p:cNvPr>
          <p:cNvSpPr txBox="1"/>
          <p:nvPr/>
        </p:nvSpPr>
        <p:spPr>
          <a:xfrm>
            <a:off x="5848350" y="4776215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2, </a:t>
            </a:r>
            <a:r>
              <a:rPr lang="en-US" dirty="0" err="1"/>
              <a:t>i</a:t>
            </a:r>
            <a:r>
              <a:rPr lang="en-US" dirty="0"/>
              <a:t> == 2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F94AD-B962-37C5-BC2D-B2DDB41B9BA4}"/>
              </a:ext>
            </a:extLst>
          </p:cNvPr>
          <p:cNvSpPr txBox="1"/>
          <p:nvPr/>
        </p:nvSpPr>
        <p:spPr>
          <a:xfrm>
            <a:off x="5848350" y="5362027"/>
            <a:ext cx="2171700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product == 2, </a:t>
            </a:r>
            <a:r>
              <a:rPr lang="en-US" dirty="0" err="1"/>
              <a:t>i</a:t>
            </a:r>
            <a:r>
              <a:rPr lang="en-US" dirty="0"/>
              <a:t> == 2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01F43-95AF-0A72-4386-E797E6BC8BD8}"/>
              </a:ext>
            </a:extLst>
          </p:cNvPr>
          <p:cNvSpPr txBox="1"/>
          <p:nvPr/>
        </p:nvSpPr>
        <p:spPr>
          <a:xfrm>
            <a:off x="5848350" y="2402589"/>
            <a:ext cx="1609725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Let say n is 2.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45797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An assertion that is true before the loop, after each iteration of the loop, and after the loop.</a:t>
            </a: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974" y="2231062"/>
            <a:ext cx="8153399" cy="44012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 // Before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C: { product == (i-1)!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product *= 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 // After each iteration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E: { product ==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 // After the loop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7AC34-4EF7-453E-A360-3B14646E2A04}"/>
              </a:ext>
            </a:extLst>
          </p:cNvPr>
          <p:cNvSpPr txBox="1"/>
          <p:nvPr/>
        </p:nvSpPr>
        <p:spPr>
          <a:xfrm>
            <a:off x="373548" y="2231062"/>
            <a:ext cx="6933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6EB496-6022-E982-5C74-FEA1E444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63851036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EA70CC2-5EB9-7D47-8C53-B389CF5164DA}"/>
              </a:ext>
            </a:extLst>
          </p:cNvPr>
          <p:cNvSpPr txBox="1">
            <a:spLocks/>
          </p:cNvSpPr>
          <p:nvPr/>
        </p:nvSpPr>
        <p:spPr>
          <a:xfrm>
            <a:off x="587003" y="1186196"/>
            <a:ext cx="8381999" cy="5652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Usually related to the purposes of the loop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Compute factorial n.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solidFill>
                <a:srgbClr val="0000FF"/>
              </a:solidFill>
            </a:endParaRP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Loop Invariant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8" y="2210658"/>
            <a:ext cx="7741117" cy="40934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0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Invariant: 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n)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Invariant: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Invariant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{ product ==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F: {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n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Assertion G: { product == n!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s-ES" sz="2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C58AE71-558A-EC11-236C-865BC9B0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72920-93D6-D699-5E35-FE3E627F17F2}"/>
              </a:ext>
            </a:extLst>
          </p:cNvPr>
          <p:cNvSpPr txBox="1"/>
          <p:nvPr/>
        </p:nvSpPr>
        <p:spPr>
          <a:xfrm>
            <a:off x="6512732" y="5315401"/>
            <a:ext cx="2402668" cy="1015663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loop invariant helps to prove that the </a:t>
            </a:r>
            <a:r>
              <a:rPr lang="en-US" sz="2000"/>
              <a:t>code works!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1208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58A4C-2FFC-96A9-6A9F-808D60C63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16D155D-6ACD-D708-5829-62570FE765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7BF786E-7BAD-FB5B-A898-D829C60E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30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DC1BFBE4-DDF3-E16A-3951-3774A7620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9E82CCA9-E731-3398-8D68-633C2AFA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BA65344E-7B3A-2151-231E-9869ED42E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PE0 Preparation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Survey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Timing for makeup lecture in Week 6: due </a:t>
            </a:r>
            <a:r>
              <a:rPr lang="en-US" sz="2000" dirty="0">
                <a:solidFill>
                  <a:srgbClr val="0000FF"/>
                </a:solidFill>
              </a:rPr>
              <a:t>13 Feb,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Confirmed timing to be announced on the same day</a:t>
            </a:r>
            <a:endParaRPr lang="en-US" sz="11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1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Consultations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With your tutor or Jin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By appointment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7D226A-3AD5-90BC-D3D4-096D876E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26831965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Unit12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31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4: due </a:t>
            </a:r>
            <a:r>
              <a:rPr lang="en-US" sz="2000" dirty="0">
                <a:solidFill>
                  <a:srgbClr val="0000FF"/>
                </a:solidFill>
              </a:rPr>
              <a:t>13 Feb, 2pm </a:t>
            </a:r>
            <a:r>
              <a:rPr lang="en-US" sz="2000" dirty="0"/>
              <a:t>(extended due to PE0)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5: due </a:t>
            </a:r>
            <a:r>
              <a:rPr lang="en-US" sz="2000" dirty="0">
                <a:solidFill>
                  <a:srgbClr val="0000FF"/>
                </a:solidFill>
              </a:rPr>
              <a:t>20 Feb, 2pm </a:t>
            </a:r>
            <a:r>
              <a:rPr lang="en-US" sz="2000" dirty="0"/>
              <a:t>(extended due to CNY)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11/12</a:t>
            </a: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due </a:t>
            </a:r>
            <a:r>
              <a:rPr lang="en-US" sz="2000" dirty="0">
                <a:solidFill>
                  <a:srgbClr val="0000FF"/>
                </a:solidFill>
              </a:rPr>
              <a:t>3 Mar,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6654E6-8B81-9098-2B8E-5529F26E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15095</TotalTime>
  <Words>2410</Words>
  <Application>Microsoft Office PowerPoint</Application>
  <PresentationFormat>On-screen Show (4:3)</PresentationFormat>
  <Paragraphs>585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Courier New</vt:lpstr>
      <vt:lpstr>Garamond</vt:lpstr>
      <vt:lpstr>Times New Roman</vt:lpstr>
      <vt:lpstr>Wingdings</vt:lpstr>
      <vt:lpstr>Clarity</vt:lpstr>
      <vt:lpstr>PowerPoint Presentation</vt:lpstr>
      <vt:lpstr>Unit 11: Loops</vt:lpstr>
      <vt:lpstr>Control Structure: Repetition</vt:lpstr>
      <vt:lpstr>Repetition through Recursion</vt:lpstr>
      <vt:lpstr>Repetition through Loops</vt:lpstr>
      <vt:lpstr>The for Loop </vt:lpstr>
      <vt:lpstr>The for Loop </vt:lpstr>
      <vt:lpstr>The for Loop</vt:lpstr>
      <vt:lpstr>Exercise: List integers</vt:lpstr>
      <vt:lpstr>The while Loop</vt:lpstr>
      <vt:lpstr>The while Loop </vt:lpstr>
      <vt:lpstr>The while Loop </vt:lpstr>
      <vt:lpstr>The while Loop (Simplified)</vt:lpstr>
      <vt:lpstr>Exercise: Tracing a while Loop</vt:lpstr>
      <vt:lpstr>Infinite Loops!</vt:lpstr>
      <vt:lpstr>Skipping the Loop</vt:lpstr>
      <vt:lpstr>The do-while Loop</vt:lpstr>
      <vt:lpstr>The do-while Loop </vt:lpstr>
      <vt:lpstr>Example: Hi-Lo Game</vt:lpstr>
      <vt:lpstr>Example: Hi-Lo Game</vt:lpstr>
      <vt:lpstr>Example: Hi-Lo Game</vt:lpstr>
      <vt:lpstr>Example: Hi-Lo Game</vt:lpstr>
      <vt:lpstr>PowerPoint Presentation</vt:lpstr>
      <vt:lpstr>Unit 12: Loop Invariant</vt:lpstr>
      <vt:lpstr>Assertion for loops</vt:lpstr>
      <vt:lpstr>Assertion for loops</vt:lpstr>
      <vt:lpstr>Assertion for loops</vt:lpstr>
      <vt:lpstr>Loop Invariant</vt:lpstr>
      <vt:lpstr>Loop Invariant</vt:lpstr>
      <vt:lpstr>Homework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1548</cp:revision>
  <cp:lastPrinted>2014-06-20T04:24:53Z</cp:lastPrinted>
  <dcterms:created xsi:type="dcterms:W3CDTF">1998-09-05T15:03:32Z</dcterms:created>
  <dcterms:modified xsi:type="dcterms:W3CDTF">2026-02-10T04:02:10Z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