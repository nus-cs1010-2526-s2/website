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36"/>
  </p:notesMasterIdLst>
  <p:handoutMasterIdLst>
    <p:handoutMasterId r:id="rId37"/>
  </p:handoutMasterIdLst>
  <p:sldIdLst>
    <p:sldId id="256" r:id="rId2"/>
    <p:sldId id="337" r:id="rId3"/>
    <p:sldId id="470" r:id="rId4"/>
    <p:sldId id="513" r:id="rId5"/>
    <p:sldId id="472" r:id="rId6"/>
    <p:sldId id="471" r:id="rId7"/>
    <p:sldId id="451" r:id="rId8"/>
    <p:sldId id="514" r:id="rId9"/>
    <p:sldId id="515" r:id="rId10"/>
    <p:sldId id="468" r:id="rId11"/>
    <p:sldId id="509" r:id="rId12"/>
    <p:sldId id="510" r:id="rId13"/>
    <p:sldId id="512" r:id="rId14"/>
    <p:sldId id="516" r:id="rId15"/>
    <p:sldId id="485" r:id="rId16"/>
    <p:sldId id="480" r:id="rId17"/>
    <p:sldId id="487" r:id="rId18"/>
    <p:sldId id="521" r:id="rId19"/>
    <p:sldId id="531" r:id="rId20"/>
    <p:sldId id="525" r:id="rId21"/>
    <p:sldId id="527" r:id="rId22"/>
    <p:sldId id="529" r:id="rId23"/>
    <p:sldId id="526" r:id="rId24"/>
    <p:sldId id="528" r:id="rId25"/>
    <p:sldId id="517" r:id="rId26"/>
    <p:sldId id="518" r:id="rId27"/>
    <p:sldId id="519" r:id="rId28"/>
    <p:sldId id="520" r:id="rId29"/>
    <p:sldId id="530" r:id="rId30"/>
    <p:sldId id="490" r:id="rId31"/>
    <p:sldId id="522" r:id="rId32"/>
    <p:sldId id="533" r:id="rId33"/>
    <p:sldId id="523" r:id="rId34"/>
    <p:sldId id="524" r:id="rId35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23580"/>
    <a:srgbClr val="FFCCFF"/>
    <a:srgbClr val="CCFFFF"/>
    <a:srgbClr val="006600"/>
    <a:srgbClr val="FFFFCC"/>
    <a:srgbClr val="FFFF66"/>
    <a:srgbClr val="FFFF99"/>
    <a:srgbClr val="99FF99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92AE7F-0F40-4CE5-812E-48AF902E9EB5}" v="120" dt="2026-01-13T01:15:02.0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 autoAdjust="0"/>
    <p:restoredTop sz="83974" autoAdjust="0"/>
  </p:normalViewPr>
  <p:slideViewPr>
    <p:cSldViewPr snapToGrid="0">
      <p:cViewPr>
        <p:scale>
          <a:sx n="100" d="100"/>
          <a:sy n="100" d="100"/>
        </p:scale>
        <p:origin x="1050" y="1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2344" y="3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redo custSel addSld delSld modSld sldOrd">
      <pc:chgData name="Zhao Jin" userId="cd05a825-544c-438a-9ba1-08e63db50b47" providerId="ADAL" clId="{5DF3A229-1965-414E-AF54-F4C37AC7DF68}" dt="2026-01-13T01:15:02.041" v="2396" actId="113"/>
      <pc:docMkLst>
        <pc:docMk/>
      </pc:docMkLst>
      <pc:sldChg chg="modSp add mod">
        <pc:chgData name="Zhao Jin" userId="cd05a825-544c-438a-9ba1-08e63db50b47" providerId="ADAL" clId="{5DF3A229-1965-414E-AF54-F4C37AC7DF68}" dt="2026-01-12T23:58:39.743" v="415" actId="20577"/>
        <pc:sldMkLst>
          <pc:docMk/>
          <pc:sldMk cId="401305194" sldId="487"/>
        </pc:sldMkLst>
        <pc:spChg chg="mod">
          <ac:chgData name="Zhao Jin" userId="cd05a825-544c-438a-9ba1-08e63db50b47" providerId="ADAL" clId="{5DF3A229-1965-414E-AF54-F4C37AC7DF68}" dt="2026-01-12T23:58:39.743" v="415" actId="20577"/>
          <ac:spMkLst>
            <pc:docMk/>
            <pc:sldMk cId="401305194" sldId="487"/>
            <ac:spMk id="10" creationId="{00000000-0000-0000-0000-000000000000}"/>
          </ac:spMkLst>
        </pc:spChg>
      </pc:sldChg>
      <pc:sldChg chg="modSp del mod">
        <pc:chgData name="Zhao Jin" userId="cd05a825-544c-438a-9ba1-08e63db50b47" providerId="ADAL" clId="{5DF3A229-1965-414E-AF54-F4C37AC7DF68}" dt="2026-01-12T23:58:32.224" v="413" actId="2696"/>
        <pc:sldMkLst>
          <pc:docMk/>
          <pc:sldMk cId="1838378934" sldId="487"/>
        </pc:sldMkLst>
        <pc:spChg chg="mod">
          <ac:chgData name="Zhao Jin" userId="cd05a825-544c-438a-9ba1-08e63db50b47" providerId="ADAL" clId="{5DF3A229-1965-414E-AF54-F4C37AC7DF68}" dt="2026-01-12T23:57:51.647" v="408" actId="20577"/>
          <ac:spMkLst>
            <pc:docMk/>
            <pc:sldMk cId="1838378934" sldId="487"/>
            <ac:spMk id="10" creationId="{00000000-0000-0000-0000-000000000000}"/>
          </ac:spMkLst>
        </pc:spChg>
      </pc:sldChg>
      <pc:sldChg chg="addSp delSp mod modAnim">
        <pc:chgData name="Zhao Jin" userId="cd05a825-544c-438a-9ba1-08e63db50b47" providerId="ADAL" clId="{5DF3A229-1965-414E-AF54-F4C37AC7DF68}" dt="2026-01-13T01:08:29.245" v="1968"/>
        <pc:sldMkLst>
          <pc:docMk/>
          <pc:sldMk cId="2484638736" sldId="490"/>
        </pc:sldMkLst>
        <pc:spChg chg="add del">
          <ac:chgData name="Zhao Jin" userId="cd05a825-544c-438a-9ba1-08e63db50b47" providerId="ADAL" clId="{5DF3A229-1965-414E-AF54-F4C37AC7DF68}" dt="2026-01-13T00:53:57.453" v="1949" actId="478"/>
          <ac:spMkLst>
            <pc:docMk/>
            <pc:sldMk cId="2484638736" sldId="490"/>
            <ac:spMk id="3" creationId="{00000000-0000-0000-0000-000000000000}"/>
          </ac:spMkLst>
        </pc:spChg>
      </pc:sldChg>
      <pc:sldChg chg="del">
        <pc:chgData name="Zhao Jin" userId="cd05a825-544c-438a-9ba1-08e63db50b47" providerId="ADAL" clId="{5DF3A229-1965-414E-AF54-F4C37AC7DF68}" dt="2026-01-13T00:50:42.426" v="1931" actId="47"/>
        <pc:sldMkLst>
          <pc:docMk/>
          <pc:sldMk cId="3813801240" sldId="511"/>
        </pc:sldMkLst>
      </pc:sldChg>
      <pc:sldChg chg="modSp mod">
        <pc:chgData name="Zhao Jin" userId="cd05a825-544c-438a-9ba1-08e63db50b47" providerId="ADAL" clId="{5DF3A229-1965-414E-AF54-F4C37AC7DF68}" dt="2026-01-13T00:48:17.224" v="1925" actId="113"/>
        <pc:sldMkLst>
          <pc:docMk/>
          <pc:sldMk cId="2419956056" sldId="518"/>
        </pc:sldMkLst>
        <pc:spChg chg="mod">
          <ac:chgData name="Zhao Jin" userId="cd05a825-544c-438a-9ba1-08e63db50b47" providerId="ADAL" clId="{5DF3A229-1965-414E-AF54-F4C37AC7DF68}" dt="2026-01-13T00:48:17.224" v="1925" actId="113"/>
          <ac:spMkLst>
            <pc:docMk/>
            <pc:sldMk cId="2419956056" sldId="518"/>
            <ac:spMk id="7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13T00:06:01.330" v="1084" actId="20577"/>
        <pc:sldMkLst>
          <pc:docMk/>
          <pc:sldMk cId="1387026955" sldId="519"/>
        </pc:sldMkLst>
        <pc:spChg chg="mod">
          <ac:chgData name="Zhao Jin" userId="cd05a825-544c-438a-9ba1-08e63db50b47" providerId="ADAL" clId="{5DF3A229-1965-414E-AF54-F4C37AC7DF68}" dt="2026-01-13T00:06:01.330" v="1084" actId="20577"/>
          <ac:spMkLst>
            <pc:docMk/>
            <pc:sldMk cId="1387026955" sldId="519"/>
            <ac:spMk id="7" creationId="{00000000-0000-0000-0000-000000000000}"/>
          </ac:spMkLst>
        </pc:spChg>
      </pc:sldChg>
      <pc:sldChg chg="modSp mod">
        <pc:chgData name="Zhao Jin" userId="cd05a825-544c-438a-9ba1-08e63db50b47" providerId="ADAL" clId="{5DF3A229-1965-414E-AF54-F4C37AC7DF68}" dt="2026-01-13T00:48:40.784" v="1930" actId="113"/>
        <pc:sldMkLst>
          <pc:docMk/>
          <pc:sldMk cId="3145887231" sldId="520"/>
        </pc:sldMkLst>
        <pc:spChg chg="mod">
          <ac:chgData name="Zhao Jin" userId="cd05a825-544c-438a-9ba1-08e63db50b47" providerId="ADAL" clId="{5DF3A229-1965-414E-AF54-F4C37AC7DF68}" dt="2026-01-13T00:48:40.784" v="1930" actId="113"/>
          <ac:spMkLst>
            <pc:docMk/>
            <pc:sldMk cId="3145887231" sldId="520"/>
            <ac:spMk id="7" creationId="{00000000-0000-0000-0000-000000000000}"/>
          </ac:spMkLst>
        </pc:spChg>
      </pc:sldChg>
      <pc:sldChg chg="addSp delSp modSp add mod">
        <pc:chgData name="Zhao Jin" userId="cd05a825-544c-438a-9ba1-08e63db50b47" providerId="ADAL" clId="{5DF3A229-1965-414E-AF54-F4C37AC7DF68}" dt="2026-01-13T00:53:30.247" v="1944" actId="1076"/>
        <pc:sldMkLst>
          <pc:docMk/>
          <pc:sldMk cId="1359804154" sldId="521"/>
        </pc:sldMkLst>
        <pc:spChg chg="add del mod">
          <ac:chgData name="Zhao Jin" userId="cd05a825-544c-438a-9ba1-08e63db50b47" providerId="ADAL" clId="{5DF3A229-1965-414E-AF54-F4C37AC7DF68}" dt="2026-01-13T00:30:24.902" v="1608" actId="478"/>
          <ac:spMkLst>
            <pc:docMk/>
            <pc:sldMk cId="1359804154" sldId="521"/>
            <ac:spMk id="5" creationId="{856F39D6-61B1-E2D1-4DBB-43640C63D170}"/>
          </ac:spMkLst>
        </pc:spChg>
        <pc:spChg chg="add mod">
          <ac:chgData name="Zhao Jin" userId="cd05a825-544c-438a-9ba1-08e63db50b47" providerId="ADAL" clId="{5DF3A229-1965-414E-AF54-F4C37AC7DF68}" dt="2026-01-13T00:53:30.247" v="1944" actId="1076"/>
          <ac:spMkLst>
            <pc:docMk/>
            <pc:sldMk cId="1359804154" sldId="521"/>
            <ac:spMk id="7" creationId="{7023E6C1-B666-D04A-0F27-8C0FF5665846}"/>
          </ac:spMkLst>
        </pc:spChg>
        <pc:spChg chg="mod">
          <ac:chgData name="Zhao Jin" userId="cd05a825-544c-438a-9ba1-08e63db50b47" providerId="ADAL" clId="{5DF3A229-1965-414E-AF54-F4C37AC7DF68}" dt="2026-01-13T00:25:12.010" v="1605" actId="403"/>
          <ac:spMkLst>
            <pc:docMk/>
            <pc:sldMk cId="1359804154" sldId="521"/>
            <ac:spMk id="10" creationId="{00000000-0000-0000-0000-000000000000}"/>
          </ac:spMkLst>
        </pc:spChg>
        <pc:spChg chg="add del mod">
          <ac:chgData name="Zhao Jin" userId="cd05a825-544c-438a-9ba1-08e63db50b47" providerId="ADAL" clId="{5DF3A229-1965-414E-AF54-F4C37AC7DF68}" dt="2026-01-13T00:14:07.550" v="1240" actId="478"/>
          <ac:spMkLst>
            <pc:docMk/>
            <pc:sldMk cId="1359804154" sldId="521"/>
            <ac:spMk id="12" creationId="{0B61D920-8EBE-28BE-B75E-2CFF891E912A}"/>
          </ac:spMkLst>
        </pc:spChg>
        <pc:spChg chg="add del mod">
          <ac:chgData name="Zhao Jin" userId="cd05a825-544c-438a-9ba1-08e63db50b47" providerId="ADAL" clId="{5DF3A229-1965-414E-AF54-F4C37AC7DF68}" dt="2026-01-13T00:14:09.194" v="1241" actId="478"/>
          <ac:spMkLst>
            <pc:docMk/>
            <pc:sldMk cId="1359804154" sldId="521"/>
            <ac:spMk id="13" creationId="{01D373AA-BCF4-717E-BF55-5FE079E7043E}"/>
          </ac:spMkLst>
        </pc:spChg>
        <pc:spChg chg="add mod">
          <ac:chgData name="Zhao Jin" userId="cd05a825-544c-438a-9ba1-08e63db50b47" providerId="ADAL" clId="{5DF3A229-1965-414E-AF54-F4C37AC7DF68}" dt="2026-01-13T00:24:41.671" v="1597" actId="1038"/>
          <ac:spMkLst>
            <pc:docMk/>
            <pc:sldMk cId="1359804154" sldId="521"/>
            <ac:spMk id="15" creationId="{B6C23C04-BD8A-D7DB-D9C1-F1F85860F34F}"/>
          </ac:spMkLst>
        </pc:spChg>
        <pc:spChg chg="add mod">
          <ac:chgData name="Zhao Jin" userId="cd05a825-544c-438a-9ba1-08e63db50b47" providerId="ADAL" clId="{5DF3A229-1965-414E-AF54-F4C37AC7DF68}" dt="2026-01-13T00:53:29.190" v="1943" actId="1076"/>
          <ac:spMkLst>
            <pc:docMk/>
            <pc:sldMk cId="1359804154" sldId="521"/>
            <ac:spMk id="18" creationId="{6105D0C8-DFA8-64E1-407D-66344283915B}"/>
          </ac:spMkLst>
        </pc:spChg>
        <pc:spChg chg="add mod">
          <ac:chgData name="Zhao Jin" userId="cd05a825-544c-438a-9ba1-08e63db50b47" providerId="ADAL" clId="{5DF3A229-1965-414E-AF54-F4C37AC7DF68}" dt="2026-01-13T00:24:41.671" v="1597" actId="1038"/>
          <ac:spMkLst>
            <pc:docMk/>
            <pc:sldMk cId="1359804154" sldId="521"/>
            <ac:spMk id="19" creationId="{4B64211B-2B8E-0667-4A03-1C997563D2FC}"/>
          </ac:spMkLst>
        </pc:spChg>
        <pc:spChg chg="add mod ord">
          <ac:chgData name="Zhao Jin" userId="cd05a825-544c-438a-9ba1-08e63db50b47" providerId="ADAL" clId="{5DF3A229-1965-414E-AF54-F4C37AC7DF68}" dt="2026-01-13T00:24:41.671" v="1597" actId="1038"/>
          <ac:spMkLst>
            <pc:docMk/>
            <pc:sldMk cId="1359804154" sldId="521"/>
            <ac:spMk id="25" creationId="{1A1D9A3E-E810-D95B-6BCB-0C474C12AC54}"/>
          </ac:spMkLst>
        </pc:spChg>
        <pc:picChg chg="mod">
          <ac:chgData name="Zhao Jin" userId="cd05a825-544c-438a-9ba1-08e63db50b47" providerId="ADAL" clId="{5DF3A229-1965-414E-AF54-F4C37AC7DF68}" dt="2026-01-13T00:24:22.191" v="1587" actId="732"/>
          <ac:picMkLst>
            <pc:docMk/>
            <pc:sldMk cId="1359804154" sldId="521"/>
            <ac:picMk id="2" creationId="{06552C3D-C982-10CE-C732-C25C41973DB5}"/>
          </ac:picMkLst>
        </pc:picChg>
        <pc:picChg chg="mod">
          <ac:chgData name="Zhao Jin" userId="cd05a825-544c-438a-9ba1-08e63db50b47" providerId="ADAL" clId="{5DF3A229-1965-414E-AF54-F4C37AC7DF68}" dt="2026-01-13T00:15:45.267" v="1346" actId="732"/>
          <ac:picMkLst>
            <pc:docMk/>
            <pc:sldMk cId="1359804154" sldId="521"/>
            <ac:picMk id="3" creationId="{8B63D8C7-D54C-A465-26FF-42FA77012B9E}"/>
          </ac:picMkLst>
        </pc:picChg>
        <pc:picChg chg="mod">
          <ac:chgData name="Zhao Jin" userId="cd05a825-544c-438a-9ba1-08e63db50b47" providerId="ADAL" clId="{5DF3A229-1965-414E-AF54-F4C37AC7DF68}" dt="2026-01-13T00:24:41.671" v="1597" actId="1038"/>
          <ac:picMkLst>
            <pc:docMk/>
            <pc:sldMk cId="1359804154" sldId="521"/>
            <ac:picMk id="4" creationId="{0B1E8724-DD31-86ED-1396-1EC7DA0EC1C7}"/>
          </ac:picMkLst>
        </pc:picChg>
        <pc:picChg chg="add mod">
          <ac:chgData name="Zhao Jin" userId="cd05a825-544c-438a-9ba1-08e63db50b47" providerId="ADAL" clId="{5DF3A229-1965-414E-AF54-F4C37AC7DF68}" dt="2026-01-13T00:09:41.993" v="1140"/>
          <ac:picMkLst>
            <pc:docMk/>
            <pc:sldMk cId="1359804154" sldId="521"/>
            <ac:picMk id="8" creationId="{7E207FD1-A419-61B4-04B7-184CBB108E90}"/>
          </ac:picMkLst>
        </pc:picChg>
        <pc:picChg chg="add mod modCrop">
          <ac:chgData name="Zhao Jin" userId="cd05a825-544c-438a-9ba1-08e63db50b47" providerId="ADAL" clId="{5DF3A229-1965-414E-AF54-F4C37AC7DF68}" dt="2026-01-13T00:24:41.671" v="1597" actId="1038"/>
          <ac:picMkLst>
            <pc:docMk/>
            <pc:sldMk cId="1359804154" sldId="521"/>
            <ac:picMk id="11" creationId="{983B1F63-55B3-67B1-CBB0-0DEB84E76443}"/>
          </ac:picMkLst>
        </pc:picChg>
        <pc:picChg chg="add del mod modCrop">
          <ac:chgData name="Zhao Jin" userId="cd05a825-544c-438a-9ba1-08e63db50b47" providerId="ADAL" clId="{5DF3A229-1965-414E-AF54-F4C37AC7DF68}" dt="2026-01-13T00:22:46.096" v="1560" actId="478"/>
          <ac:picMkLst>
            <pc:docMk/>
            <pc:sldMk cId="1359804154" sldId="521"/>
            <ac:picMk id="14" creationId="{4941C561-511C-2B37-FBCC-CC66804E1C9A}"/>
          </ac:picMkLst>
        </pc:picChg>
        <pc:picChg chg="add del mod">
          <ac:chgData name="Zhao Jin" userId="cd05a825-544c-438a-9ba1-08e63db50b47" providerId="ADAL" clId="{5DF3A229-1965-414E-AF54-F4C37AC7DF68}" dt="2026-01-13T00:53:26.715" v="1941" actId="478"/>
          <ac:picMkLst>
            <pc:docMk/>
            <pc:sldMk cId="1359804154" sldId="521"/>
            <ac:picMk id="17" creationId="{04A807A7-5D4C-E284-EE49-8CC36198139B}"/>
          </ac:picMkLst>
        </pc:picChg>
        <pc:picChg chg="add del mod modCrop">
          <ac:chgData name="Zhao Jin" userId="cd05a825-544c-438a-9ba1-08e63db50b47" providerId="ADAL" clId="{5DF3A229-1965-414E-AF54-F4C37AC7DF68}" dt="2026-01-13T00:22:44.460" v="1559" actId="478"/>
          <ac:picMkLst>
            <pc:docMk/>
            <pc:sldMk cId="1359804154" sldId="521"/>
            <ac:picMk id="20" creationId="{CE07ED68-3F42-B0A3-4EA1-059DC2EC6679}"/>
          </ac:picMkLst>
        </pc:picChg>
        <pc:picChg chg="add del mod modCrop">
          <ac:chgData name="Zhao Jin" userId="cd05a825-544c-438a-9ba1-08e63db50b47" providerId="ADAL" clId="{5DF3A229-1965-414E-AF54-F4C37AC7DF68}" dt="2026-01-13T00:20:41.742" v="1511" actId="478"/>
          <ac:picMkLst>
            <pc:docMk/>
            <pc:sldMk cId="1359804154" sldId="521"/>
            <ac:picMk id="21" creationId="{5F4C16A4-1AA6-497D-7598-BF29F4889D59}"/>
          </ac:picMkLst>
        </pc:picChg>
        <pc:picChg chg="add del mod modCrop">
          <ac:chgData name="Zhao Jin" userId="cd05a825-544c-438a-9ba1-08e63db50b47" providerId="ADAL" clId="{5DF3A229-1965-414E-AF54-F4C37AC7DF68}" dt="2026-01-13T00:24:41.671" v="1597" actId="1038"/>
          <ac:picMkLst>
            <pc:docMk/>
            <pc:sldMk cId="1359804154" sldId="521"/>
            <ac:picMk id="23" creationId="{32B5ED19-76FD-6091-ABC3-A7B8975FD981}"/>
          </ac:picMkLst>
        </pc:picChg>
        <pc:picChg chg="add mod ord modCrop">
          <ac:chgData name="Zhao Jin" userId="cd05a825-544c-438a-9ba1-08e63db50b47" providerId="ADAL" clId="{5DF3A229-1965-414E-AF54-F4C37AC7DF68}" dt="2026-01-13T00:24:41.671" v="1597" actId="1038"/>
          <ac:picMkLst>
            <pc:docMk/>
            <pc:sldMk cId="1359804154" sldId="521"/>
            <ac:picMk id="24" creationId="{2C14A12C-15FD-1C28-D90D-AD295A2DE5A2}"/>
          </ac:picMkLst>
        </pc:picChg>
        <pc:picChg chg="add mod">
          <ac:chgData name="Zhao Jin" userId="cd05a825-544c-438a-9ba1-08e63db50b47" providerId="ADAL" clId="{5DF3A229-1965-414E-AF54-F4C37AC7DF68}" dt="2026-01-13T00:53:28.418" v="1942" actId="1036"/>
          <ac:picMkLst>
            <pc:docMk/>
            <pc:sldMk cId="1359804154" sldId="521"/>
            <ac:picMk id="27" creationId="{D97A63A0-E4E6-48FE-82B1-FBA87A507EBC}"/>
          </ac:picMkLst>
        </pc:picChg>
      </pc:sldChg>
      <pc:sldChg chg="del">
        <pc:chgData name="Zhao Jin" userId="cd05a825-544c-438a-9ba1-08e63db50b47" providerId="ADAL" clId="{5DF3A229-1965-414E-AF54-F4C37AC7DF68}" dt="2026-01-12T23:58:11.790" v="409" actId="2696"/>
        <pc:sldMkLst>
          <pc:docMk/>
          <pc:sldMk cId="1903328497" sldId="521"/>
        </pc:sldMkLst>
      </pc:sldChg>
      <pc:sldChg chg="addSp delSp modSp add mod addAnim delAnim modAnim">
        <pc:chgData name="Zhao Jin" userId="cd05a825-544c-438a-9ba1-08e63db50b47" providerId="ADAL" clId="{5DF3A229-1965-414E-AF54-F4C37AC7DF68}" dt="2026-01-13T01:15:02.041" v="2396" actId="113"/>
        <pc:sldMkLst>
          <pc:docMk/>
          <pc:sldMk cId="1408551607" sldId="522"/>
        </pc:sldMkLst>
        <pc:spChg chg="add del mod">
          <ac:chgData name="Zhao Jin" userId="cd05a825-544c-438a-9ba1-08e63db50b47" providerId="ADAL" clId="{5DF3A229-1965-414E-AF54-F4C37AC7DF68}" dt="2026-01-13T01:11:55.373" v="2185" actId="478"/>
          <ac:spMkLst>
            <pc:docMk/>
            <pc:sldMk cId="1408551607" sldId="522"/>
            <ac:spMk id="2" creationId="{A7EF5756-1EB4-6B6C-B910-641A73623819}"/>
          </ac:spMkLst>
        </pc:spChg>
        <pc:spChg chg="add del mod">
          <ac:chgData name="Zhao Jin" userId="cd05a825-544c-438a-9ba1-08e63db50b47" providerId="ADAL" clId="{5DF3A229-1965-414E-AF54-F4C37AC7DF68}" dt="2026-01-13T01:13:12.816" v="2344" actId="47"/>
          <ac:spMkLst>
            <pc:docMk/>
            <pc:sldMk cId="1408551607" sldId="522"/>
            <ac:spMk id="3" creationId="{FDD3805A-4CCD-915F-93A4-B5A60D6DF48D}"/>
          </ac:spMkLst>
        </pc:spChg>
        <pc:spChg chg="add del mod">
          <ac:chgData name="Zhao Jin" userId="cd05a825-544c-438a-9ba1-08e63db50b47" providerId="ADAL" clId="{5DF3A229-1965-414E-AF54-F4C37AC7DF68}" dt="2026-01-13T01:14:04.865" v="2370" actId="478"/>
          <ac:spMkLst>
            <pc:docMk/>
            <pc:sldMk cId="1408551607" sldId="522"/>
            <ac:spMk id="4" creationId="{4CDD403D-3A4D-C094-8288-AF9F6FFCF826}"/>
          </ac:spMkLst>
        </pc:spChg>
        <pc:spChg chg="add mod">
          <ac:chgData name="Zhao Jin" userId="cd05a825-544c-438a-9ba1-08e63db50b47" providerId="ADAL" clId="{5DF3A229-1965-414E-AF54-F4C37AC7DF68}" dt="2026-01-13T01:14:54.026" v="2392" actId="1076"/>
          <ac:spMkLst>
            <pc:docMk/>
            <pc:sldMk cId="1408551607" sldId="522"/>
            <ac:spMk id="7" creationId="{97B09F4A-2FA0-720C-C8B5-7816D92CACCB}"/>
          </ac:spMkLst>
        </pc:spChg>
        <pc:spChg chg="mod">
          <ac:chgData name="Zhao Jin" userId="cd05a825-544c-438a-9ba1-08e63db50b47" providerId="ADAL" clId="{5DF3A229-1965-414E-AF54-F4C37AC7DF68}" dt="2026-01-13T01:15:02.041" v="2396" actId="113"/>
          <ac:spMkLst>
            <pc:docMk/>
            <pc:sldMk cId="1408551607" sldId="522"/>
            <ac:spMk id="12" creationId="{00000000-0000-0000-0000-000000000000}"/>
          </ac:spMkLst>
        </pc:spChg>
      </pc:sldChg>
      <pc:sldChg chg="del">
        <pc:chgData name="Zhao Jin" userId="cd05a825-544c-438a-9ba1-08e63db50b47" providerId="ADAL" clId="{5DF3A229-1965-414E-AF54-F4C37AC7DF68}" dt="2026-01-12T23:58:11.790" v="409" actId="2696"/>
        <pc:sldMkLst>
          <pc:docMk/>
          <pc:sldMk cId="1644745578" sldId="522"/>
        </pc:sldMkLst>
      </pc:sldChg>
      <pc:sldChg chg="add del">
        <pc:chgData name="Zhao Jin" userId="cd05a825-544c-438a-9ba1-08e63db50b47" providerId="ADAL" clId="{5DF3A229-1965-414E-AF54-F4C37AC7DF68}" dt="2026-01-12T23:58:24.875" v="411" actId="2696"/>
        <pc:sldMkLst>
          <pc:docMk/>
          <pc:sldMk cId="2372351410" sldId="522"/>
        </pc:sldMkLst>
      </pc:sldChg>
      <pc:sldChg chg="delSp modSp add mod addAnim delAnim modAnim">
        <pc:chgData name="Zhao Jin" userId="cd05a825-544c-438a-9ba1-08e63db50b47" providerId="ADAL" clId="{5DF3A229-1965-414E-AF54-F4C37AC7DF68}" dt="2026-01-13T01:07:05.829" v="1957"/>
        <pc:sldMkLst>
          <pc:docMk/>
          <pc:sldMk cId="606460147" sldId="525"/>
        </pc:sldMkLst>
        <pc:spChg chg="del">
          <ac:chgData name="Zhao Jin" userId="cd05a825-544c-438a-9ba1-08e63db50b47" providerId="ADAL" clId="{5DF3A229-1965-414E-AF54-F4C37AC7DF68}" dt="2026-01-12T23:53:13.380" v="65" actId="478"/>
          <ac:spMkLst>
            <pc:docMk/>
            <pc:sldMk cId="606460147" sldId="525"/>
            <ac:spMk id="2" creationId="{91230297-A44A-0A54-FDA0-400F03B926F3}"/>
          </ac:spMkLst>
        </pc:spChg>
        <pc:spChg chg="mod">
          <ac:chgData name="Zhao Jin" userId="cd05a825-544c-438a-9ba1-08e63db50b47" providerId="ADAL" clId="{5DF3A229-1965-414E-AF54-F4C37AC7DF68}" dt="2026-01-13T00:42:49.323" v="1724" actId="20577"/>
          <ac:spMkLst>
            <pc:docMk/>
            <pc:sldMk cId="606460147" sldId="525"/>
            <ac:spMk id="7" creationId="{A7066E73-ECA3-B0A1-8DC3-3CBE130C520B}"/>
          </ac:spMkLst>
        </pc:spChg>
      </pc:sldChg>
      <pc:sldChg chg="add del">
        <pc:chgData name="Zhao Jin" userId="cd05a825-544c-438a-9ba1-08e63db50b47" providerId="ADAL" clId="{5DF3A229-1965-414E-AF54-F4C37AC7DF68}" dt="2026-01-12T07:06:07.345" v="3" actId="47"/>
        <pc:sldMkLst>
          <pc:docMk/>
          <pc:sldMk cId="808549348" sldId="525"/>
        </pc:sldMkLst>
      </pc:sldChg>
      <pc:sldChg chg="add del">
        <pc:chgData name="Zhao Jin" userId="cd05a825-544c-438a-9ba1-08e63db50b47" providerId="ADAL" clId="{5DF3A229-1965-414E-AF54-F4C37AC7DF68}" dt="2026-01-12T07:05:44.596" v="1"/>
        <pc:sldMkLst>
          <pc:docMk/>
          <pc:sldMk cId="1746358796" sldId="525"/>
        </pc:sldMkLst>
      </pc:sldChg>
      <pc:sldChg chg="modSp add mod ord addAnim delAnim modAnim">
        <pc:chgData name="Zhao Jin" userId="cd05a825-544c-438a-9ba1-08e63db50b47" providerId="ADAL" clId="{5DF3A229-1965-414E-AF54-F4C37AC7DF68}" dt="2026-01-13T01:07:52.176" v="1965"/>
        <pc:sldMkLst>
          <pc:docMk/>
          <pc:sldMk cId="3922419848" sldId="526"/>
        </pc:sldMkLst>
        <pc:spChg chg="mod">
          <ac:chgData name="Zhao Jin" userId="cd05a825-544c-438a-9ba1-08e63db50b47" providerId="ADAL" clId="{5DF3A229-1965-414E-AF54-F4C37AC7DF68}" dt="2026-01-13T00:47:17.199" v="1898" actId="113"/>
          <ac:spMkLst>
            <pc:docMk/>
            <pc:sldMk cId="3922419848" sldId="526"/>
            <ac:spMk id="7" creationId="{20E086B9-0104-361F-B659-A29F10940E5B}"/>
          </ac:spMkLst>
        </pc:spChg>
      </pc:sldChg>
      <pc:sldChg chg="modSp add mod ord addAnim delAnim modAnim">
        <pc:chgData name="Zhao Jin" userId="cd05a825-544c-438a-9ba1-08e63db50b47" providerId="ADAL" clId="{5DF3A229-1965-414E-AF54-F4C37AC7DF68}" dt="2026-01-13T01:07:17.386" v="1960"/>
        <pc:sldMkLst>
          <pc:docMk/>
          <pc:sldMk cId="77907855" sldId="527"/>
        </pc:sldMkLst>
        <pc:spChg chg="mod">
          <ac:chgData name="Zhao Jin" userId="cd05a825-544c-438a-9ba1-08e63db50b47" providerId="ADAL" clId="{5DF3A229-1965-414E-AF54-F4C37AC7DF68}" dt="2026-01-13T00:46:31.182" v="1891" actId="114"/>
          <ac:spMkLst>
            <pc:docMk/>
            <pc:sldMk cId="77907855" sldId="527"/>
            <ac:spMk id="7" creationId="{AA0F66E4-9249-BDC1-2454-D8829DF6BB9A}"/>
          </ac:spMkLst>
        </pc:spChg>
      </pc:sldChg>
      <pc:sldChg chg="add del">
        <pc:chgData name="Zhao Jin" userId="cd05a825-544c-438a-9ba1-08e63db50b47" providerId="ADAL" clId="{5DF3A229-1965-414E-AF54-F4C37AC7DF68}" dt="2026-01-13T00:00:44.351" v="608"/>
        <pc:sldMkLst>
          <pc:docMk/>
          <pc:sldMk cId="857183490" sldId="528"/>
        </pc:sldMkLst>
      </pc:sldChg>
      <pc:sldChg chg="modSp add mod addAnim delAnim modAnim">
        <pc:chgData name="Zhao Jin" userId="cd05a825-544c-438a-9ba1-08e63db50b47" providerId="ADAL" clId="{5DF3A229-1965-414E-AF54-F4C37AC7DF68}" dt="2026-01-13T01:07:59.846" v="1967"/>
        <pc:sldMkLst>
          <pc:docMk/>
          <pc:sldMk cId="3718646441" sldId="528"/>
        </pc:sldMkLst>
        <pc:spChg chg="mod">
          <ac:chgData name="Zhao Jin" userId="cd05a825-544c-438a-9ba1-08e63db50b47" providerId="ADAL" clId="{5DF3A229-1965-414E-AF54-F4C37AC7DF68}" dt="2026-01-13T00:47:50.263" v="1917" actId="113"/>
          <ac:spMkLst>
            <pc:docMk/>
            <pc:sldMk cId="3718646441" sldId="528"/>
            <ac:spMk id="7" creationId="{5243D0ED-A60E-6068-4276-562D0E8F6798}"/>
          </ac:spMkLst>
        </pc:spChg>
      </pc:sldChg>
      <pc:sldChg chg="modSp add mod ord modAnim">
        <pc:chgData name="Zhao Jin" userId="cd05a825-544c-438a-9ba1-08e63db50b47" providerId="ADAL" clId="{5DF3A229-1965-414E-AF54-F4C37AC7DF68}" dt="2026-01-13T01:07:45.824" v="1963"/>
        <pc:sldMkLst>
          <pc:docMk/>
          <pc:sldMk cId="3207646128" sldId="529"/>
        </pc:sldMkLst>
        <pc:spChg chg="mod">
          <ac:chgData name="Zhao Jin" userId="cd05a825-544c-438a-9ba1-08e63db50b47" providerId="ADAL" clId="{5DF3A229-1965-414E-AF54-F4C37AC7DF68}" dt="2026-01-13T00:45:17.928" v="1870" actId="20577"/>
          <ac:spMkLst>
            <pc:docMk/>
            <pc:sldMk cId="3207646128" sldId="529"/>
            <ac:spMk id="7" creationId="{AC74CE99-03C4-3DF4-E7F2-EBBC3FB6185D}"/>
          </ac:spMkLst>
        </pc:spChg>
      </pc:sldChg>
      <pc:sldChg chg="delSp modSp add del mod">
        <pc:chgData name="Zhao Jin" userId="cd05a825-544c-438a-9ba1-08e63db50b47" providerId="ADAL" clId="{5DF3A229-1965-414E-AF54-F4C37AC7DF68}" dt="2026-01-13T00:53:59.701" v="1950" actId="47"/>
        <pc:sldMkLst>
          <pc:docMk/>
          <pc:sldMk cId="1038931209" sldId="530"/>
        </pc:sldMkLst>
        <pc:graphicFrameChg chg="del">
          <ac:chgData name="Zhao Jin" userId="cd05a825-544c-438a-9ba1-08e63db50b47" providerId="ADAL" clId="{5DF3A229-1965-414E-AF54-F4C37AC7DF68}" dt="2026-01-13T00:53:47.477" v="1946" actId="478"/>
          <ac:graphicFrameMkLst>
            <pc:docMk/>
            <pc:sldMk cId="1038931209" sldId="530"/>
            <ac:graphicFrameMk id="7" creationId="{4835C0B4-B7D8-5EA6-0D88-FEB0B86951E1}"/>
          </ac:graphicFrameMkLst>
        </pc:graphicFrameChg>
        <pc:graphicFrameChg chg="del">
          <ac:chgData name="Zhao Jin" userId="cd05a825-544c-438a-9ba1-08e63db50b47" providerId="ADAL" clId="{5DF3A229-1965-414E-AF54-F4C37AC7DF68}" dt="2026-01-13T00:53:47.477" v="1946" actId="478"/>
          <ac:graphicFrameMkLst>
            <pc:docMk/>
            <pc:sldMk cId="1038931209" sldId="530"/>
            <ac:graphicFrameMk id="16" creationId="{3DB7790D-A6BF-5CB1-85B6-3AB7539B8A70}"/>
          </ac:graphicFrameMkLst>
        </pc:graphicFrameChg>
        <pc:picChg chg="mod">
          <ac:chgData name="Zhao Jin" userId="cd05a825-544c-438a-9ba1-08e63db50b47" providerId="ADAL" clId="{5DF3A229-1965-414E-AF54-F4C37AC7DF68}" dt="2026-01-13T00:53:51.392" v="1947" actId="1076"/>
          <ac:picMkLst>
            <pc:docMk/>
            <pc:sldMk cId="1038931209" sldId="530"/>
            <ac:picMk id="3074" creationId="{D3482542-533D-7856-C55A-1FDC3F9F92CC}"/>
          </ac:picMkLst>
        </pc:picChg>
      </pc:sldChg>
      <pc:sldChg chg="delSp add mod modAnim">
        <pc:chgData name="Zhao Jin" userId="cd05a825-544c-438a-9ba1-08e63db50b47" providerId="ADAL" clId="{5DF3A229-1965-414E-AF54-F4C37AC7DF68}" dt="2026-01-13T01:08:33.561" v="1969"/>
        <pc:sldMkLst>
          <pc:docMk/>
          <pc:sldMk cId="3000123023" sldId="530"/>
        </pc:sldMkLst>
        <pc:spChg chg="del">
          <ac:chgData name="Zhao Jin" userId="cd05a825-544c-438a-9ba1-08e63db50b47" providerId="ADAL" clId="{5DF3A229-1965-414E-AF54-F4C37AC7DF68}" dt="2026-01-13T00:54:04.530" v="1952" actId="478"/>
          <ac:spMkLst>
            <pc:docMk/>
            <pc:sldMk cId="3000123023" sldId="530"/>
            <ac:spMk id="3" creationId="{538D9149-4F75-EE44-0334-DA9CCE428834}"/>
          </ac:spMkLst>
        </pc:spChg>
        <pc:spChg chg="del">
          <ac:chgData name="Zhao Jin" userId="cd05a825-544c-438a-9ba1-08e63db50b47" providerId="ADAL" clId="{5DF3A229-1965-414E-AF54-F4C37AC7DF68}" dt="2026-01-13T00:54:05.696" v="1953" actId="478"/>
          <ac:spMkLst>
            <pc:docMk/>
            <pc:sldMk cId="3000123023" sldId="530"/>
            <ac:spMk id="4" creationId="{77896B55-3C07-24B6-32EE-5D2E257CC638}"/>
          </ac:spMkLst>
        </pc:spChg>
        <pc:graphicFrameChg chg="del">
          <ac:chgData name="Zhao Jin" userId="cd05a825-544c-438a-9ba1-08e63db50b47" providerId="ADAL" clId="{5DF3A229-1965-414E-AF54-F4C37AC7DF68}" dt="2026-01-13T00:54:10.161" v="1954" actId="478"/>
          <ac:graphicFrameMkLst>
            <pc:docMk/>
            <pc:sldMk cId="3000123023" sldId="530"/>
            <ac:graphicFrameMk id="7" creationId="{934AD90E-EB8B-14E5-922F-DFABA181A12B}"/>
          </ac:graphicFrameMkLst>
        </pc:graphicFrameChg>
        <pc:graphicFrameChg chg="del">
          <ac:chgData name="Zhao Jin" userId="cd05a825-544c-438a-9ba1-08e63db50b47" providerId="ADAL" clId="{5DF3A229-1965-414E-AF54-F4C37AC7DF68}" dt="2026-01-13T00:54:10.161" v="1954" actId="478"/>
          <ac:graphicFrameMkLst>
            <pc:docMk/>
            <pc:sldMk cId="3000123023" sldId="530"/>
            <ac:graphicFrameMk id="16" creationId="{A9A0B7E0-45BD-028E-A31F-759F82AE7ED3}"/>
          </ac:graphicFrameMkLst>
        </pc:graphicFrameChg>
      </pc:sldChg>
      <pc:sldChg chg="modSp add modAnim">
        <pc:chgData name="Zhao Jin" userId="cd05a825-544c-438a-9ba1-08e63db50b47" providerId="ADAL" clId="{5DF3A229-1965-414E-AF54-F4C37AC7DF68}" dt="2026-01-13T01:07:23.267" v="1962" actId="20577"/>
        <pc:sldMkLst>
          <pc:docMk/>
          <pc:sldMk cId="4279576451" sldId="531"/>
        </pc:sldMkLst>
        <pc:spChg chg="mod">
          <ac:chgData name="Zhao Jin" userId="cd05a825-544c-438a-9ba1-08e63db50b47" providerId="ADAL" clId="{5DF3A229-1965-414E-AF54-F4C37AC7DF68}" dt="2026-01-13T01:07:23.267" v="1962" actId="20577"/>
          <ac:spMkLst>
            <pc:docMk/>
            <pc:sldMk cId="4279576451" sldId="531"/>
            <ac:spMk id="7" creationId="{EC6066E8-8ED1-C3AD-8C83-22689AC12B1B}"/>
          </ac:spMkLst>
        </pc:spChg>
      </pc:sldChg>
      <pc:sldChg chg="modSp add del mod">
        <pc:chgData name="Zhao Jin" userId="cd05a825-544c-438a-9ba1-08e63db50b47" providerId="ADAL" clId="{5DF3A229-1965-414E-AF54-F4C37AC7DF68}" dt="2026-01-13T01:10:30.070" v="2073" actId="47"/>
        <pc:sldMkLst>
          <pc:docMk/>
          <pc:sldMk cId="1546185020" sldId="532"/>
        </pc:sldMkLst>
        <pc:spChg chg="mod">
          <ac:chgData name="Zhao Jin" userId="cd05a825-544c-438a-9ba1-08e63db50b47" providerId="ADAL" clId="{5DF3A229-1965-414E-AF54-F4C37AC7DF68}" dt="2026-01-13T01:09:56.315" v="2069" actId="6549"/>
          <ac:spMkLst>
            <pc:docMk/>
            <pc:sldMk cId="1546185020" sldId="532"/>
            <ac:spMk id="12" creationId="{6DF26D5F-0293-6347-4C6F-3D1B784F49B3}"/>
          </ac:spMkLst>
        </pc:spChg>
      </pc:sldChg>
      <pc:sldChg chg="modSp add mod">
        <pc:chgData name="Zhao Jin" userId="cd05a825-544c-438a-9ba1-08e63db50b47" providerId="ADAL" clId="{5DF3A229-1965-414E-AF54-F4C37AC7DF68}" dt="2026-01-13T01:10:26.966" v="2072" actId="6549"/>
        <pc:sldMkLst>
          <pc:docMk/>
          <pc:sldMk cId="1440505748" sldId="533"/>
        </pc:sldMkLst>
        <pc:spChg chg="mod">
          <ac:chgData name="Zhao Jin" userId="cd05a825-544c-438a-9ba1-08e63db50b47" providerId="ADAL" clId="{5DF3A229-1965-414E-AF54-F4C37AC7DF68}" dt="2026-01-13T01:10:26.966" v="2072" actId="6549"/>
          <ac:spMkLst>
            <pc:docMk/>
            <pc:sldMk cId="1440505748" sldId="533"/>
            <ac:spMk id="12" creationId="{EF7CBCA3-6947-E348-9361-70056FA8F62B}"/>
          </ac:spMkLst>
        </pc:spChg>
      </pc:sldChg>
      <pc:sldChg chg="add del">
        <pc:chgData name="Zhao Jin" userId="cd05a825-544c-438a-9ba1-08e63db50b47" providerId="ADAL" clId="{5DF3A229-1965-414E-AF54-F4C37AC7DF68}" dt="2026-01-13T01:09:27.336" v="1972"/>
        <pc:sldMkLst>
          <pc:docMk/>
          <pc:sldMk cId="1724523498" sldId="53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371F4E-EFCC-4489-9D4F-A04749EEC3C7}" type="doc">
      <dgm:prSet loTypeId="urn:microsoft.com/office/officeart/2005/8/layout/cycle1" loCatId="cycle" qsTypeId="urn:microsoft.com/office/officeart/2005/8/quickstyle/3d4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2949E5D0-E3AE-440C-84E0-4D335FE357A3}">
      <dgm:prSet phldrT="[Text]" custT="1"/>
      <dgm:spPr/>
      <dgm:t>
        <a:bodyPr/>
        <a:lstStyle/>
        <a:p>
          <a:r>
            <a:rPr lang="en-US" sz="3600" dirty="0"/>
            <a:t>Compile</a:t>
          </a:r>
        </a:p>
      </dgm:t>
    </dgm:pt>
    <dgm:pt modelId="{1DC2CE05-67FE-404B-A1FA-DE130E295249}" type="parTrans" cxnId="{C779B286-9221-49AC-B04F-9C2D0436B319}">
      <dgm:prSet/>
      <dgm:spPr/>
      <dgm:t>
        <a:bodyPr/>
        <a:lstStyle/>
        <a:p>
          <a:endParaRPr lang="en-US"/>
        </a:p>
      </dgm:t>
    </dgm:pt>
    <dgm:pt modelId="{58AB6B1C-C21F-4364-ACA8-705E866302CC}" type="sibTrans" cxnId="{C779B286-9221-49AC-B04F-9C2D0436B319}">
      <dgm:prSet/>
      <dgm:spPr/>
      <dgm:t>
        <a:bodyPr/>
        <a:lstStyle/>
        <a:p>
          <a:endParaRPr lang="en-US"/>
        </a:p>
      </dgm:t>
    </dgm:pt>
    <dgm:pt modelId="{D459C53D-C842-4379-B987-E4C10069BCDB}">
      <dgm:prSet phldrT="[Text]" custT="1"/>
      <dgm:spPr/>
      <dgm:t>
        <a:bodyPr/>
        <a:lstStyle/>
        <a:p>
          <a:r>
            <a:rPr lang="en-US" sz="3600" dirty="0"/>
            <a:t>Execute</a:t>
          </a:r>
        </a:p>
      </dgm:t>
    </dgm:pt>
    <dgm:pt modelId="{3EDB57BF-3425-4E1F-8303-6E3721F62824}" type="parTrans" cxnId="{CF3EF0A6-E957-4029-8642-ACC0FDEBD4C3}">
      <dgm:prSet/>
      <dgm:spPr/>
      <dgm:t>
        <a:bodyPr/>
        <a:lstStyle/>
        <a:p>
          <a:endParaRPr lang="en-US"/>
        </a:p>
      </dgm:t>
    </dgm:pt>
    <dgm:pt modelId="{F6C2D785-60EF-4587-AFCF-1F8354AF04F3}" type="sibTrans" cxnId="{CF3EF0A6-E957-4029-8642-ACC0FDEBD4C3}">
      <dgm:prSet/>
      <dgm:spPr/>
      <dgm:t>
        <a:bodyPr/>
        <a:lstStyle/>
        <a:p>
          <a:endParaRPr lang="en-US"/>
        </a:p>
      </dgm:t>
    </dgm:pt>
    <dgm:pt modelId="{B3C1612D-F49E-46F5-96F5-811B17CA5296}">
      <dgm:prSet phldrT="[Text]" custT="1"/>
      <dgm:spPr/>
      <dgm:t>
        <a:bodyPr/>
        <a:lstStyle/>
        <a:p>
          <a:r>
            <a:rPr lang="en-US" sz="3600" dirty="0"/>
            <a:t>Edit</a:t>
          </a:r>
        </a:p>
      </dgm:t>
    </dgm:pt>
    <dgm:pt modelId="{C593E684-A8A4-4FD4-9D15-7AC9144F249C}" type="parTrans" cxnId="{7EAAD49D-1FAA-4B58-AF37-EB3EB875D7FE}">
      <dgm:prSet/>
      <dgm:spPr/>
      <dgm:t>
        <a:bodyPr/>
        <a:lstStyle/>
        <a:p>
          <a:endParaRPr lang="en-US"/>
        </a:p>
      </dgm:t>
    </dgm:pt>
    <dgm:pt modelId="{410C827A-8B8F-4BD2-9371-0AF8EB9697F0}" type="sibTrans" cxnId="{7EAAD49D-1FAA-4B58-AF37-EB3EB875D7FE}">
      <dgm:prSet/>
      <dgm:spPr/>
      <dgm:t>
        <a:bodyPr/>
        <a:lstStyle/>
        <a:p>
          <a:endParaRPr lang="en-US"/>
        </a:p>
      </dgm:t>
    </dgm:pt>
    <dgm:pt modelId="{C6F4ECA5-8E55-49A7-A124-2FE27845719F}" type="pres">
      <dgm:prSet presAssocID="{97371F4E-EFCC-4489-9D4F-A04749EEC3C7}" presName="cycle" presStyleCnt="0">
        <dgm:presLayoutVars>
          <dgm:dir/>
          <dgm:resizeHandles val="exact"/>
        </dgm:presLayoutVars>
      </dgm:prSet>
      <dgm:spPr/>
    </dgm:pt>
    <dgm:pt modelId="{D26C634C-629D-4161-88AF-27FCE15AF6B7}" type="pres">
      <dgm:prSet presAssocID="{2949E5D0-E3AE-440C-84E0-4D335FE357A3}" presName="dummy" presStyleCnt="0"/>
      <dgm:spPr/>
    </dgm:pt>
    <dgm:pt modelId="{DAD424E8-6E6A-4FDA-B3E6-483CA922E066}" type="pres">
      <dgm:prSet presAssocID="{2949E5D0-E3AE-440C-84E0-4D335FE357A3}" presName="node" presStyleLbl="revTx" presStyleIdx="0" presStyleCnt="3" custScaleX="139921" custRadScaleRad="108985" custRadScaleInc="8408">
        <dgm:presLayoutVars>
          <dgm:bulletEnabled val="1"/>
        </dgm:presLayoutVars>
      </dgm:prSet>
      <dgm:spPr/>
    </dgm:pt>
    <dgm:pt modelId="{5ACE39B1-DEE8-4A45-A385-F29C53872361}" type="pres">
      <dgm:prSet presAssocID="{58AB6B1C-C21F-4364-ACA8-705E866302CC}" presName="sibTrans" presStyleLbl="node1" presStyleIdx="0" presStyleCnt="3"/>
      <dgm:spPr/>
    </dgm:pt>
    <dgm:pt modelId="{76FA96CB-7B53-4B64-9D50-6A84EDF8069E}" type="pres">
      <dgm:prSet presAssocID="{D459C53D-C842-4379-B987-E4C10069BCDB}" presName="dummy" presStyleCnt="0"/>
      <dgm:spPr/>
    </dgm:pt>
    <dgm:pt modelId="{2B2AA75F-9619-46A2-A649-4845E114DAD3}" type="pres">
      <dgm:prSet presAssocID="{D459C53D-C842-4379-B987-E4C10069BCDB}" presName="node" presStyleLbl="revTx" presStyleIdx="1" presStyleCnt="3" custScaleX="137713" custRadScaleRad="112525" custRadScaleInc="-725">
        <dgm:presLayoutVars>
          <dgm:bulletEnabled val="1"/>
        </dgm:presLayoutVars>
      </dgm:prSet>
      <dgm:spPr/>
    </dgm:pt>
    <dgm:pt modelId="{1DA5407C-2ABA-4D53-A6E4-65C1E42F44ED}" type="pres">
      <dgm:prSet presAssocID="{F6C2D785-60EF-4587-AFCF-1F8354AF04F3}" presName="sibTrans" presStyleLbl="node1" presStyleIdx="1" presStyleCnt="3"/>
      <dgm:spPr/>
    </dgm:pt>
    <dgm:pt modelId="{7647305E-982E-4611-88D4-4B010B25F2E9}" type="pres">
      <dgm:prSet presAssocID="{B3C1612D-F49E-46F5-96F5-811B17CA5296}" presName="dummy" presStyleCnt="0"/>
      <dgm:spPr/>
    </dgm:pt>
    <dgm:pt modelId="{CA33C156-38C2-47B4-B412-AC0AD426ECA9}" type="pres">
      <dgm:prSet presAssocID="{B3C1612D-F49E-46F5-96F5-811B17CA5296}" presName="node" presStyleLbl="revTx" presStyleIdx="2" presStyleCnt="3">
        <dgm:presLayoutVars>
          <dgm:bulletEnabled val="1"/>
        </dgm:presLayoutVars>
      </dgm:prSet>
      <dgm:spPr/>
    </dgm:pt>
    <dgm:pt modelId="{52CF257E-0E6F-48A7-B73F-3BF9D7D3B8C9}" type="pres">
      <dgm:prSet presAssocID="{410C827A-8B8F-4BD2-9371-0AF8EB9697F0}" presName="sibTrans" presStyleLbl="node1" presStyleIdx="2" presStyleCnt="3"/>
      <dgm:spPr/>
    </dgm:pt>
  </dgm:ptLst>
  <dgm:cxnLst>
    <dgm:cxn modelId="{5B691C2F-F09A-4BF1-98F8-E622C04813F4}" type="presOf" srcId="{D459C53D-C842-4379-B987-E4C10069BCDB}" destId="{2B2AA75F-9619-46A2-A649-4845E114DAD3}" srcOrd="0" destOrd="0" presId="urn:microsoft.com/office/officeart/2005/8/layout/cycle1"/>
    <dgm:cxn modelId="{3DFE1868-F02C-4B13-9849-7A122281CBEF}" type="presOf" srcId="{97371F4E-EFCC-4489-9D4F-A04749EEC3C7}" destId="{C6F4ECA5-8E55-49A7-A124-2FE27845719F}" srcOrd="0" destOrd="0" presId="urn:microsoft.com/office/officeart/2005/8/layout/cycle1"/>
    <dgm:cxn modelId="{8D70B86B-2547-4F3D-87CA-A8CF59C60AE6}" type="presOf" srcId="{B3C1612D-F49E-46F5-96F5-811B17CA5296}" destId="{CA33C156-38C2-47B4-B412-AC0AD426ECA9}" srcOrd="0" destOrd="0" presId="urn:microsoft.com/office/officeart/2005/8/layout/cycle1"/>
    <dgm:cxn modelId="{A4792A78-1EC2-424B-8EC2-A7612ED7AF1C}" type="presOf" srcId="{F6C2D785-60EF-4587-AFCF-1F8354AF04F3}" destId="{1DA5407C-2ABA-4D53-A6E4-65C1E42F44ED}" srcOrd="0" destOrd="0" presId="urn:microsoft.com/office/officeart/2005/8/layout/cycle1"/>
    <dgm:cxn modelId="{F1240A7E-DED7-44D5-BA86-D17EA2CC1C4D}" type="presOf" srcId="{410C827A-8B8F-4BD2-9371-0AF8EB9697F0}" destId="{52CF257E-0E6F-48A7-B73F-3BF9D7D3B8C9}" srcOrd="0" destOrd="0" presId="urn:microsoft.com/office/officeart/2005/8/layout/cycle1"/>
    <dgm:cxn modelId="{C779B286-9221-49AC-B04F-9C2D0436B319}" srcId="{97371F4E-EFCC-4489-9D4F-A04749EEC3C7}" destId="{2949E5D0-E3AE-440C-84E0-4D335FE357A3}" srcOrd="0" destOrd="0" parTransId="{1DC2CE05-67FE-404B-A1FA-DE130E295249}" sibTransId="{58AB6B1C-C21F-4364-ACA8-705E866302CC}"/>
    <dgm:cxn modelId="{7EAAD49D-1FAA-4B58-AF37-EB3EB875D7FE}" srcId="{97371F4E-EFCC-4489-9D4F-A04749EEC3C7}" destId="{B3C1612D-F49E-46F5-96F5-811B17CA5296}" srcOrd="2" destOrd="0" parTransId="{C593E684-A8A4-4FD4-9D15-7AC9144F249C}" sibTransId="{410C827A-8B8F-4BD2-9371-0AF8EB9697F0}"/>
    <dgm:cxn modelId="{CF3EF0A6-E957-4029-8642-ACC0FDEBD4C3}" srcId="{97371F4E-EFCC-4489-9D4F-A04749EEC3C7}" destId="{D459C53D-C842-4379-B987-E4C10069BCDB}" srcOrd="1" destOrd="0" parTransId="{3EDB57BF-3425-4E1F-8303-6E3721F62824}" sibTransId="{F6C2D785-60EF-4587-AFCF-1F8354AF04F3}"/>
    <dgm:cxn modelId="{F66D82C3-560B-468A-AE7D-223F0F573514}" type="presOf" srcId="{58AB6B1C-C21F-4364-ACA8-705E866302CC}" destId="{5ACE39B1-DEE8-4A45-A385-F29C53872361}" srcOrd="0" destOrd="0" presId="urn:microsoft.com/office/officeart/2005/8/layout/cycle1"/>
    <dgm:cxn modelId="{E42864D7-E41D-4C60-9EAC-61CA70C65A26}" type="presOf" srcId="{2949E5D0-E3AE-440C-84E0-4D335FE357A3}" destId="{DAD424E8-6E6A-4FDA-B3E6-483CA922E066}" srcOrd="0" destOrd="0" presId="urn:microsoft.com/office/officeart/2005/8/layout/cycle1"/>
    <dgm:cxn modelId="{2D210F4E-A39C-4908-947D-E7CBAC45DFA5}" type="presParOf" srcId="{C6F4ECA5-8E55-49A7-A124-2FE27845719F}" destId="{D26C634C-629D-4161-88AF-27FCE15AF6B7}" srcOrd="0" destOrd="0" presId="urn:microsoft.com/office/officeart/2005/8/layout/cycle1"/>
    <dgm:cxn modelId="{A819A0C2-92E7-44EC-9219-3C9040AA086B}" type="presParOf" srcId="{C6F4ECA5-8E55-49A7-A124-2FE27845719F}" destId="{DAD424E8-6E6A-4FDA-B3E6-483CA922E066}" srcOrd="1" destOrd="0" presId="urn:microsoft.com/office/officeart/2005/8/layout/cycle1"/>
    <dgm:cxn modelId="{840E912A-E872-4305-9E4B-9F179B938C6D}" type="presParOf" srcId="{C6F4ECA5-8E55-49A7-A124-2FE27845719F}" destId="{5ACE39B1-DEE8-4A45-A385-F29C53872361}" srcOrd="2" destOrd="0" presId="urn:microsoft.com/office/officeart/2005/8/layout/cycle1"/>
    <dgm:cxn modelId="{AC4BFEFE-8285-4384-9583-612122BCA5F5}" type="presParOf" srcId="{C6F4ECA5-8E55-49A7-A124-2FE27845719F}" destId="{76FA96CB-7B53-4B64-9D50-6A84EDF8069E}" srcOrd="3" destOrd="0" presId="urn:microsoft.com/office/officeart/2005/8/layout/cycle1"/>
    <dgm:cxn modelId="{47968616-7E63-473E-B604-6AC423CD6168}" type="presParOf" srcId="{C6F4ECA5-8E55-49A7-A124-2FE27845719F}" destId="{2B2AA75F-9619-46A2-A649-4845E114DAD3}" srcOrd="4" destOrd="0" presId="urn:microsoft.com/office/officeart/2005/8/layout/cycle1"/>
    <dgm:cxn modelId="{05875CAC-3DF2-4E20-8B75-3AEAB50FBDA6}" type="presParOf" srcId="{C6F4ECA5-8E55-49A7-A124-2FE27845719F}" destId="{1DA5407C-2ABA-4D53-A6E4-65C1E42F44ED}" srcOrd="5" destOrd="0" presId="urn:microsoft.com/office/officeart/2005/8/layout/cycle1"/>
    <dgm:cxn modelId="{D4A95FCF-B019-4F27-93F5-5E3EF4679716}" type="presParOf" srcId="{C6F4ECA5-8E55-49A7-A124-2FE27845719F}" destId="{7647305E-982E-4611-88D4-4B010B25F2E9}" srcOrd="6" destOrd="0" presId="urn:microsoft.com/office/officeart/2005/8/layout/cycle1"/>
    <dgm:cxn modelId="{182037DB-9949-4E12-8B9E-ED68D9CBA89C}" type="presParOf" srcId="{C6F4ECA5-8E55-49A7-A124-2FE27845719F}" destId="{CA33C156-38C2-47B4-B412-AC0AD426ECA9}" srcOrd="7" destOrd="0" presId="urn:microsoft.com/office/officeart/2005/8/layout/cycle1"/>
    <dgm:cxn modelId="{6E42B38F-27E6-4265-93E6-A919DA93709B}" type="presParOf" srcId="{C6F4ECA5-8E55-49A7-A124-2FE27845719F}" destId="{52CF257E-0E6F-48A7-B73F-3BF9D7D3B8C9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6AE2DC-4AD6-4632-8B7B-A99BD9351117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678DF82B-3013-4ED0-AE9B-07308AE99E74}">
      <dgm:prSet phldrT="[Text]" custT="1"/>
      <dgm:spPr/>
      <dgm:t>
        <a:bodyPr/>
        <a:lstStyle/>
        <a:p>
          <a:r>
            <a:rPr lang="en-US" sz="2800">
              <a:solidFill>
                <a:schemeClr val="tx1"/>
              </a:solidFill>
            </a:rPr>
            <a:t>Input</a:t>
          </a:r>
        </a:p>
      </dgm:t>
    </dgm:pt>
    <dgm:pt modelId="{E3F32CB1-D3E8-4394-93EA-A65B26920DBF}" type="parTrans" cxnId="{5E0254C7-33D6-4380-8D44-C2A69C793C04}">
      <dgm:prSet/>
      <dgm:spPr/>
      <dgm:t>
        <a:bodyPr/>
        <a:lstStyle/>
        <a:p>
          <a:endParaRPr lang="en-US"/>
        </a:p>
      </dgm:t>
    </dgm:pt>
    <dgm:pt modelId="{1C338F7B-630D-48D8-9A0E-FCC2A732CED0}" type="sibTrans" cxnId="{5E0254C7-33D6-4380-8D44-C2A69C793C04}">
      <dgm:prSet/>
      <dgm:spPr/>
      <dgm:t>
        <a:bodyPr/>
        <a:lstStyle/>
        <a:p>
          <a:endParaRPr lang="en-US"/>
        </a:p>
      </dgm:t>
    </dgm:pt>
    <dgm:pt modelId="{DA495598-DC50-4CC1-9E53-18BD10CB0381}">
      <dgm:prSet phldrT="[Text]" custT="1"/>
      <dgm:spPr>
        <a:gradFill rotWithShape="0">
          <a:gsLst>
            <a:gs pos="0">
              <a:srgbClr val="FF0000"/>
            </a:gs>
            <a:gs pos="50000">
              <a:srgbClr val="FF6600"/>
            </a:gs>
            <a:gs pos="100000">
              <a:srgbClr val="FF9966"/>
            </a:gs>
          </a:gsLst>
          <a:lin ang="2700000" scaled="1"/>
        </a:gradFill>
      </dgm:spPr>
      <dgm:t>
        <a:bodyPr/>
        <a:lstStyle/>
        <a:p>
          <a:r>
            <a:rPr lang="en-US" sz="4400"/>
            <a:t>Algorithm</a:t>
          </a:r>
        </a:p>
      </dgm:t>
    </dgm:pt>
    <dgm:pt modelId="{9F466FB3-003E-498F-A701-E1AE6C44DC3C}" type="parTrans" cxnId="{054941CB-1A91-4124-9827-0D25F00FA6B2}">
      <dgm:prSet/>
      <dgm:spPr/>
      <dgm:t>
        <a:bodyPr/>
        <a:lstStyle/>
        <a:p>
          <a:endParaRPr lang="en-US"/>
        </a:p>
      </dgm:t>
    </dgm:pt>
    <dgm:pt modelId="{16FDF3D9-0EAA-4949-959A-97648299E372}" type="sibTrans" cxnId="{054941CB-1A91-4124-9827-0D25F00FA6B2}">
      <dgm:prSet/>
      <dgm:spPr/>
      <dgm:t>
        <a:bodyPr/>
        <a:lstStyle/>
        <a:p>
          <a:endParaRPr lang="en-US"/>
        </a:p>
      </dgm:t>
    </dgm:pt>
    <dgm:pt modelId="{D09C6804-6BD0-4B66-B45D-A69511A0E53D}">
      <dgm:prSet phldrT="[Text]" custT="1"/>
      <dgm:spPr/>
      <dgm:t>
        <a:bodyPr/>
        <a:lstStyle/>
        <a:p>
          <a:r>
            <a:rPr lang="en-US" sz="2800">
              <a:solidFill>
                <a:schemeClr val="tx1"/>
              </a:solidFill>
            </a:rPr>
            <a:t>Output</a:t>
          </a:r>
        </a:p>
      </dgm:t>
    </dgm:pt>
    <dgm:pt modelId="{E2DA8806-B557-433B-817A-F5A7802A0D5C}" type="parTrans" cxnId="{F234D021-7C7B-4495-8294-6D851F6F4B51}">
      <dgm:prSet/>
      <dgm:spPr/>
      <dgm:t>
        <a:bodyPr/>
        <a:lstStyle/>
        <a:p>
          <a:endParaRPr lang="en-US"/>
        </a:p>
      </dgm:t>
    </dgm:pt>
    <dgm:pt modelId="{3A6D7443-29C7-4E8C-AADA-992D722ECAA4}" type="sibTrans" cxnId="{F234D021-7C7B-4495-8294-6D851F6F4B51}">
      <dgm:prSet/>
      <dgm:spPr/>
      <dgm:t>
        <a:bodyPr/>
        <a:lstStyle/>
        <a:p>
          <a:endParaRPr lang="en-US"/>
        </a:p>
      </dgm:t>
    </dgm:pt>
    <dgm:pt modelId="{9CD8F3EC-378F-4715-9107-72129F0EEB39}" type="pres">
      <dgm:prSet presAssocID="{886AE2DC-4AD6-4632-8B7B-A99BD9351117}" presName="Name0" presStyleCnt="0">
        <dgm:presLayoutVars>
          <dgm:dir/>
          <dgm:resizeHandles val="exact"/>
        </dgm:presLayoutVars>
      </dgm:prSet>
      <dgm:spPr/>
    </dgm:pt>
    <dgm:pt modelId="{880A0866-5154-4C68-A45D-186EE855478E}" type="pres">
      <dgm:prSet presAssocID="{678DF82B-3013-4ED0-AE9B-07308AE99E74}" presName="node" presStyleLbl="node1" presStyleIdx="0" presStyleCnt="3" custScaleY="75095">
        <dgm:presLayoutVars>
          <dgm:bulletEnabled val="1"/>
        </dgm:presLayoutVars>
      </dgm:prSet>
      <dgm:spPr/>
    </dgm:pt>
    <dgm:pt modelId="{E8CC020E-CD91-458F-9BF9-3433F11E18F3}" type="pres">
      <dgm:prSet presAssocID="{1C338F7B-630D-48D8-9A0E-FCC2A732CED0}" presName="sibTrans" presStyleLbl="sibTrans2D1" presStyleIdx="0" presStyleCnt="2"/>
      <dgm:spPr/>
    </dgm:pt>
    <dgm:pt modelId="{50D99AA5-90DF-4E39-972C-5F891E069BBC}" type="pres">
      <dgm:prSet presAssocID="{1C338F7B-630D-48D8-9A0E-FCC2A732CED0}" presName="connectorText" presStyleLbl="sibTrans2D1" presStyleIdx="0" presStyleCnt="2"/>
      <dgm:spPr/>
    </dgm:pt>
    <dgm:pt modelId="{51B8BEA2-1550-44BF-BDD5-7005C1268954}" type="pres">
      <dgm:prSet presAssocID="{DA495598-DC50-4CC1-9E53-18BD10CB0381}" presName="node" presStyleLbl="node1" presStyleIdx="1" presStyleCnt="3" custScaleX="185698" custScaleY="169392">
        <dgm:presLayoutVars>
          <dgm:bulletEnabled val="1"/>
        </dgm:presLayoutVars>
      </dgm:prSet>
      <dgm:spPr/>
    </dgm:pt>
    <dgm:pt modelId="{790CF22A-B1A7-4BDD-8886-36FC662D6039}" type="pres">
      <dgm:prSet presAssocID="{16FDF3D9-0EAA-4949-959A-97648299E372}" presName="sibTrans" presStyleLbl="sibTrans2D1" presStyleIdx="1" presStyleCnt="2"/>
      <dgm:spPr/>
    </dgm:pt>
    <dgm:pt modelId="{F22CA3F0-AFE5-4A94-ACB4-9E3B4A1C03AC}" type="pres">
      <dgm:prSet presAssocID="{16FDF3D9-0EAA-4949-959A-97648299E372}" presName="connectorText" presStyleLbl="sibTrans2D1" presStyleIdx="1" presStyleCnt="2"/>
      <dgm:spPr/>
    </dgm:pt>
    <dgm:pt modelId="{75DF54B4-1471-4F80-9E47-FB8482D0B6D3}" type="pres">
      <dgm:prSet presAssocID="{D09C6804-6BD0-4B66-B45D-A69511A0E53D}" presName="node" presStyleLbl="node1" presStyleIdx="2" presStyleCnt="3" custScaleY="75095">
        <dgm:presLayoutVars>
          <dgm:bulletEnabled val="1"/>
        </dgm:presLayoutVars>
      </dgm:prSet>
      <dgm:spPr/>
    </dgm:pt>
  </dgm:ptLst>
  <dgm:cxnLst>
    <dgm:cxn modelId="{AEB5EB1C-3F3C-4DCC-B186-6CAF1B4305A8}" type="presOf" srcId="{16FDF3D9-0EAA-4949-959A-97648299E372}" destId="{790CF22A-B1A7-4BDD-8886-36FC662D6039}" srcOrd="0" destOrd="0" presId="urn:microsoft.com/office/officeart/2005/8/layout/process1"/>
    <dgm:cxn modelId="{F234D021-7C7B-4495-8294-6D851F6F4B51}" srcId="{886AE2DC-4AD6-4632-8B7B-A99BD9351117}" destId="{D09C6804-6BD0-4B66-B45D-A69511A0E53D}" srcOrd="2" destOrd="0" parTransId="{E2DA8806-B557-433B-817A-F5A7802A0D5C}" sibTransId="{3A6D7443-29C7-4E8C-AADA-992D722ECAA4}"/>
    <dgm:cxn modelId="{FC0A5B34-B8E5-4A2F-93B3-696B6720DDD3}" type="presOf" srcId="{678DF82B-3013-4ED0-AE9B-07308AE99E74}" destId="{880A0866-5154-4C68-A45D-186EE855478E}" srcOrd="0" destOrd="0" presId="urn:microsoft.com/office/officeart/2005/8/layout/process1"/>
    <dgm:cxn modelId="{9467598A-C70C-4400-A5E3-DD8493BE8E73}" type="presOf" srcId="{16FDF3D9-0EAA-4949-959A-97648299E372}" destId="{F22CA3F0-AFE5-4A94-ACB4-9E3B4A1C03AC}" srcOrd="1" destOrd="0" presId="urn:microsoft.com/office/officeart/2005/8/layout/process1"/>
    <dgm:cxn modelId="{0AE7208C-D229-413A-9D32-546683EE966E}" type="presOf" srcId="{DA495598-DC50-4CC1-9E53-18BD10CB0381}" destId="{51B8BEA2-1550-44BF-BDD5-7005C1268954}" srcOrd="0" destOrd="0" presId="urn:microsoft.com/office/officeart/2005/8/layout/process1"/>
    <dgm:cxn modelId="{549CF693-1A26-4377-8F0F-0A0D67EC6F78}" type="presOf" srcId="{D09C6804-6BD0-4B66-B45D-A69511A0E53D}" destId="{75DF54B4-1471-4F80-9E47-FB8482D0B6D3}" srcOrd="0" destOrd="0" presId="urn:microsoft.com/office/officeart/2005/8/layout/process1"/>
    <dgm:cxn modelId="{9A326B9D-2A9B-4929-BBE3-153145C9A6C9}" type="presOf" srcId="{1C338F7B-630D-48D8-9A0E-FCC2A732CED0}" destId="{50D99AA5-90DF-4E39-972C-5F891E069BBC}" srcOrd="1" destOrd="0" presId="urn:microsoft.com/office/officeart/2005/8/layout/process1"/>
    <dgm:cxn modelId="{92B1DFAA-5679-4219-91F0-7D05D580A11B}" type="presOf" srcId="{886AE2DC-4AD6-4632-8B7B-A99BD9351117}" destId="{9CD8F3EC-378F-4715-9107-72129F0EEB39}" srcOrd="0" destOrd="0" presId="urn:microsoft.com/office/officeart/2005/8/layout/process1"/>
    <dgm:cxn modelId="{5E0254C7-33D6-4380-8D44-C2A69C793C04}" srcId="{886AE2DC-4AD6-4632-8B7B-A99BD9351117}" destId="{678DF82B-3013-4ED0-AE9B-07308AE99E74}" srcOrd="0" destOrd="0" parTransId="{E3F32CB1-D3E8-4394-93EA-A65B26920DBF}" sibTransId="{1C338F7B-630D-48D8-9A0E-FCC2A732CED0}"/>
    <dgm:cxn modelId="{054941CB-1A91-4124-9827-0D25F00FA6B2}" srcId="{886AE2DC-4AD6-4632-8B7B-A99BD9351117}" destId="{DA495598-DC50-4CC1-9E53-18BD10CB0381}" srcOrd="1" destOrd="0" parTransId="{9F466FB3-003E-498F-A701-E1AE6C44DC3C}" sibTransId="{16FDF3D9-0EAA-4949-959A-97648299E372}"/>
    <dgm:cxn modelId="{0D2479CC-C369-4D3B-9151-2D5EFA085D09}" type="presOf" srcId="{1C338F7B-630D-48D8-9A0E-FCC2A732CED0}" destId="{E8CC020E-CD91-458F-9BF9-3433F11E18F3}" srcOrd="0" destOrd="0" presId="urn:microsoft.com/office/officeart/2005/8/layout/process1"/>
    <dgm:cxn modelId="{E59C074E-7E7C-4EF1-B522-04AF1A235349}" type="presParOf" srcId="{9CD8F3EC-378F-4715-9107-72129F0EEB39}" destId="{880A0866-5154-4C68-A45D-186EE855478E}" srcOrd="0" destOrd="0" presId="urn:microsoft.com/office/officeart/2005/8/layout/process1"/>
    <dgm:cxn modelId="{22C90C57-9EC1-4FCC-BD23-D034CE2DED3D}" type="presParOf" srcId="{9CD8F3EC-378F-4715-9107-72129F0EEB39}" destId="{E8CC020E-CD91-458F-9BF9-3433F11E18F3}" srcOrd="1" destOrd="0" presId="urn:microsoft.com/office/officeart/2005/8/layout/process1"/>
    <dgm:cxn modelId="{C902E2B2-CBD8-4992-9C80-56F41F2E09B9}" type="presParOf" srcId="{E8CC020E-CD91-458F-9BF9-3433F11E18F3}" destId="{50D99AA5-90DF-4E39-972C-5F891E069BBC}" srcOrd="0" destOrd="0" presId="urn:microsoft.com/office/officeart/2005/8/layout/process1"/>
    <dgm:cxn modelId="{79E5DFC1-CD29-4FDC-B87E-75353C83DB86}" type="presParOf" srcId="{9CD8F3EC-378F-4715-9107-72129F0EEB39}" destId="{51B8BEA2-1550-44BF-BDD5-7005C1268954}" srcOrd="2" destOrd="0" presId="urn:microsoft.com/office/officeart/2005/8/layout/process1"/>
    <dgm:cxn modelId="{99CF51F3-F677-4BB8-B1BF-FDDE9BB09230}" type="presParOf" srcId="{9CD8F3EC-378F-4715-9107-72129F0EEB39}" destId="{790CF22A-B1A7-4BDD-8886-36FC662D6039}" srcOrd="3" destOrd="0" presId="urn:microsoft.com/office/officeart/2005/8/layout/process1"/>
    <dgm:cxn modelId="{650981F6-BFDD-4793-AF41-C320927F4DB5}" type="presParOf" srcId="{790CF22A-B1A7-4BDD-8886-36FC662D6039}" destId="{F22CA3F0-AFE5-4A94-ACB4-9E3B4A1C03AC}" srcOrd="0" destOrd="0" presId="urn:microsoft.com/office/officeart/2005/8/layout/process1"/>
    <dgm:cxn modelId="{CFF91E67-1EC7-4CA6-83DB-9964324C2869}" type="presParOf" srcId="{9CD8F3EC-378F-4715-9107-72129F0EEB39}" destId="{75DF54B4-1471-4F80-9E47-FB8482D0B6D3}" srcOrd="4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D424E8-6E6A-4FDA-B3E6-483CA922E066}">
      <dsp:nvSpPr>
        <dsp:cNvPr id="0" name=""/>
        <dsp:cNvSpPr/>
      </dsp:nvSpPr>
      <dsp:spPr>
        <a:xfrm>
          <a:off x="3264167" y="308071"/>
          <a:ext cx="2076170" cy="14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Compile</a:t>
          </a:r>
        </a:p>
      </dsp:txBody>
      <dsp:txXfrm>
        <a:off x="3264167" y="308071"/>
        <a:ext cx="2076170" cy="1483816"/>
      </dsp:txXfrm>
    </dsp:sp>
    <dsp:sp modelId="{5ACE39B1-DEE8-4A45-A385-F29C53872361}">
      <dsp:nvSpPr>
        <dsp:cNvPr id="0" name=""/>
        <dsp:cNvSpPr/>
      </dsp:nvSpPr>
      <dsp:spPr>
        <a:xfrm>
          <a:off x="1284648" y="-120336"/>
          <a:ext cx="3505931" cy="3505931"/>
        </a:xfrm>
        <a:prstGeom prst="circularArrow">
          <a:avLst>
            <a:gd name="adj1" fmla="val 8253"/>
            <a:gd name="adj2" fmla="val 576503"/>
            <a:gd name="adj3" fmla="val 2525431"/>
            <a:gd name="adj4" fmla="val 381111"/>
            <a:gd name="adj5" fmla="val 962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AA75F-9619-46A2-A649-4845E114DAD3}">
      <dsp:nvSpPr>
        <dsp:cNvPr id="0" name=""/>
        <dsp:cNvSpPr/>
      </dsp:nvSpPr>
      <dsp:spPr>
        <a:xfrm>
          <a:off x="1886405" y="2453183"/>
          <a:ext cx="2043408" cy="14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Execute</a:t>
          </a:r>
        </a:p>
      </dsp:txBody>
      <dsp:txXfrm>
        <a:off x="1886405" y="2453183"/>
        <a:ext cx="2043408" cy="1483816"/>
      </dsp:txXfrm>
    </dsp:sp>
    <dsp:sp modelId="{1DA5407C-2ABA-4D53-A6E4-65C1E42F44ED}">
      <dsp:nvSpPr>
        <dsp:cNvPr id="0" name=""/>
        <dsp:cNvSpPr/>
      </dsp:nvSpPr>
      <dsp:spPr>
        <a:xfrm>
          <a:off x="1146991" y="3605"/>
          <a:ext cx="3505931" cy="3505931"/>
        </a:xfrm>
        <a:prstGeom prst="circularArrow">
          <a:avLst>
            <a:gd name="adj1" fmla="val 8253"/>
            <a:gd name="adj2" fmla="val 576503"/>
            <a:gd name="adj3" fmla="val 10178290"/>
            <a:gd name="adj4" fmla="val 8085389"/>
            <a:gd name="adj5" fmla="val 962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3C156-38C2-47B4-B412-AC0AD426ECA9}">
      <dsp:nvSpPr>
        <dsp:cNvPr id="0" name=""/>
        <dsp:cNvSpPr/>
      </dsp:nvSpPr>
      <dsp:spPr>
        <a:xfrm>
          <a:off x="911351" y="291683"/>
          <a:ext cx="1483816" cy="1483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Edit</a:t>
          </a:r>
        </a:p>
      </dsp:txBody>
      <dsp:txXfrm>
        <a:off x="911351" y="291683"/>
        <a:ext cx="1483816" cy="1483816"/>
      </dsp:txXfrm>
    </dsp:sp>
    <dsp:sp modelId="{52CF257E-0E6F-48A7-B73F-3BF9D7D3B8C9}">
      <dsp:nvSpPr>
        <dsp:cNvPr id="0" name=""/>
        <dsp:cNvSpPr/>
      </dsp:nvSpPr>
      <dsp:spPr>
        <a:xfrm>
          <a:off x="1314850" y="-75050"/>
          <a:ext cx="3505931" cy="3505931"/>
        </a:xfrm>
        <a:prstGeom prst="circularArrow">
          <a:avLst>
            <a:gd name="adj1" fmla="val 8253"/>
            <a:gd name="adj2" fmla="val 576503"/>
            <a:gd name="adj3" fmla="val 16697378"/>
            <a:gd name="adj4" fmla="val 14528541"/>
            <a:gd name="adj5" fmla="val 9628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0A0866-5154-4C68-A45D-186EE855478E}">
      <dsp:nvSpPr>
        <dsp:cNvPr id="0" name=""/>
        <dsp:cNvSpPr/>
      </dsp:nvSpPr>
      <dsp:spPr>
        <a:xfrm>
          <a:off x="5934" y="779222"/>
          <a:ext cx="1600620" cy="56525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</a:rPr>
            <a:t>Input</a:t>
          </a:r>
        </a:p>
      </dsp:txBody>
      <dsp:txXfrm>
        <a:off x="22490" y="795778"/>
        <a:ext cx="1567508" cy="532140"/>
      </dsp:txXfrm>
    </dsp:sp>
    <dsp:sp modelId="{E8CC020E-CD91-458F-9BF9-3433F11E18F3}">
      <dsp:nvSpPr>
        <dsp:cNvPr id="0" name=""/>
        <dsp:cNvSpPr/>
      </dsp:nvSpPr>
      <dsp:spPr>
        <a:xfrm>
          <a:off x="1766617" y="863371"/>
          <a:ext cx="339331" cy="3969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1766617" y="942762"/>
        <a:ext cx="237532" cy="238171"/>
      </dsp:txXfrm>
    </dsp:sp>
    <dsp:sp modelId="{51B8BEA2-1550-44BF-BDD5-7005C1268954}">
      <dsp:nvSpPr>
        <dsp:cNvPr id="0" name=""/>
        <dsp:cNvSpPr/>
      </dsp:nvSpPr>
      <dsp:spPr>
        <a:xfrm>
          <a:off x="2246803" y="237685"/>
          <a:ext cx="2972320" cy="1648326"/>
        </a:xfrm>
        <a:prstGeom prst="roundRect">
          <a:avLst>
            <a:gd name="adj" fmla="val 10000"/>
          </a:avLst>
        </a:prstGeom>
        <a:gradFill rotWithShape="0">
          <a:gsLst>
            <a:gs pos="0">
              <a:srgbClr val="FF0000"/>
            </a:gs>
            <a:gs pos="50000">
              <a:srgbClr val="FF6600"/>
            </a:gs>
            <a:gs pos="100000">
              <a:srgbClr val="FF9966"/>
            </a:gs>
          </a:gsLst>
          <a:lin ang="2700000" scaled="1"/>
        </a:gra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Algorithm</a:t>
          </a:r>
        </a:p>
      </dsp:txBody>
      <dsp:txXfrm>
        <a:off x="2295081" y="285963"/>
        <a:ext cx="2875764" cy="1551770"/>
      </dsp:txXfrm>
    </dsp:sp>
    <dsp:sp modelId="{790CF22A-B1A7-4BDD-8886-36FC662D6039}">
      <dsp:nvSpPr>
        <dsp:cNvPr id="0" name=""/>
        <dsp:cNvSpPr/>
      </dsp:nvSpPr>
      <dsp:spPr>
        <a:xfrm>
          <a:off x="5379185" y="863371"/>
          <a:ext cx="339331" cy="3969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/>
        </a:p>
      </dsp:txBody>
      <dsp:txXfrm>
        <a:off x="5379185" y="942762"/>
        <a:ext cx="237532" cy="238171"/>
      </dsp:txXfrm>
    </dsp:sp>
    <dsp:sp modelId="{75DF54B4-1471-4F80-9E47-FB8482D0B6D3}">
      <dsp:nvSpPr>
        <dsp:cNvPr id="0" name=""/>
        <dsp:cNvSpPr/>
      </dsp:nvSpPr>
      <dsp:spPr>
        <a:xfrm>
          <a:off x="5859371" y="696479"/>
          <a:ext cx="1600620" cy="7307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64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solidFill>
                <a:schemeClr val="tx1"/>
              </a:solidFill>
            </a:rPr>
            <a:t>Output</a:t>
          </a:r>
        </a:p>
      </dsp:txBody>
      <dsp:txXfrm>
        <a:off x="5880774" y="717882"/>
        <a:ext cx="1557814" cy="6879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1/13/2026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40368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0189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473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4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829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193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3491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6825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608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92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323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3336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3276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18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592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466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315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74E2-EDD5-3159-3FB4-C975F823F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AF60133-DA46-5C00-DB71-3F631015C49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DF488FEF-4631-CF5B-EC31-E5130F84BB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2E0823CB-89E0-1AA9-4382-11D7890D1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038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A6AD0-378A-11B1-418A-8718B4EC9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9101A8A3-808E-2E3E-2441-77A7F42203A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2D56493-7BAE-8168-CB1B-F781F02B6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7E4C845-4F60-1208-724F-D4F3515C7F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886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8EB9-55F4-4D76-7CE8-20B934F5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E32008C1-C271-4EE2-9E4F-3669A803B4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A261AE4-B744-4294-F68F-5AA34DD49D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CD87E756-F64C-7B33-3DEF-7BBBCD47D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03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EEBDD-E152-E800-4E23-CEA0FC67C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74C3298C-B545-8237-4EE4-DB8BD9D369B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0D6B3240-209E-1CAF-3B39-8AE5AC43A8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096FA49-860A-A39D-20BC-8B2824CB9F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7960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0705D-FFD1-B19F-DBBE-E3B385D78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DCF7A34-7349-ADCF-E9FA-DFC54194DF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177B566D-75C2-F24A-9864-C1E21485EE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C7BC790-CF65-470D-B84D-BCD33E226E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8057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85872-FA74-2575-40D1-89BC7CBE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C3DF1CEF-3113-88B6-EDFF-6562090457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920CB045-2225-78C4-6780-64D58A52E7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94F62B08-8EB5-7CB3-BECE-470D9CCB7B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278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38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0040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5513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98973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25753-93AF-3BD3-CCF5-7BBE93D05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789486A-DEEB-388E-CAA6-E04072EAE99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7A91D523-0640-3249-B4F3-7250C26691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749FA074-6017-A44F-061D-648E4EB54D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01814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73464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1766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B6310-3E0C-FFC2-90FB-90A706FC6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692D2AF-98F9-BED4-90C8-24F7E2A6087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CB8C572-C6E0-9CCC-CA96-5FA6A8E01E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E34F549-4696-55E3-7F95-50055C9F60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8862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662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72725" cy="494186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962025" y="739775"/>
            <a:ext cx="4937125" cy="370363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272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Unit1 -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://en.wikipedia.org/wiki/Algorithm" TargetMode="Externa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UNIT 1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What is a Program?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3DCFF137-7C4B-37F1-64C2-F1E95AB74D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C0FBF3-A7BF-14F2-2983-C49D65F05C71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b="0"/>
              <a:t>Unit1 - </a:t>
            </a:r>
            <a:fld id="{F7EC234A-9094-4BB8-9EA4-75ECDA8A365B}" type="slidenum">
              <a:rPr lang="en-US" sz="1200" b="0" smtClean="0"/>
              <a:pPr>
                <a:defRPr/>
              </a:pPr>
              <a:t>2</a:t>
            </a:fld>
            <a:endParaRPr lang="en-US" sz="1200" b="0" dirty="0"/>
          </a:p>
        </p:txBody>
      </p:sp>
      <p:sp>
        <p:nvSpPr>
          <p:cNvPr id="11" name="Rectangle 10"/>
          <p:cNvSpPr/>
          <p:nvPr/>
        </p:nvSpPr>
        <p:spPr>
          <a:xfrm>
            <a:off x="5700854" y="3716398"/>
            <a:ext cx="1967206" cy="584775"/>
          </a:xfrm>
          <a:prstGeom prst="rect">
            <a:avLst/>
          </a:prstGeom>
          <a:solidFill>
            <a:srgbClr val="FFC000"/>
          </a:solidFill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Software</a:t>
            </a:r>
          </a:p>
        </p:txBody>
      </p:sp>
      <p:pic>
        <p:nvPicPr>
          <p:cNvPr id="12" name="Picture 15" descr="lg-desktop-computer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1706265"/>
            <a:ext cx="3758588" cy="279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6" name="Group 45"/>
          <p:cNvGrpSpPr/>
          <p:nvPr/>
        </p:nvGrpSpPr>
        <p:grpSpPr>
          <a:xfrm>
            <a:off x="738092" y="3937677"/>
            <a:ext cx="2974592" cy="997576"/>
            <a:chOff x="738092" y="4055450"/>
            <a:chExt cx="2974592" cy="997576"/>
          </a:xfrm>
        </p:grpSpPr>
        <p:cxnSp>
          <p:nvCxnSpPr>
            <p:cNvPr id="14" name="Straight Arrow Connector 20"/>
            <p:cNvCxnSpPr>
              <a:cxnSpLocks noChangeShapeType="1"/>
            </p:cNvCxnSpPr>
            <p:nvPr/>
          </p:nvCxnSpPr>
          <p:spPr bwMode="auto">
            <a:xfrm flipV="1">
              <a:off x="1872870" y="4055450"/>
              <a:ext cx="486291" cy="494516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5" name="Straight Arrow Connector 24"/>
            <p:cNvCxnSpPr>
              <a:cxnSpLocks noChangeShapeType="1"/>
            </p:cNvCxnSpPr>
            <p:nvPr/>
          </p:nvCxnSpPr>
          <p:spPr bwMode="auto">
            <a:xfrm flipV="1">
              <a:off x="2126255" y="4065224"/>
              <a:ext cx="1586429" cy="572878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6" name="TextBox 27"/>
            <p:cNvSpPr txBox="1">
              <a:spLocks noChangeArrowheads="1"/>
            </p:cNvSpPr>
            <p:nvPr/>
          </p:nvSpPr>
          <p:spPr bwMode="auto">
            <a:xfrm>
              <a:off x="738092" y="4529806"/>
              <a:ext cx="1377147" cy="52322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800000"/>
                  </a:solidFill>
                </a:rPr>
                <a:t>Keyboard and mouse </a:t>
              </a:r>
              <a:r>
                <a:rPr lang="en-US" sz="1400" b="1" dirty="0">
                  <a:solidFill>
                    <a:srgbClr val="800000"/>
                  </a:solidFill>
                </a:rPr>
                <a:t>(input)</a:t>
              </a:r>
              <a:endParaRPr lang="en-SG" sz="1400" b="1" dirty="0">
                <a:solidFill>
                  <a:srgbClr val="800000"/>
                </a:solidFill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20950" y="1799164"/>
            <a:ext cx="1332428" cy="1024567"/>
            <a:chOff x="220950" y="1916937"/>
            <a:chExt cx="1332428" cy="1024567"/>
          </a:xfrm>
        </p:grpSpPr>
        <p:cxnSp>
          <p:nvCxnSpPr>
            <p:cNvPr id="18" name="Straight Arrow Connector 18"/>
            <p:cNvCxnSpPr>
              <a:cxnSpLocks noChangeShapeType="1"/>
            </p:cNvCxnSpPr>
            <p:nvPr/>
          </p:nvCxnSpPr>
          <p:spPr bwMode="auto">
            <a:xfrm>
              <a:off x="848299" y="2258459"/>
              <a:ext cx="705079" cy="396606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9" name="TextBox 19"/>
            <p:cNvSpPr txBox="1">
              <a:spLocks noChangeArrowheads="1"/>
            </p:cNvSpPr>
            <p:nvPr/>
          </p:nvSpPr>
          <p:spPr bwMode="auto">
            <a:xfrm>
              <a:off x="220950" y="1916937"/>
              <a:ext cx="902770" cy="9541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1400" dirty="0">
                  <a:solidFill>
                    <a:srgbClr val="800000"/>
                  </a:solidFill>
                </a:rPr>
                <a:t>Monitor and speaker </a:t>
              </a:r>
              <a:r>
                <a:rPr lang="en-US" sz="1400" b="1" dirty="0">
                  <a:solidFill>
                    <a:srgbClr val="800000"/>
                  </a:solidFill>
                </a:rPr>
                <a:t>(output)</a:t>
              </a:r>
              <a:endParaRPr lang="en-SG" sz="1400" b="1" dirty="0">
                <a:solidFill>
                  <a:srgbClr val="800000"/>
                </a:solidFill>
              </a:endParaRPr>
            </a:p>
          </p:txBody>
        </p:sp>
        <p:cxnSp>
          <p:nvCxnSpPr>
            <p:cNvPr id="20" name="Straight Arrow Connector 29"/>
            <p:cNvCxnSpPr>
              <a:cxnSpLocks noChangeShapeType="1"/>
            </p:cNvCxnSpPr>
            <p:nvPr/>
          </p:nvCxnSpPr>
          <p:spPr bwMode="auto">
            <a:xfrm>
              <a:off x="991518" y="2555913"/>
              <a:ext cx="275422" cy="385591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 type="none" w="sm" len="sm"/>
              <a:tailEnd type="arrow" w="med" len="med"/>
            </a:ln>
          </p:spPr>
        </p:cxnSp>
      </p:grpSp>
      <p:grpSp>
        <p:nvGrpSpPr>
          <p:cNvPr id="44" name="Group 43"/>
          <p:cNvGrpSpPr/>
          <p:nvPr/>
        </p:nvGrpSpPr>
        <p:grpSpPr>
          <a:xfrm>
            <a:off x="4387756" y="1747632"/>
            <a:ext cx="2882899" cy="923330"/>
            <a:chOff x="4387756" y="1747632"/>
            <a:chExt cx="2882899" cy="923330"/>
          </a:xfrm>
        </p:grpSpPr>
        <p:cxnSp>
          <p:nvCxnSpPr>
            <p:cNvPr id="22" name="Straight Arrow Connector 33"/>
            <p:cNvCxnSpPr>
              <a:cxnSpLocks noChangeShapeType="1"/>
            </p:cNvCxnSpPr>
            <p:nvPr/>
          </p:nvCxnSpPr>
          <p:spPr bwMode="auto">
            <a:xfrm flipH="1">
              <a:off x="4387756" y="2247442"/>
              <a:ext cx="757121" cy="195264"/>
            </a:xfrm>
            <a:prstGeom prst="straightConnector1">
              <a:avLst/>
            </a:prstGeom>
            <a:noFill/>
            <a:ln w="19050" cap="sq" algn="ctr">
              <a:solidFill>
                <a:srgbClr val="800000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23" name="TextBox 41"/>
            <p:cNvSpPr txBox="1">
              <a:spLocks noChangeArrowheads="1"/>
            </p:cNvSpPr>
            <p:nvPr/>
          </p:nvSpPr>
          <p:spPr bwMode="auto">
            <a:xfrm>
              <a:off x="5154096" y="1747632"/>
              <a:ext cx="2116559" cy="923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800000"/>
                  </a:solidFill>
                </a:rPr>
                <a:t>Houses </a:t>
              </a:r>
              <a:r>
                <a:rPr lang="en-US" b="1" dirty="0">
                  <a:solidFill>
                    <a:srgbClr val="800000"/>
                  </a:solidFill>
                </a:rPr>
                <a:t>CPU</a:t>
              </a:r>
              <a:r>
                <a:rPr lang="en-US" dirty="0">
                  <a:solidFill>
                    <a:srgbClr val="800000"/>
                  </a:solidFill>
                </a:rPr>
                <a:t>, </a:t>
              </a:r>
              <a:r>
                <a:rPr lang="en-US" b="1" dirty="0">
                  <a:solidFill>
                    <a:srgbClr val="800000"/>
                  </a:solidFill>
                </a:rPr>
                <a:t>memory</a:t>
              </a:r>
              <a:r>
                <a:rPr lang="en-US" dirty="0">
                  <a:solidFill>
                    <a:srgbClr val="800000"/>
                  </a:solidFill>
                </a:rPr>
                <a:t>, </a:t>
              </a:r>
              <a:br>
                <a:rPr lang="en-US" dirty="0">
                  <a:solidFill>
                    <a:srgbClr val="800000"/>
                  </a:solidFill>
                </a:rPr>
              </a:br>
              <a:r>
                <a:rPr lang="en-US" dirty="0">
                  <a:solidFill>
                    <a:srgbClr val="800000"/>
                  </a:solidFill>
                </a:rPr>
                <a:t>hard disk, etc.</a:t>
              </a:r>
              <a:endParaRPr lang="en-SG" dirty="0">
                <a:solidFill>
                  <a:srgbClr val="800000"/>
                </a:solidFill>
              </a:endParaRPr>
            </a:p>
          </p:txBody>
        </p:sp>
      </p:grpSp>
      <p:cxnSp>
        <p:nvCxnSpPr>
          <p:cNvPr id="38" name="Straight Connector 37"/>
          <p:cNvCxnSpPr/>
          <p:nvPr/>
        </p:nvCxnSpPr>
        <p:spPr bwMode="auto">
          <a:xfrm flipV="1">
            <a:off x="418641" y="1824038"/>
            <a:ext cx="8516039" cy="4069987"/>
          </a:xfrm>
          <a:prstGeom prst="line">
            <a:avLst/>
          </a:prstGeom>
          <a:solidFill>
            <a:schemeClr val="accent1"/>
          </a:solidFill>
          <a:ln w="28575" cap="sq" cmpd="sng" algn="ctr">
            <a:solidFill>
              <a:schemeClr val="accent1">
                <a:lumMod val="90000"/>
              </a:schemeClr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9" name="Rectangle 38"/>
          <p:cNvSpPr/>
          <p:nvPr/>
        </p:nvSpPr>
        <p:spPr>
          <a:xfrm>
            <a:off x="1452428" y="1275852"/>
            <a:ext cx="2105063" cy="584775"/>
          </a:xfrm>
          <a:prstGeom prst="rect">
            <a:avLst/>
          </a:prstGeom>
          <a:solidFill>
            <a:srgbClr val="FFC000"/>
          </a:solidFill>
        </p:spPr>
        <p:txBody>
          <a:bodyPr wrap="non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Hardware</a:t>
            </a:r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6111" y="4520329"/>
            <a:ext cx="1136693" cy="11366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798" y="4569511"/>
            <a:ext cx="1719833" cy="11170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334" y="4553228"/>
            <a:ext cx="1181725" cy="1152182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313582147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5236" y="4132796"/>
            <a:ext cx="3926627" cy="2507366"/>
          </a:xfrm>
          <a:prstGeom prst="rect">
            <a:avLst/>
          </a:prstGeom>
        </p:spPr>
      </p:pic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 b="0"/>
              <a:t>Unit1 - </a:t>
            </a:r>
            <a:fld id="{F7EC234A-9094-4BB8-9EA4-75ECDA8A365B}" type="slidenum">
              <a:rPr lang="en-US" sz="1200" b="0" smtClean="0"/>
              <a:pPr>
                <a:defRPr/>
              </a:pPr>
              <a:t>3</a:t>
            </a:fld>
            <a:endParaRPr lang="en-US" sz="1200" b="0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24" name="HighlightTextShape201406231356272548"/>
          <p:cNvSpPr>
            <a:spLocks noChangeArrowheads="1"/>
          </p:cNvSpPr>
          <p:nvPr/>
        </p:nvSpPr>
        <p:spPr bwMode="auto">
          <a:xfrm>
            <a:off x="630378" y="1177636"/>
            <a:ext cx="75438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Program (software)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sz="2400" dirty="0"/>
              <a:t>A sequence of step-by-step instructions executed on computers (hardware) to perform a certain task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Programming languages</a:t>
            </a:r>
          </a:p>
          <a:p>
            <a:pPr marL="742950" lvl="1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</a:pPr>
            <a:r>
              <a:rPr lang="en-US" sz="2400" dirty="0"/>
              <a:t>Languages for writing programs</a:t>
            </a:r>
          </a:p>
        </p:txBody>
      </p:sp>
    </p:spTree>
    <p:extLst>
      <p:ext uri="{BB962C8B-B14F-4D97-AF65-F5344CB8AC3E}">
        <p14:creationId xmlns:p14="http://schemas.microsoft.com/office/powerpoint/2010/main" val="35351871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Program Execution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1946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Unit1 - </a:t>
            </a:r>
            <a:fld id="{F7EC234A-9094-4BB8-9EA4-75ECDA8A365B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9459" name="HighlightTextShape201406231429073930"/>
          <p:cNvSpPr>
            <a:spLocks noChangeArrowheads="1"/>
          </p:cNvSpPr>
          <p:nvPr/>
        </p:nvSpPr>
        <p:spPr bwMode="auto">
          <a:xfrm>
            <a:off x="614149" y="1219200"/>
            <a:ext cx="7696932" cy="489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The CPU processes data or instructions from memory and stores data into memory.</a:t>
            </a:r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Such data or instructions must be in </a:t>
            </a:r>
            <a:r>
              <a:rPr lang="en-US" sz="2400" b="1" dirty="0"/>
              <a:t>machine code </a:t>
            </a:r>
            <a:r>
              <a:rPr lang="en-US" sz="2400" dirty="0"/>
              <a:t>in</a:t>
            </a:r>
            <a:r>
              <a:rPr lang="en-US" sz="2400" b="1" dirty="0"/>
              <a:t> binary </a:t>
            </a:r>
            <a:r>
              <a:rPr lang="en-US" sz="2400" dirty="0"/>
              <a:t>format</a:t>
            </a:r>
          </a:p>
          <a:p>
            <a:pPr marL="800100" lvl="1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000" dirty="0"/>
              <a:t>E.g., 0001001101101110</a:t>
            </a:r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49" y="2076414"/>
            <a:ext cx="7432895" cy="290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507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408505330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000FF"/>
                </a:solidFill>
              </a:rPr>
              <a:t>Beyond Machine Code</a:t>
            </a:r>
          </a:p>
        </p:txBody>
      </p:sp>
      <p:sp>
        <p:nvSpPr>
          <p:cNvPr id="19460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Unit1 - </a:t>
            </a:r>
            <a:fld id="{F7EC234A-9094-4BB8-9EA4-75ECDA8A365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19459" name="HighlightTextShape201406231429073930"/>
          <p:cNvSpPr>
            <a:spLocks noChangeArrowheads="1"/>
          </p:cNvSpPr>
          <p:nvPr/>
        </p:nvSpPr>
        <p:spPr bwMode="auto">
          <a:xfrm>
            <a:off x="614149" y="1219200"/>
            <a:ext cx="3568383" cy="4893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Assembly code</a:t>
            </a:r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High-level language program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10" name="[Text Box 9]"/>
          <p:cNvSpPr txBox="1">
            <a:spLocks noChangeArrowheads="1"/>
          </p:cNvSpPr>
          <p:nvPr/>
        </p:nvSpPr>
        <p:spPr bwMode="auto">
          <a:xfrm>
            <a:off x="4336573" y="1314457"/>
            <a:ext cx="4526506" cy="17235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accent4">
                <a:lumMod val="60000"/>
                <a:lumOff val="40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Aft>
                <a:spcPct val="30000"/>
              </a:spcAft>
            </a:pP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Use mnemonic to represent the instructions, such as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load</a:t>
            </a:r>
            <a:r>
              <a:rPr lang="en-US" sz="2000" i="1" dirty="0">
                <a:solidFill>
                  <a:srgbClr val="800000"/>
                </a:solidFill>
                <a:latin typeface="Calibri" panose="020F0502020204030204" pitchFamily="34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add</a:t>
            </a:r>
            <a:r>
              <a:rPr lang="en-US" sz="2000" i="1" dirty="0">
                <a:solidFill>
                  <a:srgbClr val="800000"/>
                </a:solidFill>
                <a:latin typeface="Calibri" panose="020F0502020204030204" pitchFamily="34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move</a:t>
            </a: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, etc.  in a more human-readable way.</a:t>
            </a:r>
          </a:p>
          <a:p>
            <a:pPr algn="ctr" eaLnBrk="0" hangingPunct="0">
              <a:spcAft>
                <a:spcPct val="30000"/>
              </a:spcAft>
            </a:pP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Still difficult to write since the operations are really simple and machine-specific.</a:t>
            </a:r>
          </a:p>
        </p:txBody>
      </p:sp>
      <p:sp>
        <p:nvSpPr>
          <p:cNvPr id="11" name="[Text Box 9]"/>
          <p:cNvSpPr txBox="1">
            <a:spLocks noChangeArrowheads="1"/>
          </p:cNvSpPr>
          <p:nvPr/>
        </p:nvSpPr>
        <p:spPr bwMode="auto">
          <a:xfrm>
            <a:off x="4336572" y="4089144"/>
            <a:ext cx="4526507" cy="2123658"/>
          </a:xfrm>
          <a:prstGeom prst="rect">
            <a:avLst/>
          </a:prstGeom>
          <a:solidFill>
            <a:srgbClr val="FFFF99"/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>
              <a:spcAft>
                <a:spcPct val="30000"/>
              </a:spcAft>
            </a:pP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Detailed knowledge of the machine is not required. High level of abstraction, such as</a:t>
            </a:r>
            <a:r>
              <a:rPr lang="en-US" sz="2000" i="1" dirty="0">
                <a:solidFill>
                  <a:srgbClr val="800000"/>
                </a:solidFill>
                <a:latin typeface="Calibri" panose="020F0502020204030204" pitchFamily="34" charset="0"/>
              </a:rPr>
              <a:t>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control structures</a:t>
            </a: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functions</a:t>
            </a: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, </a:t>
            </a:r>
            <a:r>
              <a:rPr lang="en-US" sz="2000" i="1" dirty="0">
                <a:solidFill>
                  <a:srgbClr val="0000FF"/>
                </a:solidFill>
                <a:latin typeface="Calibri" panose="020F0502020204030204" pitchFamily="34" charset="0"/>
              </a:rPr>
              <a:t>object-oriented programming</a:t>
            </a: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.</a:t>
            </a:r>
          </a:p>
          <a:p>
            <a:pPr algn="ctr" eaLnBrk="0" hangingPunct="0">
              <a:spcAft>
                <a:spcPct val="30000"/>
              </a:spcAft>
            </a:pPr>
            <a:r>
              <a:rPr lang="en-US" sz="2000" dirty="0">
                <a:solidFill>
                  <a:srgbClr val="800000"/>
                </a:solidFill>
                <a:latin typeface="Calibri" panose="020F0502020204030204" pitchFamily="34" charset="0"/>
              </a:rPr>
              <a:t>Ease of writing and understanding.</a:t>
            </a:r>
          </a:p>
          <a:p>
            <a:pPr algn="ctr" eaLnBrk="0" hangingPunct="0"/>
            <a:r>
              <a:rPr lang="en-US" sz="2000" dirty="0" err="1">
                <a:solidFill>
                  <a:srgbClr val="6600CC"/>
                </a:solidFill>
                <a:latin typeface="Verdana" pitchFamily="34" charset="0"/>
              </a:rPr>
              <a:t>Eg</a:t>
            </a:r>
            <a:r>
              <a:rPr lang="en-US" sz="2000" dirty="0">
                <a:solidFill>
                  <a:srgbClr val="6600CC"/>
                </a:solidFill>
                <a:latin typeface="Verdana" pitchFamily="34" charset="0"/>
              </a:rPr>
              <a:t>: Java, C, C++, Python.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41192" y="1147348"/>
            <a:ext cx="3241340" cy="5065454"/>
          </a:xfrm>
          <a:prstGeom prst="roundRect">
            <a:avLst/>
          </a:prstGeom>
          <a:solidFill>
            <a:srgbClr val="FFCCFF">
              <a:alpha val="36078"/>
            </a:srgbClr>
          </a:solidFill>
          <a:ln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2880" y="3400918"/>
            <a:ext cx="2937964" cy="530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rgbClr val="C00000"/>
                </a:solidFill>
              </a:rPr>
              <a:t>Requires translation</a:t>
            </a:r>
          </a:p>
        </p:txBody>
      </p:sp>
    </p:spTree>
    <p:extLst>
      <p:ext uri="{BB962C8B-B14F-4D97-AF65-F5344CB8AC3E}">
        <p14:creationId xmlns:p14="http://schemas.microsoft.com/office/powerpoint/2010/main" val="393976257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315075436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>
                <a:solidFill>
                  <a:srgbClr val="0000FF"/>
                </a:solidFill>
              </a:rPr>
              <a:t>Compilation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0485" name="Footer Placeholder 7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Unit1 - </a:t>
            </a:r>
            <a:fld id="{F7EC234A-9094-4BB8-9EA4-75ECDA8A365B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20483" name="HighlightBackgroundShape39c82d74-5ecc-415a-99e0-f743c71e00ae"/>
          <p:cNvSpPr>
            <a:spLocks noChangeArrowheads="1"/>
          </p:cNvSpPr>
          <p:nvPr/>
        </p:nvSpPr>
        <p:spPr bwMode="auto">
          <a:xfrm>
            <a:off x="660779" y="1294808"/>
            <a:ext cx="7543800" cy="4845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A compiler </a:t>
            </a:r>
            <a:r>
              <a:rPr lang="en-US" sz="2800" i="1" dirty="0"/>
              <a:t>compiles</a:t>
            </a:r>
            <a:r>
              <a:rPr lang="en-US" sz="2800" dirty="0"/>
              <a:t> a program written in a high-level language to machine code.</a:t>
            </a:r>
          </a:p>
        </p:txBody>
      </p:sp>
      <p:sp>
        <p:nvSpPr>
          <p:cNvPr id="7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0402"/>
            <a:ext cx="9144000" cy="267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268795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PTLabsHighlightBulletsSlide2014062409212003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The Edit, Compile and Execute Cycle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[Footer Placeholder 41]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[Slide Number Placeholder 42]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Unit1 - </a:t>
            </a:r>
            <a:fld id="{628B8346-B709-406B-887E-3E0CC6DA1327}" type="slidenum">
              <a:rPr smtClean="0"/>
              <a:pPr>
                <a:defRPr/>
              </a:pPr>
              <a:t>7</a:t>
            </a:fld>
            <a:endParaRPr/>
          </a:p>
        </p:txBody>
      </p:sp>
      <p:graphicFrame>
        <p:nvGraphicFramePr>
          <p:cNvPr id="2" name="[Diagram 1]"/>
          <p:cNvGraphicFramePr/>
          <p:nvPr>
            <p:extLst>
              <p:ext uri="{D42A27DB-BD31-4B8C-83A1-F6EECF244321}">
                <p14:modId xmlns:p14="http://schemas.microsoft.com/office/powerpoint/2010/main" val="3627277005"/>
              </p:ext>
            </p:extLst>
          </p:nvPr>
        </p:nvGraphicFramePr>
        <p:xfrm>
          <a:off x="1524000" y="1397000"/>
          <a:ext cx="6096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302933" y="530860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i="1" dirty="0">
                <a:solidFill>
                  <a:srgbClr val="C00000"/>
                </a:solidFill>
              </a:rPr>
              <a:t>Process is iterative</a:t>
            </a:r>
          </a:p>
        </p:txBody>
      </p:sp>
      <p:sp>
        <p:nvSpPr>
          <p:cNvPr id="7" name="[Rectangular Callout 6]"/>
          <p:cNvSpPr/>
          <p:nvPr/>
        </p:nvSpPr>
        <p:spPr>
          <a:xfrm>
            <a:off x="584201" y="1693333"/>
            <a:ext cx="1651000" cy="1126067"/>
          </a:xfrm>
          <a:prstGeom prst="wedgeRectCallout">
            <a:avLst>
              <a:gd name="adj1" fmla="val 78493"/>
              <a:gd name="adj2" fmla="val 8741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Use an </a:t>
            </a:r>
            <a:r>
              <a:rPr lang="en-US" sz="1600" dirty="0">
                <a:solidFill>
                  <a:srgbClr val="C00000"/>
                </a:solidFill>
              </a:rPr>
              <a:t>editor </a:t>
            </a:r>
            <a:r>
              <a:rPr lang="en-US" sz="1600" dirty="0">
                <a:solidFill>
                  <a:schemeClr val="tx1"/>
                </a:solidFill>
              </a:rPr>
              <a:t>to create/modify the source code</a:t>
            </a:r>
          </a:p>
        </p:txBody>
      </p:sp>
      <p:sp>
        <p:nvSpPr>
          <p:cNvPr id="44" name="[Rectangular Callout 6]"/>
          <p:cNvSpPr/>
          <p:nvPr/>
        </p:nvSpPr>
        <p:spPr>
          <a:xfrm>
            <a:off x="7103533" y="1430866"/>
            <a:ext cx="1651000" cy="1126067"/>
          </a:xfrm>
          <a:prstGeom prst="wedgeRectCallout">
            <a:avLst>
              <a:gd name="adj1" fmla="val -71763"/>
              <a:gd name="adj2" fmla="val 43327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Use a </a:t>
            </a:r>
            <a:r>
              <a:rPr lang="en-US" sz="1600" dirty="0">
                <a:solidFill>
                  <a:srgbClr val="C00000"/>
                </a:solidFill>
              </a:rPr>
              <a:t>compiler </a:t>
            </a:r>
            <a:r>
              <a:rPr lang="en-US" sz="1600" dirty="0">
                <a:solidFill>
                  <a:schemeClr val="tx1"/>
                </a:solidFill>
              </a:rPr>
              <a:t>to translate the source code into executable</a:t>
            </a:r>
          </a:p>
        </p:txBody>
      </p:sp>
      <p:sp>
        <p:nvSpPr>
          <p:cNvPr id="45" name="[Rectangular Callout 6]"/>
          <p:cNvSpPr/>
          <p:nvPr/>
        </p:nvSpPr>
        <p:spPr>
          <a:xfrm>
            <a:off x="6079067" y="4089399"/>
            <a:ext cx="1651000" cy="1126067"/>
          </a:xfrm>
          <a:prstGeom prst="wedgeRectCallout">
            <a:avLst>
              <a:gd name="adj1" fmla="val -82532"/>
              <a:gd name="adj2" fmla="val 2726"/>
            </a:avLst>
          </a:prstGeom>
          <a:solidFill>
            <a:srgbClr val="FFFFCC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Execute/run </a:t>
            </a:r>
            <a:r>
              <a:rPr lang="en-US" sz="1600" dirty="0">
                <a:solidFill>
                  <a:schemeClr val="tx1"/>
                </a:solidFill>
              </a:rPr>
              <a:t>the executable code</a:t>
            </a:r>
          </a:p>
        </p:txBody>
      </p:sp>
      <p:sp>
        <p:nvSpPr>
          <p:cNvPr id="10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2641600" y="2116667"/>
            <a:ext cx="1143000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4775199" y="2116667"/>
            <a:ext cx="2040467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3437466" y="4241801"/>
            <a:ext cx="2006601" cy="584200"/>
          </a:xfrm>
          <a:prstGeom prst="roundRect">
            <a:avLst/>
          </a:prstGeom>
          <a:solidFill>
            <a:srgbClr val="FFCCFF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44" grpId="0" animBg="1"/>
      <p:bldP spid="45" grpId="0" animBg="1"/>
      <p:bldP spid="3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What </a:t>
            </a:r>
            <a:r>
              <a:rPr lang="en-GB" sz="4000">
                <a:solidFill>
                  <a:srgbClr val="0000FF"/>
                </a:solidFill>
              </a:rPr>
              <a:t>have You </a:t>
            </a:r>
            <a:r>
              <a:rPr lang="en-GB" dirty="0">
                <a:solidFill>
                  <a:srgbClr val="0000FF"/>
                </a:solidFill>
              </a:rPr>
              <a:t>L</a:t>
            </a:r>
            <a:r>
              <a:rPr lang="en-GB" sz="4000" dirty="0">
                <a:solidFill>
                  <a:srgbClr val="0000FF"/>
                </a:solidFill>
              </a:rPr>
              <a:t>earnt?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[Footer Placeholder 41]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[Slide Number Placeholder 42]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Unit1 - </a:t>
            </a:r>
            <a:fld id="{628B8346-B709-406B-887E-3E0CC6DA1327}" type="slidenum">
              <a:rPr smtClean="0"/>
              <a:pPr>
                <a:defRPr/>
              </a:pPr>
              <a:t>8</a:t>
            </a:fld>
            <a:endParaRPr/>
          </a:p>
        </p:txBody>
      </p:sp>
      <p:sp>
        <p:nvSpPr>
          <p:cNvPr id="10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14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5167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Fundamentals about Hardware and Software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Programming languages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edit, compile, execute cycle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But how about </a:t>
            </a:r>
            <a:r>
              <a:rPr lang="en-US" sz="2800" dirty="0">
                <a:solidFill>
                  <a:srgbClr val="0000FF"/>
                </a:solidFill>
              </a:rPr>
              <a:t>problem solving by programming</a:t>
            </a:r>
            <a:r>
              <a:rPr lang="en-US" sz="2800" dirty="0"/>
              <a:t>?</a:t>
            </a:r>
            <a:endParaRPr lang="en-GB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15718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rgbClr val="C00000"/>
                </a:solidFill>
                <a:latin typeface="Calibri" panose="020F0502020204030204" pitchFamily="34" charset="0"/>
              </a:rPr>
              <a:t>UNIT 2</a:t>
            </a:r>
            <a:endParaRPr lang="en-US" sz="2400" dirty="0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Computational Problems and Algorithms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934097F3-31D2-4213-E63D-A821BE428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8C0F16-9380-CE90-2DCC-5296C418DD64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Unit 2: Computational Problems and Algorithms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4495800"/>
          </a:xfrm>
        </p:spPr>
        <p:txBody>
          <a:bodyPr/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Computational Problems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Algorithm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Flowchart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Variables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Correctness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sz="1200"/>
              <a:t>Unit2</a:t>
            </a:r>
            <a:r>
              <a:rPr sz="1200"/>
              <a:t> </a:t>
            </a:r>
            <a:r>
              <a:rPr sz="1200" dirty="0"/>
              <a:t>- </a:t>
            </a:r>
            <a:fld id="{F7EC234A-9094-4BB8-9EA4-75ECDA8A365B}" type="slidenum">
              <a:rPr sz="1200" smtClean="0"/>
              <a:pPr>
                <a:defRPr/>
              </a:pPr>
              <a:t>10</a:t>
            </a:fld>
            <a:endParaRPr sz="1200"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8C895A-23AF-AA69-D3E7-2FD0975C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</p:spTree>
    <p:extLst>
      <p:ext uri="{BB962C8B-B14F-4D97-AF65-F5344CB8AC3E}">
        <p14:creationId xmlns:p14="http://schemas.microsoft.com/office/powerpoint/2010/main" val="2438607696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Computational Problems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11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Problems that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have </a:t>
            </a:r>
            <a:r>
              <a:rPr lang="en-US" sz="2800" dirty="0">
                <a:solidFill>
                  <a:srgbClr val="0000FF"/>
                </a:solidFill>
              </a:rPr>
              <a:t>well-defined</a:t>
            </a:r>
            <a:r>
              <a:rPr lang="en-US" sz="2800" dirty="0"/>
              <a:t> </a:t>
            </a:r>
            <a:r>
              <a:rPr lang="en-US" sz="2800" dirty="0">
                <a:solidFill>
                  <a:srgbClr val="0000FF"/>
                </a:solidFill>
              </a:rPr>
              <a:t>inputs</a:t>
            </a:r>
            <a:r>
              <a:rPr lang="en-US" sz="2800" dirty="0"/>
              <a:t>, </a:t>
            </a:r>
            <a:r>
              <a:rPr lang="en-US" sz="2800" dirty="0">
                <a:solidFill>
                  <a:srgbClr val="0000FF"/>
                </a:solidFill>
              </a:rPr>
              <a:t>outputs</a:t>
            </a:r>
            <a:r>
              <a:rPr lang="en-US" sz="2800" dirty="0"/>
              <a:t>, and </a:t>
            </a:r>
            <a:r>
              <a:rPr lang="en-US" sz="2800" dirty="0">
                <a:solidFill>
                  <a:srgbClr val="0000FF"/>
                </a:solidFill>
              </a:rPr>
              <a:t>constraints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can be solved </a:t>
            </a:r>
            <a:r>
              <a:rPr lang="en-US" sz="2800" dirty="0">
                <a:solidFill>
                  <a:srgbClr val="0000FF"/>
                </a:solidFill>
              </a:rPr>
              <a:t>step-by-step</a:t>
            </a:r>
            <a:r>
              <a:rPr lang="en-US" sz="2800" dirty="0"/>
              <a:t> by a</a:t>
            </a:r>
            <a:r>
              <a:rPr lang="en-US" sz="2800" dirty="0">
                <a:solidFill>
                  <a:srgbClr val="0000FF"/>
                </a:solidFill>
              </a:rPr>
              <a:t> computer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74746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Computational Problems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12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 (Decision Problem)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Is a given integer (e.g., 137) a prime number?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are the inputs, outputs, and constraints?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Is there a step-by-step method to solve it using a computer?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683696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Computational Problems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13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 (Search Problem)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Find a route from Point A to Point B.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 (Counting Problem)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How many different routes are there from Point A to Point B?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 (Optimization problem)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Find the shortest route from Point A to Point B.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318953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Non-Computational Problems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14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Examples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What is the meaning of life?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Do I look good in this outfit?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What is the answer to the Ultimate Question of Life, the Universe, and Everything?</a:t>
            </a: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1381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134" y="445546"/>
            <a:ext cx="5595851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Problem Solving Process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15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grpSp>
        <p:nvGrpSpPr>
          <p:cNvPr id="25" name="[Group 28]"/>
          <p:cNvGrpSpPr/>
          <p:nvPr/>
        </p:nvGrpSpPr>
        <p:grpSpPr>
          <a:xfrm>
            <a:off x="2895600" y="1377278"/>
            <a:ext cx="3854488" cy="4406263"/>
            <a:chOff x="2895600" y="1377278"/>
            <a:chExt cx="3854488" cy="4406263"/>
          </a:xfrm>
        </p:grpSpPr>
        <p:sp>
          <p:nvSpPr>
            <p:cNvPr id="26" name="TextBox 25"/>
            <p:cNvSpPr txBox="1"/>
            <p:nvPr/>
          </p:nvSpPr>
          <p:spPr bwMode="auto">
            <a:xfrm>
              <a:off x="2903851" y="1377278"/>
              <a:ext cx="2768009" cy="523220"/>
            </a:xfrm>
            <a:prstGeom prst="rect">
              <a:avLst/>
            </a:prstGeom>
            <a:gradFill flip="none" rotWithShape="1">
              <a:gsLst>
                <a:gs pos="0">
                  <a:srgbClr val="9900CC">
                    <a:shade val="30000"/>
                    <a:satMod val="115000"/>
                  </a:srgbClr>
                </a:gs>
                <a:gs pos="50000">
                  <a:srgbClr val="CC00FF"/>
                </a:gs>
                <a:gs pos="100000">
                  <a:srgbClr val="CC66FF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Analysis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 bwMode="auto">
            <a:xfrm>
              <a:off x="2895600" y="2656034"/>
              <a:ext cx="2784511" cy="523220"/>
            </a:xfrm>
            <a:prstGeom prst="rect">
              <a:avLst/>
            </a:prstGeom>
            <a:gradFill flip="none" rotWithShape="1">
              <a:gsLst>
                <a:gs pos="0">
                  <a:srgbClr val="006600"/>
                </a:gs>
                <a:gs pos="50000">
                  <a:srgbClr val="00CC00"/>
                </a:gs>
                <a:gs pos="100000">
                  <a:srgbClr val="92D050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Design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 bwMode="auto">
            <a:xfrm>
              <a:off x="2918632" y="3963128"/>
              <a:ext cx="2738446" cy="523220"/>
            </a:xfrm>
            <a:prstGeom prst="rect">
              <a:avLst/>
            </a:prstGeom>
            <a:gradFill>
              <a:gsLst>
                <a:gs pos="0">
                  <a:srgbClr val="000099"/>
                </a:gs>
                <a:gs pos="50000">
                  <a:srgbClr val="3333FF"/>
                </a:gs>
                <a:gs pos="100000">
                  <a:srgbClr val="99CCFF"/>
                </a:gs>
              </a:gsLst>
              <a:lin ang="2700000" scaled="1"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Implementation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 bwMode="auto">
            <a:xfrm>
              <a:off x="2904300" y="5260321"/>
              <a:ext cx="2767111" cy="523220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50000">
                  <a:srgbClr val="FF6600"/>
                </a:gs>
                <a:gs pos="100000">
                  <a:srgbClr val="FF9966"/>
                </a:gs>
              </a:gsLst>
              <a:lin ang="2700000" scaled="1"/>
              <a:tileRect/>
            </a:gra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800" dirty="0">
                  <a:solidFill>
                    <a:srgbClr val="FFFFFF"/>
                  </a:solidFill>
                </a:rPr>
                <a:t>Testing</a:t>
              </a:r>
              <a:endParaRPr lang="en-SG" sz="2800" dirty="0">
                <a:solidFill>
                  <a:srgbClr val="FFFFFF"/>
                </a:solidFill>
              </a:endParaRPr>
            </a:p>
          </p:txBody>
        </p:sp>
        <p:cxnSp>
          <p:nvCxnSpPr>
            <p:cNvPr id="30" name="Straight Arrow Connector 12"/>
            <p:cNvCxnSpPr>
              <a:cxnSpLocks noChangeShapeType="1"/>
              <a:stCxn id="26" idx="2"/>
              <a:endCxn id="27" idx="0"/>
            </p:cNvCxnSpPr>
            <p:nvPr/>
          </p:nvCxnSpPr>
          <p:spPr bwMode="auto">
            <a:xfrm>
              <a:off x="4287856" y="1900498"/>
              <a:ext cx="0" cy="755536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1" name="Straight Arrow Connector 14"/>
            <p:cNvCxnSpPr>
              <a:cxnSpLocks noChangeShapeType="1"/>
              <a:stCxn id="27" idx="2"/>
              <a:endCxn id="28" idx="0"/>
            </p:cNvCxnSpPr>
            <p:nvPr/>
          </p:nvCxnSpPr>
          <p:spPr bwMode="auto">
            <a:xfrm flipH="1">
              <a:off x="4287855" y="3179254"/>
              <a:ext cx="1" cy="783874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2" name="Straight Arrow Connector 15"/>
            <p:cNvCxnSpPr>
              <a:cxnSpLocks noChangeShapeType="1"/>
              <a:stCxn id="28" idx="2"/>
              <a:endCxn id="29" idx="0"/>
            </p:cNvCxnSpPr>
            <p:nvPr/>
          </p:nvCxnSpPr>
          <p:spPr bwMode="auto">
            <a:xfrm>
              <a:off x="4287855" y="4486348"/>
              <a:ext cx="1" cy="773973"/>
            </a:xfrm>
            <a:prstGeom prst="straightConnector1">
              <a:avLst/>
            </a:prstGeom>
            <a:noFill/>
            <a:ln w="38100" cap="sq" algn="ctr">
              <a:solidFill>
                <a:srgbClr val="660066"/>
              </a:solidFill>
              <a:round/>
              <a:headEnd type="triangle" w="lg" len="med"/>
              <a:tailEnd type="triangle" w="lg" len="med"/>
            </a:ln>
          </p:spPr>
        </p:cxnSp>
        <p:cxnSp>
          <p:nvCxnSpPr>
            <p:cNvPr id="33" name="Straight Connector 26"/>
            <p:cNvCxnSpPr>
              <a:cxnSpLocks noChangeShapeType="1"/>
            </p:cNvCxnSpPr>
            <p:nvPr/>
          </p:nvCxnSpPr>
          <p:spPr bwMode="auto">
            <a:xfrm>
              <a:off x="5662710" y="4202706"/>
              <a:ext cx="593714" cy="22032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4" name="Straight Connector 29"/>
            <p:cNvCxnSpPr>
              <a:cxnSpLocks noChangeShapeType="1"/>
            </p:cNvCxnSpPr>
            <p:nvPr/>
          </p:nvCxnSpPr>
          <p:spPr bwMode="auto">
            <a:xfrm flipV="1">
              <a:off x="6256424" y="1821677"/>
              <a:ext cx="0" cy="2403061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Connector 31"/>
            <p:cNvCxnSpPr>
              <a:cxnSpLocks noChangeShapeType="1"/>
            </p:cNvCxnSpPr>
            <p:nvPr/>
          </p:nvCxnSpPr>
          <p:spPr bwMode="auto">
            <a:xfrm flipH="1">
              <a:off x="5747828" y="1821677"/>
              <a:ext cx="508596" cy="0"/>
            </a:xfrm>
            <a:prstGeom prst="line">
              <a:avLst/>
            </a:prstGeom>
            <a:noFill/>
            <a:ln w="38100" cap="sq" algn="ctr">
              <a:solidFill>
                <a:schemeClr val="tx1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6" name="Straight Connector 35"/>
            <p:cNvCxnSpPr>
              <a:cxnSpLocks noChangeShapeType="1"/>
            </p:cNvCxnSpPr>
            <p:nvPr/>
          </p:nvCxnSpPr>
          <p:spPr bwMode="auto">
            <a:xfrm>
              <a:off x="5747828" y="5615139"/>
              <a:ext cx="748649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7" name="Straight Connector 37"/>
            <p:cNvCxnSpPr>
              <a:cxnSpLocks noChangeShapeType="1"/>
            </p:cNvCxnSpPr>
            <p:nvPr/>
          </p:nvCxnSpPr>
          <p:spPr bwMode="auto">
            <a:xfrm flipV="1">
              <a:off x="6496477" y="1586719"/>
              <a:ext cx="0" cy="4028421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Connector 41"/>
            <p:cNvCxnSpPr>
              <a:cxnSpLocks noChangeShapeType="1"/>
            </p:cNvCxnSpPr>
            <p:nvPr/>
          </p:nvCxnSpPr>
          <p:spPr bwMode="auto">
            <a:xfrm flipH="1">
              <a:off x="5734096" y="1586719"/>
              <a:ext cx="762381" cy="0"/>
            </a:xfrm>
            <a:prstGeom prst="line">
              <a:avLst/>
            </a:prstGeom>
            <a:noFill/>
            <a:ln w="38100" cap="sq" algn="ctr">
              <a:solidFill>
                <a:srgbClr val="006600"/>
              </a:solidFill>
              <a:round/>
              <a:headEnd type="none" w="lg" len="med"/>
              <a:tailEnd type="triangle" w="lg" len="med"/>
            </a:ln>
          </p:spPr>
        </p:cxnSp>
        <p:cxnSp>
          <p:nvCxnSpPr>
            <p:cNvPr id="39" name="Straight Connector 48"/>
            <p:cNvCxnSpPr>
              <a:cxnSpLocks noChangeShapeType="1"/>
            </p:cNvCxnSpPr>
            <p:nvPr/>
          </p:nvCxnSpPr>
          <p:spPr bwMode="auto">
            <a:xfrm>
              <a:off x="5734096" y="5404614"/>
              <a:ext cx="1008546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0" name="Straight Connector 50"/>
            <p:cNvCxnSpPr>
              <a:cxnSpLocks noChangeShapeType="1"/>
            </p:cNvCxnSpPr>
            <p:nvPr/>
          </p:nvCxnSpPr>
          <p:spPr bwMode="auto">
            <a:xfrm flipV="1">
              <a:off x="6742642" y="2930525"/>
              <a:ext cx="7446" cy="2474089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1" name="Straight Connector 52"/>
            <p:cNvCxnSpPr>
              <a:cxnSpLocks noChangeShapeType="1"/>
            </p:cNvCxnSpPr>
            <p:nvPr/>
          </p:nvCxnSpPr>
          <p:spPr bwMode="auto">
            <a:xfrm flipH="1">
              <a:off x="5762761" y="2930525"/>
              <a:ext cx="987327" cy="0"/>
            </a:xfrm>
            <a:prstGeom prst="line">
              <a:avLst/>
            </a:prstGeom>
            <a:noFill/>
            <a:ln w="38100" cap="sq" algn="ctr">
              <a:solidFill>
                <a:srgbClr val="800000"/>
              </a:solidFill>
              <a:round/>
              <a:headEnd type="none" w="lg" len="med"/>
              <a:tailEnd type="triangle" w="lg" len="med"/>
            </a:ln>
          </p:spPr>
        </p:cxnSp>
      </p:grpSp>
      <p:sp>
        <p:nvSpPr>
          <p:cNvPr id="45" name="[TextBox 28]"/>
          <p:cNvSpPr txBox="1">
            <a:spLocks noChangeArrowheads="1"/>
          </p:cNvSpPr>
          <p:nvPr/>
        </p:nvSpPr>
        <p:spPr bwMode="auto">
          <a:xfrm>
            <a:off x="6854825" y="2265362"/>
            <a:ext cx="2060575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3200" i="1">
                <a:solidFill>
                  <a:srgbClr val="C00000"/>
                </a:solidFill>
                <a:latin typeface="+mn-lt"/>
                <a:cs typeface="Andalus" pitchFamily="18" charset="-78"/>
              </a:rPr>
              <a:t>Iterative process</a:t>
            </a:r>
            <a:endParaRPr lang="en-US" sz="3200" i="1" dirty="0">
              <a:solidFill>
                <a:srgbClr val="C00000"/>
              </a:solidFill>
              <a:latin typeface="+mn-lt"/>
              <a:cs typeface="Andalus" pitchFamily="18" charset="-78"/>
            </a:endParaRPr>
          </a:p>
        </p:txBody>
      </p:sp>
      <p:sp>
        <p:nvSpPr>
          <p:cNvPr id="24" name="Rectangle 2"/>
          <p:cNvSpPr txBox="1">
            <a:spLocks noChangeArrowheads="1"/>
          </p:cNvSpPr>
          <p:nvPr/>
        </p:nvSpPr>
        <p:spPr>
          <a:xfrm>
            <a:off x="631334" y="459474"/>
            <a:ext cx="298153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GB" sz="3600" dirty="0">
                <a:solidFill>
                  <a:srgbClr val="0000FF"/>
                </a:solidFill>
              </a:rPr>
              <a:t>Algorithmic</a:t>
            </a:r>
          </a:p>
        </p:txBody>
      </p:sp>
      <p:sp>
        <p:nvSpPr>
          <p:cNvPr id="42" name="[TextBox 24]"/>
          <p:cNvSpPr txBox="1">
            <a:spLocks noChangeArrowheads="1"/>
          </p:cNvSpPr>
          <p:nvPr/>
        </p:nvSpPr>
        <p:spPr bwMode="auto">
          <a:xfrm>
            <a:off x="577683" y="1110064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Determine problem features</a:t>
            </a:r>
          </a:p>
        </p:txBody>
      </p:sp>
      <p:sp>
        <p:nvSpPr>
          <p:cNvPr id="44" name="[TextBox 25]"/>
          <p:cNvSpPr txBox="1">
            <a:spLocks noChangeArrowheads="1"/>
          </p:cNvSpPr>
          <p:nvPr/>
        </p:nvSpPr>
        <p:spPr bwMode="auto">
          <a:xfrm>
            <a:off x="612608" y="2562225"/>
            <a:ext cx="213995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8000"/>
                </a:solidFill>
                <a:latin typeface="Calibri" pitchFamily="34" charset="0"/>
              </a:rPr>
              <a:t>Write algorithm</a:t>
            </a:r>
          </a:p>
        </p:txBody>
      </p:sp>
      <p:sp>
        <p:nvSpPr>
          <p:cNvPr id="46" name="[TextBox 26]"/>
          <p:cNvSpPr txBox="1">
            <a:spLocks noChangeArrowheads="1"/>
          </p:cNvSpPr>
          <p:nvPr/>
        </p:nvSpPr>
        <p:spPr bwMode="auto">
          <a:xfrm>
            <a:off x="830776" y="3758480"/>
            <a:ext cx="170361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400" i="1" dirty="0">
                <a:latin typeface="Calibri" pitchFamily="34" charset="0"/>
              </a:rPr>
              <a:t>Produce code</a:t>
            </a:r>
          </a:p>
        </p:txBody>
      </p:sp>
      <p:sp>
        <p:nvSpPr>
          <p:cNvPr id="47" name="[TextBox 27]"/>
          <p:cNvSpPr txBox="1">
            <a:spLocks noChangeArrowheads="1"/>
          </p:cNvSpPr>
          <p:nvPr/>
        </p:nvSpPr>
        <p:spPr bwMode="auto">
          <a:xfrm>
            <a:off x="414965" y="4922887"/>
            <a:ext cx="25352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400" i="1" dirty="0">
                <a:solidFill>
                  <a:srgbClr val="006600"/>
                </a:solidFill>
                <a:latin typeface="Calibri" pitchFamily="34" charset="0"/>
              </a:rPr>
              <a:t>Check for correctness and efficiency</a:t>
            </a:r>
          </a:p>
        </p:txBody>
      </p:sp>
      <p:sp>
        <p:nvSpPr>
          <p:cNvPr id="2" name="Oval 1"/>
          <p:cNvSpPr/>
          <p:nvPr/>
        </p:nvSpPr>
        <p:spPr>
          <a:xfrm>
            <a:off x="830776" y="2456597"/>
            <a:ext cx="1816890" cy="1144332"/>
          </a:xfrm>
          <a:prstGeom prst="ellipse">
            <a:avLst/>
          </a:prstGeom>
          <a:noFill/>
          <a:ln>
            <a:solidFill>
              <a:srgbClr val="00009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Line Callout 2 2"/>
          <p:cNvSpPr/>
          <p:nvPr/>
        </p:nvSpPr>
        <p:spPr>
          <a:xfrm>
            <a:off x="7151427" y="3963128"/>
            <a:ext cx="1763973" cy="909398"/>
          </a:xfrm>
          <a:prstGeom prst="borderCallout2">
            <a:avLst>
              <a:gd name="adj1" fmla="val 18750"/>
              <a:gd name="adj2" fmla="val 178"/>
              <a:gd name="adj3" fmla="val 18750"/>
              <a:gd name="adj4" fmla="val -12798"/>
              <a:gd name="adj5" fmla="val -76594"/>
              <a:gd name="adj6" fmla="val -258187"/>
            </a:avLst>
          </a:prstGeom>
          <a:solidFill>
            <a:srgbClr val="FFFF99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What is an </a:t>
            </a:r>
            <a:r>
              <a:rPr lang="en-US" sz="2400" dirty="0">
                <a:solidFill>
                  <a:srgbClr val="C00000"/>
                </a:solidFill>
              </a:rPr>
              <a:t>algorithm</a:t>
            </a:r>
            <a:r>
              <a:rPr lang="en-US" sz="2400" dirty="0">
                <a:solidFill>
                  <a:schemeClr val="tx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70744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16</a:t>
            </a:fld>
            <a:endParaRPr/>
          </a:p>
        </p:txBody>
      </p:sp>
      <p:sp>
        <p:nvSpPr>
          <p:cNvPr id="10" name="HighlightTextShape201406241503265130"/>
          <p:cNvSpPr>
            <a:spLocks noChangeArrowheads="1"/>
          </p:cNvSpPr>
          <p:nvPr/>
        </p:nvSpPr>
        <p:spPr bwMode="auto">
          <a:xfrm>
            <a:off x="491319" y="1219200"/>
            <a:ext cx="7890681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/>
              <a:t>An </a:t>
            </a:r>
            <a:r>
              <a:rPr lang="en-US" sz="2800" b="1">
                <a:solidFill>
                  <a:srgbClr val="0000FF"/>
                </a:solidFill>
              </a:rPr>
              <a:t>algorithm</a:t>
            </a:r>
            <a:r>
              <a:rPr lang="en-US" sz="2800"/>
              <a:t> is a well-defined computational procedure consisting of </a:t>
            </a:r>
            <a:r>
              <a:rPr lang="en-US" sz="2800" i="1">
                <a:solidFill>
                  <a:srgbClr val="0000FF"/>
                </a:solidFill>
              </a:rPr>
              <a:t>a set of instructions</a:t>
            </a:r>
            <a:r>
              <a:rPr lang="en-US" sz="2800"/>
              <a:t>, that takes some value or set of values as </a:t>
            </a:r>
            <a:r>
              <a:rPr lang="en-US" sz="2800" i="1">
                <a:solidFill>
                  <a:srgbClr val="0000FF"/>
                </a:solidFill>
              </a:rPr>
              <a:t>input</a:t>
            </a:r>
            <a:r>
              <a:rPr lang="en-US" sz="2800"/>
              <a:t>, and produces some value or set of values as </a:t>
            </a:r>
            <a:r>
              <a:rPr lang="en-US" sz="2800" i="1">
                <a:solidFill>
                  <a:srgbClr val="0000FF"/>
                </a:solidFill>
              </a:rPr>
              <a:t>output</a:t>
            </a:r>
            <a:r>
              <a:rPr lang="en-US" sz="2800" i="1"/>
              <a:t>.</a:t>
            </a:r>
            <a:endParaRPr lang="en-US" sz="2400">
              <a:cs typeface="Courier New" pitchFamily="49" charset="0"/>
            </a:endParaRPr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graphicFrame>
        <p:nvGraphicFramePr>
          <p:cNvPr id="2" name="Diagram 1"/>
          <p:cNvGraphicFramePr/>
          <p:nvPr/>
        </p:nvGraphicFramePr>
        <p:xfrm>
          <a:off x="952226" y="3340669"/>
          <a:ext cx="7465927" cy="21236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36759" y="5728783"/>
            <a:ext cx="623776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‘Algorithm’ stems from ‘</a:t>
            </a:r>
            <a:r>
              <a:rPr lang="en-US" sz="1600" dirty="0" err="1"/>
              <a:t>Algoritmi</a:t>
            </a:r>
            <a:r>
              <a:rPr lang="en-US" sz="1600" dirty="0"/>
              <a:t>’, the Latin form of al-</a:t>
            </a:r>
            <a:r>
              <a:rPr lang="en-US" sz="1600" dirty="0" err="1"/>
              <a:t>Khwārizmī</a:t>
            </a:r>
            <a:r>
              <a:rPr lang="en-US" sz="1600" dirty="0"/>
              <a:t>, a Persian mathematician, astronomer and geographer.</a:t>
            </a:r>
            <a:endParaRPr lang="en-US" dirty="0"/>
          </a:p>
          <a:p>
            <a:r>
              <a:rPr lang="en-US" sz="1400" dirty="0"/>
              <a:t>Source: </a:t>
            </a:r>
            <a:r>
              <a:rPr lang="en-US" sz="1400" dirty="0">
                <a:hlinkClick r:id="rId8"/>
              </a:rPr>
              <a:t>http://en.wikipedia.org/wiki/Algorithm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2997435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Variables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17</a:t>
            </a:fld>
            <a:endParaRPr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 err="1"/>
              <a:t>i</a:t>
            </a:r>
            <a:r>
              <a:rPr lang="en-US" sz="2400" dirty="0"/>
              <a:t>, m, k, l and </a:t>
            </a:r>
            <a:r>
              <a:rPr lang="en-US" sz="2400" dirty="0" err="1"/>
              <a:t>l</a:t>
            </a:r>
            <a:r>
              <a:rPr lang="en-US" sz="2400" baseline="-25000" dirty="0" err="1"/>
              <a:t>k</a:t>
            </a:r>
            <a:r>
              <a:rPr lang="en-US" sz="2400" dirty="0"/>
              <a:t> are variables (a.k.a., data)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They hold a value in their respective location in the memory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You can 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read</a:t>
            </a:r>
            <a:r>
              <a:rPr lang="en-US" sz="2400" dirty="0"/>
              <a:t> a value from input (e.g., input k)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write</a:t>
            </a:r>
            <a:r>
              <a:rPr lang="en-US" sz="2400" dirty="0"/>
              <a:t> a value to a variable (e.g., set </a:t>
            </a:r>
            <a:r>
              <a:rPr lang="en-US" sz="2400" dirty="0" err="1"/>
              <a:t>i</a:t>
            </a:r>
            <a:r>
              <a:rPr lang="en-US" sz="2400" dirty="0"/>
              <a:t> to 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compare</a:t>
            </a:r>
            <a:r>
              <a:rPr lang="en-US" sz="2400" dirty="0"/>
              <a:t> values of two variables (e.g., </a:t>
            </a:r>
            <a:r>
              <a:rPr lang="en-US" sz="2400" dirty="0" err="1"/>
              <a:t>i</a:t>
            </a:r>
            <a:r>
              <a:rPr lang="en-US" sz="2400" dirty="0"/>
              <a:t> equals k?)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perform </a:t>
            </a:r>
            <a:r>
              <a:rPr lang="en-US" sz="2400" dirty="0"/>
              <a:t>arithmetic operations on variables (e.g., compute </a:t>
            </a:r>
            <a:r>
              <a:rPr lang="en-US" sz="2400" dirty="0" err="1"/>
              <a:t>i</a:t>
            </a:r>
            <a:r>
              <a:rPr lang="en-US" sz="2400" dirty="0"/>
              <a:t> + 1)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print</a:t>
            </a:r>
            <a:r>
              <a:rPr lang="en-US" sz="2400" dirty="0"/>
              <a:t> a value to output (e.g., output m)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05194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Control structures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18</a:t>
            </a:fld>
            <a:endParaRPr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Sequence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After step X, do step Y.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Selection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If … then … else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>
                <a:solidFill>
                  <a:srgbClr val="0000FF"/>
                </a:solidFill>
              </a:rPr>
              <a:t>Repetition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Keep going as long as ...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2" name="Picture 2" descr="flowchart">
            <a:extLst>
              <a:ext uri="{FF2B5EF4-FFF2-40B4-BE49-F238E27FC236}">
                <a16:creationId xmlns:a16="http://schemas.microsoft.com/office/drawing/2014/main" id="{06552C3D-C982-10CE-C732-C25C41973DB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45" r="82551" b="30058"/>
          <a:stretch>
            <a:fillRect/>
          </a:stretch>
        </p:blipFill>
        <p:spPr bwMode="auto">
          <a:xfrm>
            <a:off x="6436419" y="1202055"/>
            <a:ext cx="1027105" cy="162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flowchart">
            <a:extLst>
              <a:ext uri="{FF2B5EF4-FFF2-40B4-BE49-F238E27FC236}">
                <a16:creationId xmlns:a16="http://schemas.microsoft.com/office/drawing/2014/main" id="{8B63D8C7-D54C-A465-26FF-42FA77012B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4" t="37840" b="13213"/>
          <a:stretch>
            <a:fillRect/>
          </a:stretch>
        </p:blipFill>
        <p:spPr bwMode="auto">
          <a:xfrm>
            <a:off x="5297835" y="3076584"/>
            <a:ext cx="3152776" cy="1076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flowchart">
            <a:extLst>
              <a:ext uri="{FF2B5EF4-FFF2-40B4-BE49-F238E27FC236}">
                <a16:creationId xmlns:a16="http://schemas.microsoft.com/office/drawing/2014/main" id="{0B1E8724-DD31-86ED-1396-1EC7DA0EC1C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9" t="11395" b="5963"/>
          <a:stretch>
            <a:fillRect/>
          </a:stretch>
        </p:blipFill>
        <p:spPr bwMode="auto">
          <a:xfrm>
            <a:off x="4990850" y="4453508"/>
            <a:ext cx="4058696" cy="1656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023E6C1-B666-D04A-0F27-8C0FF5665846}"/>
              </a:ext>
            </a:extLst>
          </p:cNvPr>
          <p:cNvSpPr/>
          <p:nvPr/>
        </p:nvSpPr>
        <p:spPr>
          <a:xfrm>
            <a:off x="6337322" y="5509897"/>
            <a:ext cx="2419744" cy="119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3B1F63-55B3-67B1-CBB0-0DEB84E764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r="-184511" b="48791"/>
          <a:stretch>
            <a:fillRect/>
          </a:stretch>
        </p:blipFill>
        <p:spPr>
          <a:xfrm>
            <a:off x="6000500" y="5178551"/>
            <a:ext cx="3895223" cy="7886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6C23C04-BD8A-D7DB-D9C1-F1F85860F34F}"/>
              </a:ext>
            </a:extLst>
          </p:cNvPr>
          <p:cNvSpPr/>
          <p:nvPr/>
        </p:nvSpPr>
        <p:spPr>
          <a:xfrm>
            <a:off x="6002651" y="4918530"/>
            <a:ext cx="2084639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05D0C8-DFA8-64E1-407D-66344283915B}"/>
              </a:ext>
            </a:extLst>
          </p:cNvPr>
          <p:cNvSpPr/>
          <p:nvPr/>
        </p:nvSpPr>
        <p:spPr>
          <a:xfrm>
            <a:off x="7425928" y="5057575"/>
            <a:ext cx="779291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64211B-2B8E-0667-4A03-1C997563D2FC}"/>
              </a:ext>
            </a:extLst>
          </p:cNvPr>
          <p:cNvSpPr/>
          <p:nvPr/>
        </p:nvSpPr>
        <p:spPr>
          <a:xfrm>
            <a:off x="6322357" y="5267517"/>
            <a:ext cx="393058" cy="4381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2B5ED19-76FD-6091-ABC3-A7B8975FD98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" r="54726" b="42025"/>
          <a:stretch>
            <a:fillRect/>
          </a:stretch>
        </p:blipFill>
        <p:spPr>
          <a:xfrm flipV="1">
            <a:off x="7402928" y="5244144"/>
            <a:ext cx="845025" cy="45719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A1D9A3E-E810-D95B-6BCB-0C474C12AC54}"/>
              </a:ext>
            </a:extLst>
          </p:cNvPr>
          <p:cNvSpPr/>
          <p:nvPr/>
        </p:nvSpPr>
        <p:spPr>
          <a:xfrm>
            <a:off x="6035138" y="4966917"/>
            <a:ext cx="604368" cy="783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C14A12C-15FD-1C28-D90D-AD295A2DE5A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" r="61585" b="42022"/>
          <a:stretch>
            <a:fillRect/>
          </a:stretch>
        </p:blipFill>
        <p:spPr>
          <a:xfrm flipV="1">
            <a:off x="5978818" y="5241762"/>
            <a:ext cx="717008" cy="4571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97A63A0-E4E6-48FE-82B1-FBA87A507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4512" y="4965572"/>
            <a:ext cx="728004" cy="55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80415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8FA5C-BDD9-F042-4702-51D0C9621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59315AD-624C-7FCB-29B6-F7267D552B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E4F1262B-A005-3623-D611-C13CD35AA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82278E42-DDD5-E08C-8056-6B1067F2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19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ADB68758-5B15-FC19-B287-78FA5ACB5D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EC6066E8-8ED1-C3AD-8C83-22689AC12B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CD235FF-3488-81A5-04BA-55F1EDE76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9576451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88973-563F-A464-3669-49C612CFF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E83DD8C7-463B-F100-4362-824E60B7CE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6C97A1B8-D463-83A0-3594-0F1E54990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AD88438A-0BDA-972B-6FA7-AC8FF7B7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20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EC92B737-985C-B068-F7DD-E41879651D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A7066E73-ECA3-B0A1-8DC3-3CBE130C5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inputs, outputs and constraints?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Inputs: </a:t>
            </a:r>
            <a:r>
              <a:rPr lang="en-US" altLang="en-US" sz="2400" dirty="0">
                <a:latin typeface="+mj-lt"/>
                <a:ea typeface="Roboto"/>
                <a:cs typeface="Courier New" panose="02070309020205020404" pitchFamily="49" charset="0"/>
              </a:rPr>
              <a:t>two numbers, which are integers.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Outputs: one number, which is a real number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Constraints: the output number is the average of  the two input numbers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C62AE2-F2C2-FB44-3C25-612F834FB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646014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7B504-1977-78EC-715E-52B00D01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DFDF5E2-DF49-52BB-1ABD-EA79C0E430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50296CB2-598C-D37D-C75C-AD51D209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21303CF1-844B-A0A6-7B40-87496E874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21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19A058BF-14C2-3242-19B3-4C4F6A683C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AA0F66E4-9249-BDC1-2454-D8829DF6B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the (rough) algorithm?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Input two integers,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num1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and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num2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Compute the </a:t>
            </a:r>
            <a:r>
              <a:rPr lang="en-US" altLang="en-US" sz="2400" i="1" dirty="0">
                <a:solidFill>
                  <a:srgbClr val="000000"/>
                </a:solidFill>
                <a:latin typeface="+mj-lt"/>
                <a:ea typeface="Roboto"/>
              </a:rPr>
              <a:t>result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which is a real number representing the average of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num1 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and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num2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Output the </a:t>
            </a:r>
            <a:r>
              <a:rPr lang="en-US" altLang="en-US" sz="2400" i="1" dirty="0">
                <a:solidFill>
                  <a:srgbClr val="000000"/>
                </a:solidFill>
                <a:latin typeface="+mj-lt"/>
                <a:ea typeface="Roboto"/>
              </a:rPr>
              <a:t>result</a:t>
            </a:r>
            <a:endParaRPr lang="en-US" altLang="en-US" sz="2400" i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6C736F-6285-C9F1-C8FE-05D5AB4828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078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C067D-F129-A8F2-CEC8-091CFAFC3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B8E3609-3D47-8C68-02E2-03FEABF32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0A2A179E-FDB9-1624-78A5-F734919E9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97C29965-F1AD-AEDF-3DB1-EADC6B2DC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22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60FF000C-010A-C567-4AC3-199A5239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AC74CE99-03C4-3DF4-E7F2-EBBC3FB61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intermediate results?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Intermediate results: one integer, which is the sum of the two input integers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EC12669-5BC1-1024-2763-F1A453029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6461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1684-88EB-ED16-6400-B17A1FD0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A3233C4E-2B11-4B2D-F26C-E966D7D04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6ABC3AA3-8A57-0716-E702-78ACCE36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1073740-5C42-AF34-F93A-183910DE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23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E8F2F79B-9D75-695B-7687-40AF9906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20E086B9-0104-361F-B659-A29F10940E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compute the result (i.e., the average)?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Set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sum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to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num1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+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num2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Set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result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to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sum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/ 2</a:t>
            </a: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E29B698-984C-ADB3-F5E7-D5ED521814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4198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337B4-3780-01DC-536D-887B3316D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2217E8B-481C-75EE-A910-457721F01F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CCC54D38-5FBE-B53E-9656-2B610866C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C4D6A087-85C1-3151-9C0F-64414B40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24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4E578432-9DD1-6EC7-3F63-979D626B32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>
            <a:extLst>
              <a:ext uri="{FF2B5EF4-FFF2-40B4-BE49-F238E27FC236}">
                <a16:creationId xmlns:a16="http://schemas.microsoft.com/office/drawing/2014/main" id="{5243D0ED-A60E-6068-4276-562D0E8F6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average of two integers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2, 5 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3.5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the (full) algorithm?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Input two integers,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num1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and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num2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Set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sum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to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num1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+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num2</a:t>
            </a:r>
            <a:endParaRPr lang="en-US" altLang="en-US" sz="2400" b="1" dirty="0">
              <a:solidFill>
                <a:srgbClr val="000000"/>
              </a:solidFill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Set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result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to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sum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/ 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Output the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result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B04A9-FCF0-6EC5-09F9-DB9515B24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86464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25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maximum among a list of numbers.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</a:t>
            </a:r>
            <a:r>
              <a:rPr lang="en-US" sz="2800" dirty="0">
                <a:solidFill>
                  <a:srgbClr val="0000FF"/>
                </a:solidFill>
              </a:rPr>
              <a:t>6</a:t>
            </a:r>
            <a:r>
              <a:rPr lang="en-US" sz="2800" dirty="0"/>
              <a:t>, {</a:t>
            </a:r>
            <a:r>
              <a:rPr lang="en-US" sz="2800" dirty="0">
                <a:solidFill>
                  <a:srgbClr val="0000FF"/>
                </a:solidFill>
              </a:rPr>
              <a:t>5, 9, 8, 1, 3, 2</a:t>
            </a:r>
            <a:r>
              <a:rPr lang="en-US" sz="2800" dirty="0"/>
              <a:t>}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are the inputs, outputs and constraints?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Inputs: </a:t>
            </a:r>
            <a:r>
              <a:rPr lang="en-US" altLang="en-US" sz="2400" dirty="0">
                <a:latin typeface="+mj-lt"/>
                <a:ea typeface="Roboto"/>
                <a:cs typeface="Courier New" panose="02070309020205020404" pitchFamily="49" charset="0"/>
              </a:rPr>
              <a:t>a number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k 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= the size of the list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a list of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</a:rPr>
              <a:t>k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 numbers 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 = 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⟨l</a:t>
            </a:r>
            <a:r>
              <a:rPr lang="en-US" altLang="en-US" sz="24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,...,l</a:t>
            </a:r>
            <a:r>
              <a:rPr lang="en-US" altLang="en-US" sz="24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k−1</a:t>
            </a: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⟩</a:t>
            </a:r>
            <a:endParaRPr lang="en-US" altLang="en-US" sz="2400" b="1" dirty="0">
              <a:solidFill>
                <a:srgbClr val="000000"/>
              </a:solidFill>
              <a:latin typeface="+mj-lt"/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Outputs: a number 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latin typeface="+mj-lt"/>
                <a:ea typeface="Roboto"/>
              </a:rPr>
              <a:t>Constraints: 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m ∈ L and m ≥ l</a:t>
            </a:r>
            <a:r>
              <a:rPr lang="en-US" altLang="en-US" sz="2400" b="1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 for all </a:t>
            </a:r>
            <a:r>
              <a:rPr lang="en-US" altLang="en-US" sz="2400" b="1" dirty="0" err="1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.</a:t>
            </a:r>
          </a:p>
          <a:p>
            <a:pPr lvl="0" eaLnBrk="0" hangingPunct="0"/>
            <a:endParaRPr lang="en-US" sz="2400" dirty="0">
              <a:latin typeface="+mj-lt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2B2BEA-886C-8911-FAFD-58628ACD912F}"/>
              </a:ext>
            </a:extLst>
          </p:cNvPr>
          <p:cNvSpPr txBox="1"/>
          <p:nvPr/>
        </p:nvSpPr>
        <p:spPr>
          <a:xfrm>
            <a:off x="3657600" y="1974052"/>
            <a:ext cx="23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5160316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26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maximum among a list of numbers.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</a:t>
            </a:r>
            <a:r>
              <a:rPr lang="en-US" sz="2800" dirty="0">
                <a:solidFill>
                  <a:srgbClr val="0000FF"/>
                </a:solidFill>
              </a:rPr>
              <a:t>6</a:t>
            </a:r>
            <a:r>
              <a:rPr lang="en-US" sz="2800" dirty="0"/>
              <a:t>, {</a:t>
            </a:r>
            <a:r>
              <a:rPr lang="en-US" sz="2800" dirty="0">
                <a:solidFill>
                  <a:srgbClr val="0000FF"/>
                </a:solidFill>
              </a:rPr>
              <a:t>5, 9, 8, 1, 3, 2</a:t>
            </a:r>
            <a:r>
              <a:rPr lang="en-US" sz="2800" dirty="0"/>
              <a:t>}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What is the (rough) algorithm?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Input one integer 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</a:rPr>
              <a:t>k</a:t>
            </a:r>
            <a:r>
              <a:rPr lang="en-US" altLang="en-US" sz="2400" dirty="0">
                <a:latin typeface="Arial" panose="020B0604020202020204" pitchFamily="34" charset="0"/>
                <a:ea typeface="Roboto"/>
              </a:rPr>
              <a:t>, and k integers 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400" b="1" baseline="-25000" dirty="0">
                <a:latin typeface="Arial" panose="020B0604020202020204" pitchFamily="34" charset="0"/>
                <a:ea typeface="Roboto"/>
              </a:rPr>
              <a:t>0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</a:rPr>
              <a:t>…l</a:t>
            </a:r>
            <a:r>
              <a:rPr lang="en-US" altLang="en-US" sz="2400" b="1" baseline="-25000" dirty="0">
                <a:latin typeface="Arial" panose="020B0604020202020204" pitchFamily="34" charset="0"/>
                <a:ea typeface="Roboto"/>
              </a:rPr>
              <a:t>k-1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Scan through the list and keep track of the maximum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  <a:cs typeface="Courier New" panose="02070309020205020404" pitchFamily="49" charset="0"/>
              </a:rPr>
              <a:t>Output one integer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  <a:cs typeface="Courier New" panose="02070309020205020404" pitchFamily="49" charset="0"/>
              </a:rPr>
              <a:t> m</a:t>
            </a:r>
            <a:r>
              <a:rPr lang="en-US" altLang="en-US" sz="2400" dirty="0">
                <a:latin typeface="Arial" panose="020B0604020202020204" pitchFamily="34" charset="0"/>
                <a:ea typeface="Roboto"/>
                <a:cs typeface="Courier New" panose="02070309020205020404" pitchFamily="49" charset="0"/>
              </a:rPr>
              <a:t>, which is the maximum among  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400" b="1" baseline="-25000" dirty="0">
                <a:latin typeface="Arial" panose="020B0604020202020204" pitchFamily="34" charset="0"/>
                <a:ea typeface="Roboto"/>
              </a:rPr>
              <a:t>0</a:t>
            </a:r>
            <a:r>
              <a:rPr lang="en-US" altLang="en-US" sz="2400" b="1" dirty="0">
                <a:latin typeface="Arial" panose="020B0604020202020204" pitchFamily="34" charset="0"/>
                <a:ea typeface="Roboto"/>
              </a:rPr>
              <a:t>…l</a:t>
            </a:r>
            <a:r>
              <a:rPr lang="en-US" altLang="en-US" sz="2400" b="1" baseline="-25000" dirty="0">
                <a:latin typeface="Arial" panose="020B0604020202020204" pitchFamily="34" charset="0"/>
                <a:ea typeface="Roboto"/>
              </a:rPr>
              <a:t>k-1</a:t>
            </a:r>
            <a:endParaRPr lang="en-US" altLang="en-US" sz="2400" b="1" dirty="0"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altLang="en-US" sz="2400" dirty="0">
              <a:solidFill>
                <a:srgbClr val="000000"/>
              </a:solidFill>
              <a:latin typeface="Arial" panose="020B0604020202020204" pitchFamily="34" charset="0"/>
              <a:ea typeface="Roboto"/>
            </a:endParaRPr>
          </a:p>
          <a:p>
            <a:pPr lvl="0" eaLnBrk="0" hangingPunct="0"/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0F3FDA-8381-3DE1-0695-BE466FF37AE1}"/>
              </a:ext>
            </a:extLst>
          </p:cNvPr>
          <p:cNvSpPr txBox="1"/>
          <p:nvPr/>
        </p:nvSpPr>
        <p:spPr>
          <a:xfrm>
            <a:off x="3657600" y="1974052"/>
            <a:ext cx="23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9956056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27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maximum among a list of numbers.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</a:t>
            </a:r>
            <a:r>
              <a:rPr lang="en-US" sz="2800" dirty="0">
                <a:solidFill>
                  <a:srgbClr val="0000FF"/>
                </a:solidFill>
              </a:rPr>
              <a:t>6</a:t>
            </a:r>
            <a:r>
              <a:rPr lang="en-US" sz="2800" dirty="0"/>
              <a:t>, {</a:t>
            </a:r>
            <a:r>
              <a:rPr lang="en-US" sz="2800" dirty="0">
                <a:solidFill>
                  <a:srgbClr val="0000FF"/>
                </a:solidFill>
              </a:rPr>
              <a:t>5, 9, 8, 1, 3, 2</a:t>
            </a:r>
            <a:r>
              <a:rPr lang="en-US" sz="2800" dirty="0"/>
              <a:t>}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compute the result (i.e., maximum)?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Record the maximum (m) so far with 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m = l</a:t>
            </a:r>
            <a:r>
              <a:rPr lang="en-US" altLang="en-US" sz="2400" baseline="-25000" dirty="0">
                <a:solidFill>
                  <a:srgbClr val="000000"/>
                </a:solidFill>
                <a:ea typeface="Roboto"/>
              </a:rPr>
              <a:t>0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initially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latin typeface="Arial" panose="020B0604020202020204" pitchFamily="34" charset="0"/>
                <a:ea typeface="Roboto"/>
              </a:rPr>
              <a:t>Record the index (</a:t>
            </a:r>
            <a:r>
              <a:rPr lang="en-US" altLang="en-US" sz="2400" dirty="0" err="1"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400" dirty="0">
                <a:latin typeface="Arial" panose="020B0604020202020204" pitchFamily="34" charset="0"/>
                <a:ea typeface="Roboto"/>
              </a:rPr>
              <a:t>) of the number being considered with </a:t>
            </a:r>
            <a:r>
              <a:rPr lang="en-US" altLang="en-US" sz="2400" dirty="0" err="1"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400" dirty="0">
                <a:latin typeface="Arial" panose="020B0604020202020204" pitchFamily="34" charset="0"/>
                <a:ea typeface="Roboto"/>
              </a:rPr>
              <a:t> = 1 initially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altLang="en-US" sz="2400" b="1" baseline="-25000" dirty="0">
              <a:solidFill>
                <a:srgbClr val="000000"/>
              </a:solidFill>
              <a:ea typeface="Roboto"/>
              <a:cs typeface="Courier New" panose="02070309020205020404" pitchFamily="49" charset="0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altLang="en-US" sz="2400" dirty="0">
              <a:solidFill>
                <a:srgbClr val="0000FF"/>
              </a:solidFill>
              <a:latin typeface="Arial" panose="020B0604020202020204" pitchFamily="34" charset="0"/>
              <a:ea typeface="Roboto"/>
            </a:endParaRPr>
          </a:p>
          <a:p>
            <a:pPr lvl="0" eaLnBrk="0" hangingPunct="0"/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6F223B-2A7F-5CED-2FCC-2D80EA17D086}"/>
              </a:ext>
            </a:extLst>
          </p:cNvPr>
          <p:cNvSpPr txBox="1"/>
          <p:nvPr/>
        </p:nvSpPr>
        <p:spPr>
          <a:xfrm>
            <a:off x="3657600" y="1974052"/>
            <a:ext cx="23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87026955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Example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28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7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Problem: </a:t>
            </a:r>
            <a:r>
              <a:rPr lang="en-US" sz="2800" dirty="0">
                <a:solidFill>
                  <a:srgbClr val="0000FF"/>
                </a:solidFill>
              </a:rPr>
              <a:t>Find the maximum among a list of numbers.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input: </a:t>
            </a:r>
            <a:r>
              <a:rPr lang="en-US" sz="2800" dirty="0">
                <a:solidFill>
                  <a:srgbClr val="0000FF"/>
                </a:solidFill>
              </a:rPr>
              <a:t>6</a:t>
            </a:r>
            <a:r>
              <a:rPr lang="en-US" sz="2800" dirty="0"/>
              <a:t>, {</a:t>
            </a:r>
            <a:r>
              <a:rPr lang="en-US" sz="2800" dirty="0">
                <a:solidFill>
                  <a:srgbClr val="0000FF"/>
                </a:solidFill>
              </a:rPr>
              <a:t>5, 9, 8, 1, 3, 2</a:t>
            </a:r>
            <a:r>
              <a:rPr lang="en-US" sz="2800" dirty="0"/>
              <a:t>}</a:t>
            </a: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Sample output: </a:t>
            </a:r>
            <a:r>
              <a:rPr lang="en-US" sz="2800" dirty="0">
                <a:solidFill>
                  <a:srgbClr val="0000FF"/>
                </a:solidFill>
              </a:rPr>
              <a:t>9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800" dirty="0">
              <a:solidFill>
                <a:srgbClr val="0000FF"/>
              </a:solidFill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How to compute the result (i.e., maximum)?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Keep going as long as 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there are more numbers (i.e., </a:t>
            </a:r>
            <a:r>
              <a:rPr lang="en-US" altLang="en-US" sz="2400" dirty="0" err="1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4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does not equal k)</a:t>
            </a:r>
            <a:endParaRPr lang="en-US" altLang="en-US" sz="2400" baseline="-25000" dirty="0">
              <a:solidFill>
                <a:srgbClr val="000000"/>
              </a:solidFill>
              <a:latin typeface="Arial" panose="020B0604020202020204" pitchFamily="34" charset="0"/>
              <a:ea typeface="Roboto"/>
            </a:endParaRP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if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m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 &lt;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000" b="1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, </a:t>
            </a:r>
            <a:r>
              <a:rPr lang="en-US" altLang="en-US" sz="2000" dirty="0">
                <a:solidFill>
                  <a:srgbClr val="0000FF"/>
                </a:solidFill>
                <a:latin typeface="Arial" panose="020B0604020202020204" pitchFamily="34" charset="0"/>
                <a:ea typeface="Roboto"/>
              </a:rPr>
              <a:t>then 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update </a:t>
            </a:r>
            <a:r>
              <a:rPr lang="en-US" altLang="en-US" sz="2000" b="1" dirty="0">
                <a:latin typeface="Arial" panose="020B0604020202020204" pitchFamily="34" charset="0"/>
                <a:ea typeface="Roboto"/>
              </a:rPr>
              <a:t>m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 with the value of </a:t>
            </a:r>
            <a:r>
              <a:rPr lang="en-US" alt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l</a:t>
            </a:r>
            <a:r>
              <a:rPr lang="en-US" altLang="en-US" sz="2000" b="1" baseline="-25000" dirty="0">
                <a:solidFill>
                  <a:srgbClr val="000000"/>
                </a:solidFill>
                <a:latin typeface="Arial" panose="020B0604020202020204" pitchFamily="34" charset="0"/>
                <a:ea typeface="Roboto"/>
              </a:rPr>
              <a:t>i</a:t>
            </a:r>
          </a:p>
          <a:p>
            <a:pPr marL="1257300" lvl="2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000" dirty="0">
                <a:latin typeface="Arial" panose="020B0604020202020204" pitchFamily="34" charset="0"/>
                <a:ea typeface="Roboto"/>
              </a:rPr>
              <a:t>Increase </a:t>
            </a:r>
            <a:r>
              <a:rPr lang="en-US" altLang="en-US" sz="2000" b="1" dirty="0" err="1">
                <a:latin typeface="Arial" panose="020B0604020202020204" pitchFamily="34" charset="0"/>
                <a:ea typeface="Roboto"/>
              </a:rPr>
              <a:t>i</a:t>
            </a:r>
            <a:r>
              <a:rPr lang="en-US" altLang="en-US" sz="2000" dirty="0">
                <a:latin typeface="Arial" panose="020B0604020202020204" pitchFamily="34" charset="0"/>
                <a:ea typeface="Roboto"/>
              </a:rPr>
              <a:t> by 1</a:t>
            </a:r>
            <a:endParaRPr lang="en-US" altLang="en-US" sz="2000" baseline="-25000" dirty="0">
              <a:latin typeface="Arial" panose="020B0604020202020204" pitchFamily="34" charset="0"/>
              <a:ea typeface="Roboto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366991-B891-475A-D748-32B5966D3C48}"/>
              </a:ext>
            </a:extLst>
          </p:cNvPr>
          <p:cNvSpPr txBox="1"/>
          <p:nvPr/>
        </p:nvSpPr>
        <p:spPr>
          <a:xfrm>
            <a:off x="3657600" y="1974052"/>
            <a:ext cx="2385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0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1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 ,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2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3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4</a:t>
            </a:r>
            <a:r>
              <a:rPr lang="en-US" altLang="en-US" sz="18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,   l</a:t>
            </a:r>
            <a:r>
              <a:rPr lang="en-US" altLang="en-US" sz="1800" baseline="-25000" dirty="0">
                <a:solidFill>
                  <a:srgbClr val="000000"/>
                </a:solidFill>
                <a:latin typeface="+mj-lt"/>
                <a:ea typeface="Roboto"/>
                <a:cs typeface="Courier New" panose="02070309020205020404" pitchFamily="49" charset="0"/>
              </a:rPr>
              <a:t>5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4588723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765D9-EBC3-99FF-16D0-E1F5622A2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56C04C7A-153C-8DAB-5CEA-FB8C8CCB3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21DF8BD1-61F1-416E-6A7F-CB08FF32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B2CE3262-5F65-3735-0F66-204DCA33B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29</a:t>
            </a:fld>
            <a:endParaRPr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8418FFAF-1EB1-925B-C6DD-6D24E6CDC4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3074" name="Picture 2" descr="flowchart">
            <a:extLst>
              <a:ext uri="{FF2B5EF4-FFF2-40B4-BE49-F238E27FC236}">
                <a16:creationId xmlns:a16="http://schemas.microsoft.com/office/drawing/2014/main" id="{C73DEF6A-001D-2030-8070-46C8E5A45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ighlightTextShape201407062102102337">
            <a:extLst>
              <a:ext uri="{FF2B5EF4-FFF2-40B4-BE49-F238E27FC236}">
                <a16:creationId xmlns:a16="http://schemas.microsoft.com/office/drawing/2014/main" id="{1979AFEF-A0C3-79BD-F440-3BE22977B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Flowchart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D0153A-CF6A-2D2B-5A81-089CFB5B9E72}"/>
              </a:ext>
            </a:extLst>
          </p:cNvPr>
          <p:cNvSpPr/>
          <p:nvPr/>
        </p:nvSpPr>
        <p:spPr>
          <a:xfrm>
            <a:off x="159403" y="4314824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</p:spTree>
    <p:extLst>
      <p:ext uri="{BB962C8B-B14F-4D97-AF65-F5344CB8AC3E}">
        <p14:creationId xmlns:p14="http://schemas.microsoft.com/office/powerpoint/2010/main" val="3000123023"/>
      </p:ext>
    </p:ext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Algorithm: </a:t>
            </a:r>
            <a:r>
              <a:rPr lang="en-GB" dirty="0">
                <a:solidFill>
                  <a:srgbClr val="0000FF"/>
                </a:solidFill>
              </a:rPr>
              <a:t>Example</a:t>
            </a: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30</a:t>
            </a:fld>
            <a:endParaRPr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pic>
        <p:nvPicPr>
          <p:cNvPr id="3074" name="Picture 2" descr="flow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HighlightTextShape201407062102102337"/>
          <p:cNvSpPr>
            <a:spLocks noChangeArrowheads="1"/>
          </p:cNvSpPr>
          <p:nvPr/>
        </p:nvSpPr>
        <p:spPr bwMode="auto">
          <a:xfrm>
            <a:off x="491318" y="1219199"/>
            <a:ext cx="8284191" cy="5072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The Flowchart</a:t>
            </a:r>
            <a:endParaRPr lang="en-US" sz="2800" dirty="0">
              <a:solidFill>
                <a:srgbClr val="0000FF"/>
              </a:solidFill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800" dirty="0">
              <a:solidFill>
                <a:srgbClr val="0000FF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43148" y="5103552"/>
          <a:ext cx="4386263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37338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2816543">
                  <a:extLst>
                    <a:ext uri="{9D8B030D-6E8A-4147-A177-3AD203B41FA5}">
                      <a16:colId xmlns:a16="http://schemas.microsoft.com/office/drawing/2014/main" val="16471569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Before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1</a:t>
                      </a:r>
                      <a:r>
                        <a:rPr lang="en-US" baseline="30000" dirty="0"/>
                        <a:t>st</a:t>
                      </a:r>
                      <a:r>
                        <a:rPr lang="en-US" dirty="0"/>
                        <a:t> round of the loop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</a:t>
                      </a:r>
                      <a:r>
                        <a:rPr lang="en-US" baseline="0" dirty="0"/>
                        <a:t> 2</a:t>
                      </a:r>
                      <a:r>
                        <a:rPr lang="en-US" baseline="30000" dirty="0"/>
                        <a:t>nd</a:t>
                      </a:r>
                      <a:r>
                        <a:rPr lang="en-US" baseline="0" dirty="0"/>
                        <a:t> round…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9403" y="4314824"/>
            <a:ext cx="1897380" cy="5984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Input: </a:t>
            </a:r>
            <a:r>
              <a:rPr lang="en-US" dirty="0">
                <a:solidFill>
                  <a:srgbClr val="0000FF"/>
                </a:solidFill>
              </a:rPr>
              <a:t>6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          </a:t>
            </a:r>
            <a:r>
              <a:rPr lang="en-US" dirty="0">
                <a:solidFill>
                  <a:srgbClr val="0000FF"/>
                </a:solidFill>
              </a:rPr>
              <a:t>5 9 8 1 3 2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00304" y="5120754"/>
          <a:ext cx="3206515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250">
                  <a:extLst>
                    <a:ext uri="{9D8B030D-6E8A-4147-A177-3AD203B41FA5}">
                      <a16:colId xmlns:a16="http://schemas.microsoft.com/office/drawing/2014/main" val="435778280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2918992064"/>
                    </a:ext>
                  </a:extLst>
                </a:gridCol>
                <a:gridCol w="290250">
                  <a:extLst>
                    <a:ext uri="{9D8B030D-6E8A-4147-A177-3AD203B41FA5}">
                      <a16:colId xmlns:a16="http://schemas.microsoft.com/office/drawing/2014/main" val="4014169306"/>
                    </a:ext>
                  </a:extLst>
                </a:gridCol>
                <a:gridCol w="349485">
                  <a:extLst>
                    <a:ext uri="{9D8B030D-6E8A-4147-A177-3AD203B41FA5}">
                      <a16:colId xmlns:a16="http://schemas.microsoft.com/office/drawing/2014/main" val="4053595919"/>
                    </a:ext>
                  </a:extLst>
                </a:gridCol>
                <a:gridCol w="1986280">
                  <a:extLst>
                    <a:ext uri="{9D8B030D-6E8A-4147-A177-3AD203B41FA5}">
                      <a16:colId xmlns:a16="http://schemas.microsoft.com/office/drawing/2014/main" val="19061523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US" baseline="-25000" dirty="0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072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3</a:t>
                      </a:r>
                      <a:r>
                        <a:rPr lang="en-US" baseline="30000" dirty="0"/>
                        <a:t>rd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740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4</a:t>
                      </a:r>
                      <a:r>
                        <a:rPr lang="en-US" baseline="30000" dirty="0"/>
                        <a:t>th</a:t>
                      </a:r>
                      <a:r>
                        <a:rPr lang="en-US" dirty="0"/>
                        <a:t> 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30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After 5</a:t>
                      </a:r>
                      <a:r>
                        <a:rPr lang="en-US" baseline="30000" dirty="0"/>
                        <a:t>th</a:t>
                      </a:r>
                      <a:r>
                        <a:rPr lang="en-US" baseline="0" dirty="0"/>
                        <a:t> </a:t>
                      </a:r>
                      <a:r>
                        <a:rPr lang="en-US" dirty="0"/>
                        <a:t>round…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912487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781175" y="2967988"/>
            <a:ext cx="7172325" cy="1270637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729411" y="2598656"/>
            <a:ext cx="11334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loop</a:t>
            </a:r>
          </a:p>
        </p:txBody>
      </p:sp>
    </p:spTree>
    <p:extLst>
      <p:ext uri="{BB962C8B-B14F-4D97-AF65-F5344CB8AC3E}">
        <p14:creationId xmlns:p14="http://schemas.microsoft.com/office/powerpoint/2010/main" val="248463873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31</a:t>
            </a:fld>
            <a:endParaRPr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An algorithm is </a:t>
            </a:r>
            <a:r>
              <a:rPr lang="en-US" sz="2400" dirty="0">
                <a:solidFill>
                  <a:srgbClr val="0000FF"/>
                </a:solidFill>
              </a:rPr>
              <a:t>correct</a:t>
            </a:r>
            <a:r>
              <a:rPr lang="en-US" sz="2400" dirty="0"/>
              <a:t> (i.e., bug free) if it works on </a:t>
            </a:r>
            <a:r>
              <a:rPr lang="en-US" sz="2400" dirty="0">
                <a:solidFill>
                  <a:srgbClr val="0000FF"/>
                </a:solidFill>
              </a:rPr>
              <a:t>all</a:t>
            </a:r>
            <a:r>
              <a:rPr lang="en-US" sz="2400" dirty="0"/>
              <a:t> </a:t>
            </a:r>
            <a:r>
              <a:rPr lang="en-US" sz="2400" dirty="0">
                <a:solidFill>
                  <a:srgbClr val="0000FF"/>
                </a:solidFill>
              </a:rPr>
              <a:t>valid</a:t>
            </a:r>
            <a:r>
              <a:rPr lang="en-US" sz="2400" dirty="0"/>
              <a:t> inputs.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Very often, a buggy algorithm works on some inputs but fails on others…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Example of an </a:t>
            </a:r>
            <a:r>
              <a:rPr lang="en-US" sz="2400" b="1" dirty="0"/>
              <a:t>incorrect </a:t>
            </a:r>
            <a:r>
              <a:rPr lang="en-US" sz="2400" dirty="0"/>
              <a:t>algorithm for finding the average of two numbers</a:t>
            </a:r>
            <a:endParaRPr lang="en-US" sz="28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Input two integers,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num1</a:t>
            </a:r>
            <a:r>
              <a:rPr lang="en-US" altLang="en-US" sz="2400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 and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  <a:cs typeface="Courier New" panose="02070309020205020404" pitchFamily="49" charset="0"/>
              </a:rPr>
              <a:t>num2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Set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result</a:t>
            </a: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 to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num1</a:t>
            </a:r>
            <a:endParaRPr lang="en-US" altLang="en-US" sz="2400" dirty="0">
              <a:solidFill>
                <a:srgbClr val="000000"/>
              </a:solidFill>
              <a:ea typeface="Roboto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altLang="en-US" sz="2400" dirty="0">
                <a:solidFill>
                  <a:srgbClr val="000000"/>
                </a:solidFill>
                <a:ea typeface="Roboto"/>
              </a:rPr>
              <a:t>Output the </a:t>
            </a:r>
            <a:r>
              <a:rPr lang="en-US" altLang="en-US" sz="2400" b="1" dirty="0">
                <a:solidFill>
                  <a:srgbClr val="000000"/>
                </a:solidFill>
                <a:ea typeface="Roboto"/>
              </a:rPr>
              <a:t>result</a:t>
            </a:r>
            <a:endParaRPr lang="en-US" altLang="en-US" sz="2400" b="1" dirty="0">
              <a:solidFill>
                <a:srgbClr val="000000"/>
              </a:solidFill>
              <a:ea typeface="Roboto"/>
              <a:cs typeface="Courier New" panose="02070309020205020404" pitchFamily="49" charset="0"/>
            </a:endParaRP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D3805A-4CCD-915F-93A4-B5A60D6DF48D}"/>
              </a:ext>
            </a:extLst>
          </p:cNvPr>
          <p:cNvSpPr txBox="1"/>
          <p:nvPr/>
        </p:nvSpPr>
        <p:spPr>
          <a:xfrm>
            <a:off x="5505450" y="5610225"/>
            <a:ext cx="2994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B09F4A-2FA0-720C-C8B5-7816D92CACCB}"/>
              </a:ext>
            </a:extLst>
          </p:cNvPr>
          <p:cNvSpPr txBox="1"/>
          <p:nvPr/>
        </p:nvSpPr>
        <p:spPr>
          <a:xfrm>
            <a:off x="4610100" y="5599390"/>
            <a:ext cx="3190875" cy="923330"/>
          </a:xfrm>
          <a:prstGeom prst="rect">
            <a:avLst/>
          </a:prstGeom>
          <a:solidFill>
            <a:srgbClr val="FFFF99"/>
          </a:solidFill>
          <a:ln>
            <a:solidFill>
              <a:schemeClr val="bg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algorithm returns correct results if the inputs are the same numbers (e.g., 3 3)!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08551607"/>
      </p:ext>
    </p:extLst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560D-D123-B213-090D-8531C29F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FAB2F061-C722-E4F7-FD0F-DBD91CE025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>
            <a:extLst>
              <a:ext uri="{FF2B5EF4-FFF2-40B4-BE49-F238E27FC236}">
                <a16:creationId xmlns:a16="http://schemas.microsoft.com/office/drawing/2014/main" id="{892D9902-B1F5-FD6C-131B-2394B6576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18DB0D71-3419-8BB3-8E19-F13765E8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32</a:t>
            </a:fld>
            <a:endParaRPr/>
          </a:p>
        </p:txBody>
      </p:sp>
      <p:sp>
        <p:nvSpPr>
          <p:cNvPr id="10" name="HighlightBackgroundShapeeee31423-879f-470c-ac44-148c4404b3a6">
            <a:extLst>
              <a:ext uri="{FF2B5EF4-FFF2-40B4-BE49-F238E27FC236}">
                <a16:creationId xmlns:a16="http://schemas.microsoft.com/office/drawing/2014/main" id="{06C649B6-474D-5AD2-28F9-ADBB8D3FD2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>
            <a:extLst>
              <a:ext uri="{FF2B5EF4-FFF2-40B4-BE49-F238E27FC236}">
                <a16:creationId xmlns:a16="http://schemas.microsoft.com/office/drawing/2014/main" id="{99825502-5911-95B2-6009-BEE20311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FC7DE2-B3FE-EC6F-882A-BE10B23B83F8}"/>
              </a:ext>
            </a:extLst>
          </p:cNvPr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56CF7-645D-0F35-4FE6-DBF985E31379}"/>
              </a:ext>
            </a:extLst>
          </p:cNvPr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HighlightBackgroundShapeeee31423-879f-470c-ac44-148c4404b3a6">
            <a:extLst>
              <a:ext uri="{FF2B5EF4-FFF2-40B4-BE49-F238E27FC236}">
                <a16:creationId xmlns:a16="http://schemas.microsoft.com/office/drawing/2014/main" id="{EF7CBCA3-6947-E348-9361-70056FA8F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To check correctness, you can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Find a </a:t>
            </a:r>
            <a:r>
              <a:rPr lang="en-US" sz="2400" dirty="0">
                <a:solidFill>
                  <a:srgbClr val="0000FF"/>
                </a:solidFill>
              </a:rPr>
              <a:t>counter-example</a:t>
            </a:r>
            <a:r>
              <a:rPr lang="en-US" sz="2400" dirty="0"/>
              <a:t> to disprove the algorithm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Carefully </a:t>
            </a:r>
            <a:r>
              <a:rPr lang="en-US" sz="2400" dirty="0">
                <a:solidFill>
                  <a:srgbClr val="0000FF"/>
                </a:solidFill>
              </a:rPr>
              <a:t>choose a set of test cases</a:t>
            </a:r>
            <a:r>
              <a:rPr lang="en-US" sz="2400" dirty="0"/>
              <a:t> to verify the correctness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>
                <a:solidFill>
                  <a:srgbClr val="0000FF"/>
                </a:solidFill>
              </a:rPr>
              <a:t>Argue formally </a:t>
            </a:r>
            <a:r>
              <a:rPr lang="en-US" sz="2400" dirty="0"/>
              <a:t>about the property of the algorithms</a:t>
            </a: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40505748"/>
      </p:ext>
    </p:extLst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lowchar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" y="1771650"/>
            <a:ext cx="9070848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Correctness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33</a:t>
            </a:fld>
            <a:endParaRPr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63065" y="3309382"/>
            <a:ext cx="219075" cy="28575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63065" y="3330019"/>
            <a:ext cx="171450" cy="24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112264" y="3315215"/>
            <a:ext cx="3016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What is wrong with this modified algorithm?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9" name="Right Arrow 8"/>
          <p:cNvSpPr/>
          <p:nvPr/>
        </p:nvSpPr>
        <p:spPr>
          <a:xfrm rot="8964941">
            <a:off x="1351342" y="3089195"/>
            <a:ext cx="525780" cy="364333"/>
          </a:xfrm>
          <a:prstGeom prst="rightArrow">
            <a:avLst/>
          </a:prstGeom>
          <a:solidFill>
            <a:schemeClr val="tx2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417392"/>
      </p:ext>
    </p:extLst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Homework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24582" name="Footer Placeholder 41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en-US" dirty="0"/>
              <a:t>CS1010: Programming Methodology</a:t>
            </a:r>
          </a:p>
        </p:txBody>
      </p:sp>
      <p:sp>
        <p:nvSpPr>
          <p:cNvPr id="43" name="Slide Number Placeholder 4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/>
              <a:t>Unit2</a:t>
            </a:r>
            <a:r>
              <a:t> - </a:t>
            </a:r>
            <a:fld id="{628B8346-B709-406B-887E-3E0CC6DA1327}" type="slidenum">
              <a:rPr smtClean="0"/>
              <a:pPr>
                <a:defRPr/>
              </a:pPr>
              <a:t>34</a:t>
            </a:fld>
            <a:endParaRPr/>
          </a:p>
        </p:txBody>
      </p:sp>
      <p:sp>
        <p:nvSpPr>
          <p:cNvPr id="10" name="HighlightBackgroundShapeeee31423-879f-470c-ac44-148c4404b3a6"/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sp>
        <p:nvSpPr>
          <p:cNvPr id="6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SG"/>
              <a:t>© NUS</a:t>
            </a:r>
            <a:endParaRPr lang="en-US" dirty="0"/>
          </a:p>
        </p:txBody>
      </p:sp>
      <p:sp>
        <p:nvSpPr>
          <p:cNvPr id="13" name="HighlightBackgroundShapeeee31423-879f-470c-ac44-148c4404b3a6"/>
          <p:cNvSpPr>
            <a:spLocks noChangeArrowheads="1"/>
          </p:cNvSpPr>
          <p:nvPr/>
        </p:nvSpPr>
        <p:spPr bwMode="auto">
          <a:xfrm>
            <a:off x="643719" y="13716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Post-Lecture Quiz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To be released </a:t>
            </a:r>
            <a:r>
              <a:rPr lang="en-US" sz="2400" dirty="0">
                <a:solidFill>
                  <a:srgbClr val="0000FF"/>
                </a:solidFill>
              </a:rPr>
              <a:t>every Tuesday, 2pm</a:t>
            </a:r>
            <a:r>
              <a:rPr lang="en-US" sz="2400" dirty="0"/>
              <a:t> and due the </a:t>
            </a:r>
            <a:r>
              <a:rPr lang="en-US" sz="2400" dirty="0">
                <a:solidFill>
                  <a:srgbClr val="0000FF"/>
                </a:solidFill>
              </a:rPr>
              <a:t>next Tuesday, 2pm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Unlimited number of attempts.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Problem Set 2.1 to 2.3 (under Unit 2)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To be discussed in the forum and tutorials</a:t>
            </a:r>
          </a:p>
          <a:p>
            <a:pPr marL="800100" lvl="1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Course website and programming environment</a:t>
            </a:r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1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800" dirty="0"/>
              <a:t>Submission of </a:t>
            </a:r>
            <a:r>
              <a:rPr lang="en-US" sz="2800" dirty="0" err="1"/>
              <a:t>Github</a:t>
            </a:r>
            <a:r>
              <a:rPr lang="en-US" sz="2800" dirty="0"/>
              <a:t> account name via Canvas</a:t>
            </a:r>
          </a:p>
          <a:p>
            <a:pPr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  <a:p>
            <a:pPr marL="342900" indent="-342900">
              <a:spcBef>
                <a:spcPts val="6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45570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14703</TotalTime>
  <Words>1997</Words>
  <Application>Microsoft Office PowerPoint</Application>
  <PresentationFormat>On-screen Show (4:3)</PresentationFormat>
  <Paragraphs>437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Arial</vt:lpstr>
      <vt:lpstr>Calibri</vt:lpstr>
      <vt:lpstr>Courier New</vt:lpstr>
      <vt:lpstr>Roboto</vt:lpstr>
      <vt:lpstr>Times New Roman</vt:lpstr>
      <vt:lpstr>Verdana</vt:lpstr>
      <vt:lpstr>Wingdings</vt:lpstr>
      <vt:lpstr>Clarity</vt:lpstr>
      <vt:lpstr>PowerPoint Presentation</vt:lpstr>
      <vt:lpstr>PowerPoint Presentation</vt:lpstr>
      <vt:lpstr>PowerPoint Presentation</vt:lpstr>
      <vt:lpstr>Program Execution</vt:lpstr>
      <vt:lpstr>Beyond Machine Code</vt:lpstr>
      <vt:lpstr>Compilation</vt:lpstr>
      <vt:lpstr>The Edit, Compile and Execute Cycle</vt:lpstr>
      <vt:lpstr>What have You Learnt?</vt:lpstr>
      <vt:lpstr>PowerPoint Presentation</vt:lpstr>
      <vt:lpstr>Unit 2: Computational Problems and Algorithms</vt:lpstr>
      <vt:lpstr>Computational Problems</vt:lpstr>
      <vt:lpstr>Computational Problems</vt:lpstr>
      <vt:lpstr>Computational Problems</vt:lpstr>
      <vt:lpstr>Non-Computational Problems</vt:lpstr>
      <vt:lpstr>Problem Solving Process</vt:lpstr>
      <vt:lpstr>Algorithm</vt:lpstr>
      <vt:lpstr>Variables</vt:lpstr>
      <vt:lpstr>Control structures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Algorithm: Example</vt:lpstr>
      <vt:lpstr>Correctness</vt:lpstr>
      <vt:lpstr>Correctness</vt:lpstr>
      <vt:lpstr>Correctness</vt:lpstr>
      <vt:lpstr>Homework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1076</cp:revision>
  <cp:lastPrinted>2014-07-01T03:51:49Z</cp:lastPrinted>
  <dcterms:created xsi:type="dcterms:W3CDTF">1998-09-05T15:03:32Z</dcterms:created>
  <dcterms:modified xsi:type="dcterms:W3CDTF">2026-01-13T01:15:02Z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