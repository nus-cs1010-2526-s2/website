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46"/>
  </p:notesMasterIdLst>
  <p:handoutMasterIdLst>
    <p:handoutMasterId r:id="rId47"/>
  </p:handoutMasterIdLst>
  <p:sldIdLst>
    <p:sldId id="256" r:id="rId2"/>
    <p:sldId id="468" r:id="rId3"/>
    <p:sldId id="617" r:id="rId4"/>
    <p:sldId id="612" r:id="rId5"/>
    <p:sldId id="613" r:id="rId6"/>
    <p:sldId id="614" r:id="rId7"/>
    <p:sldId id="615" r:id="rId8"/>
    <p:sldId id="616" r:id="rId9"/>
    <p:sldId id="644" r:id="rId10"/>
    <p:sldId id="618" r:id="rId11"/>
    <p:sldId id="621" r:id="rId12"/>
    <p:sldId id="645" r:id="rId13"/>
    <p:sldId id="620" r:id="rId14"/>
    <p:sldId id="646" r:id="rId15"/>
    <p:sldId id="647" r:id="rId16"/>
    <p:sldId id="648" r:id="rId17"/>
    <p:sldId id="619" r:id="rId18"/>
    <p:sldId id="622" r:id="rId19"/>
    <p:sldId id="640" r:id="rId20"/>
    <p:sldId id="641" r:id="rId21"/>
    <p:sldId id="652" r:id="rId22"/>
    <p:sldId id="653" r:id="rId23"/>
    <p:sldId id="639" r:id="rId24"/>
    <p:sldId id="642" r:id="rId25"/>
    <p:sldId id="649" r:id="rId26"/>
    <p:sldId id="623" r:id="rId27"/>
    <p:sldId id="650" r:id="rId28"/>
    <p:sldId id="651" r:id="rId29"/>
    <p:sldId id="624" r:id="rId30"/>
    <p:sldId id="625" r:id="rId31"/>
    <p:sldId id="626" r:id="rId32"/>
    <p:sldId id="627" r:id="rId33"/>
    <p:sldId id="628" r:id="rId34"/>
    <p:sldId id="629" r:id="rId35"/>
    <p:sldId id="631" r:id="rId36"/>
    <p:sldId id="632" r:id="rId37"/>
    <p:sldId id="633" r:id="rId38"/>
    <p:sldId id="634" r:id="rId39"/>
    <p:sldId id="635" r:id="rId40"/>
    <p:sldId id="637" r:id="rId41"/>
    <p:sldId id="638" r:id="rId42"/>
    <p:sldId id="636" r:id="rId43"/>
    <p:sldId id="643" r:id="rId44"/>
    <p:sldId id="526" r:id="rId4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FFFF99"/>
    <a:srgbClr val="00CCFF"/>
    <a:srgbClr val="0099FF"/>
    <a:srgbClr val="6699FF"/>
    <a:srgbClr val="0066FF"/>
    <a:srgbClr val="CCFFCC"/>
    <a:srgbClr val="00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C81465-0D95-459A-A4B9-10F5C4CF4313}" v="787" dt="2026-03-24T01:49:49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536" autoAdjust="0"/>
    <p:restoredTop sz="96003" autoAdjust="0"/>
  </p:normalViewPr>
  <p:slideViewPr>
    <p:cSldViewPr snapToGrid="0">
      <p:cViewPr varScale="1">
        <p:scale>
          <a:sx n="113" d="100"/>
          <a:sy n="113" d="100"/>
        </p:scale>
        <p:origin x="806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delSld modSld">
      <pc:chgData name="Zhao Jin" userId="cd05a825-544c-438a-9ba1-08e63db50b47" providerId="ADAL" clId="{5DF3A229-1965-414E-AF54-F4C37AC7DF68}" dt="2026-03-24T01:51:43.222" v="1320" actId="47"/>
      <pc:docMkLst>
        <pc:docMk/>
      </pc:docMkLst>
      <pc:sldChg chg="modSp mod">
        <pc:chgData name="Zhao Jin" userId="cd05a825-544c-438a-9ba1-08e63db50b47" providerId="ADAL" clId="{5DF3A229-1965-414E-AF54-F4C37AC7DF68}" dt="2026-03-24T01:51:38.357" v="1319" actId="207"/>
        <pc:sldMkLst>
          <pc:docMk/>
          <pc:sldMk cId="1067695719" sldId="526"/>
        </pc:sldMkLst>
        <pc:spChg chg="mod">
          <ac:chgData name="Zhao Jin" userId="cd05a825-544c-438a-9ba1-08e63db50b47" providerId="ADAL" clId="{5DF3A229-1965-414E-AF54-F4C37AC7DF68}" dt="2026-03-24T01:51:38.357" v="1319" actId="207"/>
          <ac:spMkLst>
            <pc:docMk/>
            <pc:sldMk cId="1067695719" sldId="526"/>
            <ac:spMk id="13" creationId="{00000000-0000-0000-0000-000000000000}"/>
          </ac:spMkLst>
        </pc:spChg>
      </pc:sldChg>
      <pc:sldChg chg="modSp mod addAnim delAnim modAnim">
        <pc:chgData name="Zhao Jin" userId="cd05a825-544c-438a-9ba1-08e63db50b47" providerId="ADAL" clId="{5DF3A229-1965-414E-AF54-F4C37AC7DF68}" dt="2026-03-24T01:24:30.346" v="348" actId="20577"/>
        <pc:sldMkLst>
          <pc:docMk/>
          <pc:sldMk cId="1813128722" sldId="617"/>
        </pc:sldMkLst>
        <pc:spChg chg="mod">
          <ac:chgData name="Zhao Jin" userId="cd05a825-544c-438a-9ba1-08e63db50b47" providerId="ADAL" clId="{5DF3A229-1965-414E-AF54-F4C37AC7DF68}" dt="2026-03-24T01:24:30.346" v="348" actId="20577"/>
          <ac:spMkLst>
            <pc:docMk/>
            <pc:sldMk cId="1813128722" sldId="617"/>
            <ac:spMk id="13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3-24T01:26:25.972" v="376" actId="20577"/>
        <pc:sldMkLst>
          <pc:docMk/>
          <pc:sldMk cId="2267673099" sldId="621"/>
        </pc:sldMkLst>
        <pc:spChg chg="mod">
          <ac:chgData name="Zhao Jin" userId="cd05a825-544c-438a-9ba1-08e63db50b47" providerId="ADAL" clId="{5DF3A229-1965-414E-AF54-F4C37AC7DF68}" dt="2026-03-24T01:26:25.972" v="376" actId="20577"/>
          <ac:spMkLst>
            <pc:docMk/>
            <pc:sldMk cId="2267673099" sldId="621"/>
            <ac:spMk id="11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3-24T01:28:58.009" v="445" actId="207"/>
        <pc:sldMkLst>
          <pc:docMk/>
          <pc:sldMk cId="2354049572" sldId="622"/>
        </pc:sldMkLst>
        <pc:spChg chg="mod">
          <ac:chgData name="Zhao Jin" userId="cd05a825-544c-438a-9ba1-08e63db50b47" providerId="ADAL" clId="{5DF3A229-1965-414E-AF54-F4C37AC7DF68}" dt="2026-03-24T01:28:58.009" v="445" actId="207"/>
          <ac:spMkLst>
            <pc:docMk/>
            <pc:sldMk cId="2354049572" sldId="622"/>
            <ac:spMk id="8" creationId="{00000000-0000-0000-0000-000000000000}"/>
          </ac:spMkLst>
        </pc:spChg>
      </pc:sldChg>
      <pc:sldChg chg="modSp mod modAnim">
        <pc:chgData name="Zhao Jin" userId="cd05a825-544c-438a-9ba1-08e63db50b47" providerId="ADAL" clId="{5DF3A229-1965-414E-AF54-F4C37AC7DF68}" dt="2026-03-24T01:37:57.539" v="835" actId="403"/>
        <pc:sldMkLst>
          <pc:docMk/>
          <pc:sldMk cId="2075688787" sldId="640"/>
        </pc:sldMkLst>
        <pc:spChg chg="mod">
          <ac:chgData name="Zhao Jin" userId="cd05a825-544c-438a-9ba1-08e63db50b47" providerId="ADAL" clId="{5DF3A229-1965-414E-AF54-F4C37AC7DF68}" dt="2026-03-24T01:37:57.539" v="835" actId="403"/>
          <ac:spMkLst>
            <pc:docMk/>
            <pc:sldMk cId="2075688787" sldId="640"/>
            <ac:spMk id="6" creationId="{3F16C5B5-2EEA-4312-B37B-70A0B3089CCC}"/>
          </ac:spMkLst>
        </pc:spChg>
      </pc:sldChg>
      <pc:sldChg chg="addSp delSp modSp mod addAnim delAnim modAnim">
        <pc:chgData name="Zhao Jin" userId="cd05a825-544c-438a-9ba1-08e63db50b47" providerId="ADAL" clId="{5DF3A229-1965-414E-AF54-F4C37AC7DF68}" dt="2026-03-24T01:47:04.501" v="1194" actId="207"/>
        <pc:sldMkLst>
          <pc:docMk/>
          <pc:sldMk cId="406905398" sldId="641"/>
        </pc:sldMkLst>
        <pc:spChg chg="mod">
          <ac:chgData name="Zhao Jin" userId="cd05a825-544c-438a-9ba1-08e63db50b47" providerId="ADAL" clId="{5DF3A229-1965-414E-AF54-F4C37AC7DF68}" dt="2026-03-24T01:44:35.752" v="1136" actId="1036"/>
          <ac:spMkLst>
            <pc:docMk/>
            <pc:sldMk cId="406905398" sldId="641"/>
            <ac:spMk id="41" creationId="{59BA2583-E313-5394-D774-3701D8D00CB6}"/>
          </ac:spMkLst>
        </pc:spChg>
        <pc:spChg chg="mod">
          <ac:chgData name="Zhao Jin" userId="cd05a825-544c-438a-9ba1-08e63db50b47" providerId="ADAL" clId="{5DF3A229-1965-414E-AF54-F4C37AC7DF68}" dt="2026-03-24T01:44:35.752" v="1136" actId="1036"/>
          <ac:spMkLst>
            <pc:docMk/>
            <pc:sldMk cId="406905398" sldId="641"/>
            <ac:spMk id="43" creationId="{BD374EB4-8CBF-8AE1-9A24-B350F8CBD7B3}"/>
          </ac:spMkLst>
        </pc:spChg>
        <pc:spChg chg="mod">
          <ac:chgData name="Zhao Jin" userId="cd05a825-544c-438a-9ba1-08e63db50b47" providerId="ADAL" clId="{5DF3A229-1965-414E-AF54-F4C37AC7DF68}" dt="2026-03-24T01:44:00.868" v="1080" actId="1076"/>
          <ac:spMkLst>
            <pc:docMk/>
            <pc:sldMk cId="406905398" sldId="641"/>
            <ac:spMk id="45" creationId="{2BDCBA05-7414-4D82-B6B7-9993898AC08D}"/>
          </ac:spMkLst>
        </pc:spChg>
        <pc:spChg chg="mod">
          <ac:chgData name="Zhao Jin" userId="cd05a825-544c-438a-9ba1-08e63db50b47" providerId="ADAL" clId="{5DF3A229-1965-414E-AF54-F4C37AC7DF68}" dt="2026-03-24T01:43:55.018" v="1076" actId="20577"/>
          <ac:spMkLst>
            <pc:docMk/>
            <pc:sldMk cId="406905398" sldId="641"/>
            <ac:spMk id="47" creationId="{3AFC887A-FE01-4727-81DE-9D6F40446067}"/>
          </ac:spMkLst>
        </pc:spChg>
        <pc:spChg chg="mod">
          <ac:chgData name="Zhao Jin" userId="cd05a825-544c-438a-9ba1-08e63db50b47" providerId="ADAL" clId="{5DF3A229-1965-414E-AF54-F4C37AC7DF68}" dt="2026-03-24T01:43:56.291" v="1077" actId="20577"/>
          <ac:spMkLst>
            <pc:docMk/>
            <pc:sldMk cId="406905398" sldId="641"/>
            <ac:spMk id="48" creationId="{4A285F2B-6929-43AC-97F9-7200A9136902}"/>
          </ac:spMkLst>
        </pc:spChg>
        <pc:spChg chg="mod">
          <ac:chgData name="Zhao Jin" userId="cd05a825-544c-438a-9ba1-08e63db50b47" providerId="ADAL" clId="{5DF3A229-1965-414E-AF54-F4C37AC7DF68}" dt="2026-03-24T01:44:21.356" v="1116" actId="1035"/>
          <ac:spMkLst>
            <pc:docMk/>
            <pc:sldMk cId="406905398" sldId="641"/>
            <ac:spMk id="49" creationId="{D2D610C3-B3A8-4F20-A13E-D81383E930DF}"/>
          </ac:spMkLst>
        </pc:spChg>
        <pc:spChg chg="mod">
          <ac:chgData name="Zhao Jin" userId="cd05a825-544c-438a-9ba1-08e63db50b47" providerId="ADAL" clId="{5DF3A229-1965-414E-AF54-F4C37AC7DF68}" dt="2026-03-24T01:46:44.376" v="1191" actId="207"/>
          <ac:spMkLst>
            <pc:docMk/>
            <pc:sldMk cId="406905398" sldId="641"/>
            <ac:spMk id="50" creationId="{B04AA40A-9F38-45B6-9E42-2BBB147547F0}"/>
          </ac:spMkLst>
        </pc:spChg>
        <pc:spChg chg="mod">
          <ac:chgData name="Zhao Jin" userId="cd05a825-544c-438a-9ba1-08e63db50b47" providerId="ADAL" clId="{5DF3A229-1965-414E-AF54-F4C37AC7DF68}" dt="2026-03-24T01:44:21.356" v="1116" actId="1035"/>
          <ac:spMkLst>
            <pc:docMk/>
            <pc:sldMk cId="406905398" sldId="641"/>
            <ac:spMk id="51" creationId="{26616661-3757-4EF8-B554-C6557A27E010}"/>
          </ac:spMkLst>
        </pc:spChg>
        <pc:spChg chg="mod">
          <ac:chgData name="Zhao Jin" userId="cd05a825-544c-438a-9ba1-08e63db50b47" providerId="ADAL" clId="{5DF3A229-1965-414E-AF54-F4C37AC7DF68}" dt="2026-03-24T01:44:00.868" v="1080" actId="1076"/>
          <ac:spMkLst>
            <pc:docMk/>
            <pc:sldMk cId="406905398" sldId="641"/>
            <ac:spMk id="52" creationId="{147CF96D-B86C-48C3-B232-068072CE1870}"/>
          </ac:spMkLst>
        </pc:spChg>
        <pc:spChg chg="mod">
          <ac:chgData name="Zhao Jin" userId="cd05a825-544c-438a-9ba1-08e63db50b47" providerId="ADAL" clId="{5DF3A229-1965-414E-AF54-F4C37AC7DF68}" dt="2026-03-24T01:44:02.519" v="1081" actId="20577"/>
          <ac:spMkLst>
            <pc:docMk/>
            <pc:sldMk cId="406905398" sldId="641"/>
            <ac:spMk id="53" creationId="{9344DD33-59B0-4DFC-9321-E2443370350B}"/>
          </ac:spMkLst>
        </pc:spChg>
        <pc:spChg chg="mod">
          <ac:chgData name="Zhao Jin" userId="cd05a825-544c-438a-9ba1-08e63db50b47" providerId="ADAL" clId="{5DF3A229-1965-414E-AF54-F4C37AC7DF68}" dt="2026-03-24T01:44:21.356" v="1116" actId="1035"/>
          <ac:spMkLst>
            <pc:docMk/>
            <pc:sldMk cId="406905398" sldId="641"/>
            <ac:spMk id="55" creationId="{541FEDC3-298D-4615-B3D5-1359CD647657}"/>
          </ac:spMkLst>
        </pc:spChg>
        <pc:spChg chg="mod">
          <ac:chgData name="Zhao Jin" userId="cd05a825-544c-438a-9ba1-08e63db50b47" providerId="ADAL" clId="{5DF3A229-1965-414E-AF54-F4C37AC7DF68}" dt="2026-03-24T01:44:21.356" v="1116" actId="1035"/>
          <ac:spMkLst>
            <pc:docMk/>
            <pc:sldMk cId="406905398" sldId="641"/>
            <ac:spMk id="57" creationId="{C6F20707-3A21-4F0C-912E-ABB24E086905}"/>
          </ac:spMkLst>
        </pc:spChg>
        <pc:spChg chg="mod">
          <ac:chgData name="Zhao Jin" userId="cd05a825-544c-438a-9ba1-08e63db50b47" providerId="ADAL" clId="{5DF3A229-1965-414E-AF54-F4C37AC7DF68}" dt="2026-03-24T01:44:21.356" v="1116" actId="1035"/>
          <ac:spMkLst>
            <pc:docMk/>
            <pc:sldMk cId="406905398" sldId="641"/>
            <ac:spMk id="59" creationId="{948A7206-0B99-41DE-9A00-25F6C477048D}"/>
          </ac:spMkLst>
        </pc:spChg>
        <pc:spChg chg="mod">
          <ac:chgData name="Zhao Jin" userId="cd05a825-544c-438a-9ba1-08e63db50b47" providerId="ADAL" clId="{5DF3A229-1965-414E-AF54-F4C37AC7DF68}" dt="2026-03-24T01:44:21.356" v="1116" actId="1035"/>
          <ac:spMkLst>
            <pc:docMk/>
            <pc:sldMk cId="406905398" sldId="641"/>
            <ac:spMk id="60" creationId="{5CECA42D-C540-44E7-A2A3-F0AA9E0B9113}"/>
          </ac:spMkLst>
        </pc:spChg>
        <pc:spChg chg="mod">
          <ac:chgData name="Zhao Jin" userId="cd05a825-544c-438a-9ba1-08e63db50b47" providerId="ADAL" clId="{5DF3A229-1965-414E-AF54-F4C37AC7DF68}" dt="2026-03-24T01:44:00.868" v="1080" actId="1076"/>
          <ac:spMkLst>
            <pc:docMk/>
            <pc:sldMk cId="406905398" sldId="641"/>
            <ac:spMk id="61" creationId="{C9DA01C5-EC6F-4DE8-8804-DD29D4D25D5E}"/>
          </ac:spMkLst>
        </pc:spChg>
        <pc:spChg chg="mod">
          <ac:chgData name="Zhao Jin" userId="cd05a825-544c-438a-9ba1-08e63db50b47" providerId="ADAL" clId="{5DF3A229-1965-414E-AF54-F4C37AC7DF68}" dt="2026-03-24T01:44:31.134" v="1124" actId="1036"/>
          <ac:spMkLst>
            <pc:docMk/>
            <pc:sldMk cId="406905398" sldId="641"/>
            <ac:spMk id="64" creationId="{33AA6635-5D7C-4EEC-81A0-BB2DB1450639}"/>
          </ac:spMkLst>
        </pc:spChg>
        <pc:spChg chg="add mod">
          <ac:chgData name="Zhao Jin" userId="cd05a825-544c-438a-9ba1-08e63db50b47" providerId="ADAL" clId="{5DF3A229-1965-414E-AF54-F4C37AC7DF68}" dt="2026-03-24T01:44:52.919" v="1170" actId="1076"/>
          <ac:spMkLst>
            <pc:docMk/>
            <pc:sldMk cId="406905398" sldId="641"/>
            <ac:spMk id="90" creationId="{83203DDC-D840-B9C2-26F0-3824A6F89838}"/>
          </ac:spMkLst>
        </pc:spChg>
        <pc:spChg chg="mod">
          <ac:chgData name="Zhao Jin" userId="cd05a825-544c-438a-9ba1-08e63db50b47" providerId="ADAL" clId="{5DF3A229-1965-414E-AF54-F4C37AC7DF68}" dt="2026-03-24T01:44:13.143" v="1087" actId="20577"/>
          <ac:spMkLst>
            <pc:docMk/>
            <pc:sldMk cId="406905398" sldId="641"/>
            <ac:spMk id="14336" creationId="{9588FECC-8201-F8C2-25D6-FAFBDC49D91F}"/>
          </ac:spMkLst>
        </pc:spChg>
        <pc:spChg chg="mod">
          <ac:chgData name="Zhao Jin" userId="cd05a825-544c-438a-9ba1-08e63db50b47" providerId="ADAL" clId="{5DF3A229-1965-414E-AF54-F4C37AC7DF68}" dt="2026-03-24T01:46:47.559" v="1192" actId="207"/>
          <ac:spMkLst>
            <pc:docMk/>
            <pc:sldMk cId="406905398" sldId="641"/>
            <ac:spMk id="14339" creationId="{50396084-DF2A-E99E-27C8-AEAF6D2FAA11}"/>
          </ac:spMkLst>
        </pc:spChg>
        <pc:spChg chg="mod">
          <ac:chgData name="Zhao Jin" userId="cd05a825-544c-438a-9ba1-08e63db50b47" providerId="ADAL" clId="{5DF3A229-1965-414E-AF54-F4C37AC7DF68}" dt="2026-03-24T01:44:35.752" v="1136" actId="1036"/>
          <ac:spMkLst>
            <pc:docMk/>
            <pc:sldMk cId="406905398" sldId="641"/>
            <ac:spMk id="14340" creationId="{9DB218E4-3259-65A5-16B2-ACA6E25FB38B}"/>
          </ac:spMkLst>
        </pc:spChg>
        <pc:spChg chg="mod">
          <ac:chgData name="Zhao Jin" userId="cd05a825-544c-438a-9ba1-08e63db50b47" providerId="ADAL" clId="{5DF3A229-1965-414E-AF54-F4C37AC7DF68}" dt="2026-03-24T01:46:51.272" v="1193" actId="20577"/>
          <ac:spMkLst>
            <pc:docMk/>
            <pc:sldMk cId="406905398" sldId="641"/>
            <ac:spMk id="14342" creationId="{68ACB29A-0AD7-19C4-37B7-AB1896DB740C}"/>
          </ac:spMkLst>
        </pc:spChg>
        <pc:spChg chg="mod">
          <ac:chgData name="Zhao Jin" userId="cd05a825-544c-438a-9ba1-08e63db50b47" providerId="ADAL" clId="{5DF3A229-1965-414E-AF54-F4C37AC7DF68}" dt="2026-03-24T01:44:35.752" v="1136" actId="1036"/>
          <ac:spMkLst>
            <pc:docMk/>
            <pc:sldMk cId="406905398" sldId="641"/>
            <ac:spMk id="14343" creationId="{73C130DD-F587-760F-D7FC-C090A96DC484}"/>
          </ac:spMkLst>
        </pc:spChg>
        <pc:spChg chg="mod">
          <ac:chgData name="Zhao Jin" userId="cd05a825-544c-438a-9ba1-08e63db50b47" providerId="ADAL" clId="{5DF3A229-1965-414E-AF54-F4C37AC7DF68}" dt="2026-03-24T01:44:35.752" v="1136" actId="1036"/>
          <ac:spMkLst>
            <pc:docMk/>
            <pc:sldMk cId="406905398" sldId="641"/>
            <ac:spMk id="14344" creationId="{CF0BF42B-EA02-0C59-437D-5F09A87FACBA}"/>
          </ac:spMkLst>
        </pc:spChg>
        <pc:spChg chg="mod">
          <ac:chgData name="Zhao Jin" userId="cd05a825-544c-438a-9ba1-08e63db50b47" providerId="ADAL" clId="{5DF3A229-1965-414E-AF54-F4C37AC7DF68}" dt="2026-03-24T01:44:35.752" v="1136" actId="1036"/>
          <ac:spMkLst>
            <pc:docMk/>
            <pc:sldMk cId="406905398" sldId="641"/>
            <ac:spMk id="14345" creationId="{3A255934-006A-3A33-78E2-FFD5FD30C46E}"/>
          </ac:spMkLst>
        </pc:spChg>
        <pc:spChg chg="mod">
          <ac:chgData name="Zhao Jin" userId="cd05a825-544c-438a-9ba1-08e63db50b47" providerId="ADAL" clId="{5DF3A229-1965-414E-AF54-F4C37AC7DF68}" dt="2026-03-24T01:44:35.752" v="1136" actId="1036"/>
          <ac:spMkLst>
            <pc:docMk/>
            <pc:sldMk cId="406905398" sldId="641"/>
            <ac:spMk id="14347" creationId="{31D96131-1F12-8B57-71F2-DB4213156745}"/>
          </ac:spMkLst>
        </pc:spChg>
        <pc:spChg chg="mod">
          <ac:chgData name="Zhao Jin" userId="cd05a825-544c-438a-9ba1-08e63db50b47" providerId="ADAL" clId="{5DF3A229-1965-414E-AF54-F4C37AC7DF68}" dt="2026-03-24T01:44:35.752" v="1136" actId="1036"/>
          <ac:spMkLst>
            <pc:docMk/>
            <pc:sldMk cId="406905398" sldId="641"/>
            <ac:spMk id="14348" creationId="{3263EE6B-D37B-0CE9-8138-B30996CDECE4}"/>
          </ac:spMkLst>
        </pc:spChg>
        <pc:spChg chg="mod">
          <ac:chgData name="Zhao Jin" userId="cd05a825-544c-438a-9ba1-08e63db50b47" providerId="ADAL" clId="{5DF3A229-1965-414E-AF54-F4C37AC7DF68}" dt="2026-03-24T01:44:35.752" v="1136" actId="1036"/>
          <ac:spMkLst>
            <pc:docMk/>
            <pc:sldMk cId="406905398" sldId="641"/>
            <ac:spMk id="14352" creationId="{E9293B00-C3DA-3B76-A07A-DEC513187C72}"/>
          </ac:spMkLst>
        </pc:spChg>
        <pc:spChg chg="mod">
          <ac:chgData name="Zhao Jin" userId="cd05a825-544c-438a-9ba1-08e63db50b47" providerId="ADAL" clId="{5DF3A229-1965-414E-AF54-F4C37AC7DF68}" dt="2026-03-24T01:44:40.399" v="1160" actId="1035"/>
          <ac:spMkLst>
            <pc:docMk/>
            <pc:sldMk cId="406905398" sldId="641"/>
            <ac:spMk id="14357" creationId="{C47E48B7-8025-BA31-4CD6-DBC931376FF4}"/>
          </ac:spMkLst>
        </pc:spChg>
        <pc:spChg chg="mod">
          <ac:chgData name="Zhao Jin" userId="cd05a825-544c-438a-9ba1-08e63db50b47" providerId="ADAL" clId="{5DF3A229-1965-414E-AF54-F4C37AC7DF68}" dt="2026-03-24T01:47:04.501" v="1194" actId="207"/>
          <ac:spMkLst>
            <pc:docMk/>
            <pc:sldMk cId="406905398" sldId="641"/>
            <ac:spMk id="14358" creationId="{72262388-2035-F0FE-6AE3-5C4976460717}"/>
          </ac:spMkLst>
        </pc:spChg>
        <pc:spChg chg="mod">
          <ac:chgData name="Zhao Jin" userId="cd05a825-544c-438a-9ba1-08e63db50b47" providerId="ADAL" clId="{5DF3A229-1965-414E-AF54-F4C37AC7DF68}" dt="2026-03-24T01:44:40.399" v="1160" actId="1035"/>
          <ac:spMkLst>
            <pc:docMk/>
            <pc:sldMk cId="406905398" sldId="641"/>
            <ac:spMk id="14360" creationId="{D27BBFEC-6BDA-A5D2-778A-1541226BAB12}"/>
          </ac:spMkLst>
        </pc:spChg>
        <pc:spChg chg="mod">
          <ac:chgData name="Zhao Jin" userId="cd05a825-544c-438a-9ba1-08e63db50b47" providerId="ADAL" clId="{5DF3A229-1965-414E-AF54-F4C37AC7DF68}" dt="2026-03-24T01:44:40.399" v="1160" actId="1035"/>
          <ac:spMkLst>
            <pc:docMk/>
            <pc:sldMk cId="406905398" sldId="641"/>
            <ac:spMk id="14362" creationId="{4C1FC580-A776-1FA3-C79B-CCDCC62398B5}"/>
          </ac:spMkLst>
        </pc:spChg>
        <pc:spChg chg="mod">
          <ac:chgData name="Zhao Jin" userId="cd05a825-544c-438a-9ba1-08e63db50b47" providerId="ADAL" clId="{5DF3A229-1965-414E-AF54-F4C37AC7DF68}" dt="2026-03-24T01:44:40.399" v="1160" actId="1035"/>
          <ac:spMkLst>
            <pc:docMk/>
            <pc:sldMk cId="406905398" sldId="641"/>
            <ac:spMk id="14363" creationId="{E58FD7AF-71A3-14D0-87FC-F756C128C62A}"/>
          </ac:spMkLst>
        </pc:spChg>
        <pc:spChg chg="mod">
          <ac:chgData name="Zhao Jin" userId="cd05a825-544c-438a-9ba1-08e63db50b47" providerId="ADAL" clId="{5DF3A229-1965-414E-AF54-F4C37AC7DF68}" dt="2026-03-24T01:44:40.399" v="1160" actId="1035"/>
          <ac:spMkLst>
            <pc:docMk/>
            <pc:sldMk cId="406905398" sldId="641"/>
            <ac:spMk id="14365" creationId="{541720B5-67C0-5609-E69E-3FAE927DB55E}"/>
          </ac:spMkLst>
        </pc:spChg>
        <pc:spChg chg="mod">
          <ac:chgData name="Zhao Jin" userId="cd05a825-544c-438a-9ba1-08e63db50b47" providerId="ADAL" clId="{5DF3A229-1965-414E-AF54-F4C37AC7DF68}" dt="2026-03-24T01:44:40.399" v="1160" actId="1035"/>
          <ac:spMkLst>
            <pc:docMk/>
            <pc:sldMk cId="406905398" sldId="641"/>
            <ac:spMk id="14366" creationId="{9206EF0E-DEAE-8D32-76B9-5927FBAF8E23}"/>
          </ac:spMkLst>
        </pc:spChg>
        <pc:spChg chg="mod">
          <ac:chgData name="Zhao Jin" userId="cd05a825-544c-438a-9ba1-08e63db50b47" providerId="ADAL" clId="{5DF3A229-1965-414E-AF54-F4C37AC7DF68}" dt="2026-03-24T01:44:40.399" v="1160" actId="1035"/>
          <ac:spMkLst>
            <pc:docMk/>
            <pc:sldMk cId="406905398" sldId="641"/>
            <ac:spMk id="14369" creationId="{A1D98865-2F65-5689-37D6-F8EE58F2C667}"/>
          </ac:spMkLst>
        </pc:spChg>
        <pc:spChg chg="mod">
          <ac:chgData name="Zhao Jin" userId="cd05a825-544c-438a-9ba1-08e63db50b47" providerId="ADAL" clId="{5DF3A229-1965-414E-AF54-F4C37AC7DF68}" dt="2026-03-24T01:44:40.399" v="1160" actId="1035"/>
          <ac:spMkLst>
            <pc:docMk/>
            <pc:sldMk cId="406905398" sldId="641"/>
            <ac:spMk id="14373" creationId="{5CEBDCF2-66B7-9CAD-6F2A-129DF12756FA}"/>
          </ac:spMkLst>
        </pc:spChg>
        <pc:spChg chg="mod">
          <ac:chgData name="Zhao Jin" userId="cd05a825-544c-438a-9ba1-08e63db50b47" providerId="ADAL" clId="{5DF3A229-1965-414E-AF54-F4C37AC7DF68}" dt="2026-03-24T01:44:40.399" v="1160" actId="1035"/>
          <ac:spMkLst>
            <pc:docMk/>
            <pc:sldMk cId="406905398" sldId="641"/>
            <ac:spMk id="14374" creationId="{A3DE54C4-CA4D-856C-F3FC-863C6CB659BC}"/>
          </ac:spMkLst>
        </pc:spChg>
        <pc:spChg chg="mod">
          <ac:chgData name="Zhao Jin" userId="cd05a825-544c-438a-9ba1-08e63db50b47" providerId="ADAL" clId="{5DF3A229-1965-414E-AF54-F4C37AC7DF68}" dt="2026-03-24T01:44:27.741" v="1119" actId="1076"/>
          <ac:spMkLst>
            <pc:docMk/>
            <pc:sldMk cId="406905398" sldId="641"/>
            <ac:spMk id="14383" creationId="{C86BC136-8E50-640A-9B64-BA2B82771788}"/>
          </ac:spMkLst>
        </pc:spChg>
        <pc:spChg chg="mod">
          <ac:chgData name="Zhao Jin" userId="cd05a825-544c-438a-9ba1-08e63db50b47" providerId="ADAL" clId="{5DF3A229-1965-414E-AF54-F4C37AC7DF68}" dt="2026-03-24T01:44:27.741" v="1119" actId="1076"/>
          <ac:spMkLst>
            <pc:docMk/>
            <pc:sldMk cId="406905398" sldId="641"/>
            <ac:spMk id="14384" creationId="{B8B8F52E-1F3A-A31D-BB6F-4D71ABD9A692}"/>
          </ac:spMkLst>
        </pc:spChg>
        <pc:spChg chg="mod">
          <ac:chgData name="Zhao Jin" userId="cd05a825-544c-438a-9ba1-08e63db50b47" providerId="ADAL" clId="{5DF3A229-1965-414E-AF54-F4C37AC7DF68}" dt="2026-03-24T01:44:27.741" v="1119" actId="1076"/>
          <ac:spMkLst>
            <pc:docMk/>
            <pc:sldMk cId="406905398" sldId="641"/>
            <ac:spMk id="14385" creationId="{167C3578-8AE1-06DE-A14E-3B23112AFDEC}"/>
          </ac:spMkLst>
        </pc:spChg>
        <pc:spChg chg="mod">
          <ac:chgData name="Zhao Jin" userId="cd05a825-544c-438a-9ba1-08e63db50b47" providerId="ADAL" clId="{5DF3A229-1965-414E-AF54-F4C37AC7DF68}" dt="2026-03-24T01:44:27.741" v="1119" actId="1076"/>
          <ac:spMkLst>
            <pc:docMk/>
            <pc:sldMk cId="406905398" sldId="641"/>
            <ac:spMk id="14386" creationId="{48934C6D-DEDE-9583-D0C8-848CC7B77DD7}"/>
          </ac:spMkLst>
        </pc:spChg>
        <pc:spChg chg="mod">
          <ac:chgData name="Zhao Jin" userId="cd05a825-544c-438a-9ba1-08e63db50b47" providerId="ADAL" clId="{5DF3A229-1965-414E-AF54-F4C37AC7DF68}" dt="2026-03-24T01:44:27.741" v="1119" actId="1076"/>
          <ac:spMkLst>
            <pc:docMk/>
            <pc:sldMk cId="406905398" sldId="641"/>
            <ac:spMk id="14387" creationId="{5383D518-C33C-3652-7341-A9D22ABE7228}"/>
          </ac:spMkLst>
        </pc:spChg>
        <pc:spChg chg="mod">
          <ac:chgData name="Zhao Jin" userId="cd05a825-544c-438a-9ba1-08e63db50b47" providerId="ADAL" clId="{5DF3A229-1965-414E-AF54-F4C37AC7DF68}" dt="2026-03-24T01:44:28.937" v="1120" actId="20577"/>
          <ac:spMkLst>
            <pc:docMk/>
            <pc:sldMk cId="406905398" sldId="641"/>
            <ac:spMk id="14388" creationId="{5CDEA465-8FAF-87FC-A9F5-7763440D2EBB}"/>
          </ac:spMkLst>
        </pc:spChg>
        <pc:spChg chg="mod">
          <ac:chgData name="Zhao Jin" userId="cd05a825-544c-438a-9ba1-08e63db50b47" providerId="ADAL" clId="{5DF3A229-1965-414E-AF54-F4C37AC7DF68}" dt="2026-03-24T01:44:27.741" v="1119" actId="1076"/>
          <ac:spMkLst>
            <pc:docMk/>
            <pc:sldMk cId="406905398" sldId="641"/>
            <ac:spMk id="14389" creationId="{10D1AF27-E96C-5983-2842-C78FFF8997CC}"/>
          </ac:spMkLst>
        </pc:spChg>
        <pc:spChg chg="mod">
          <ac:chgData name="Zhao Jin" userId="cd05a825-544c-438a-9ba1-08e63db50b47" providerId="ADAL" clId="{5DF3A229-1965-414E-AF54-F4C37AC7DF68}" dt="2026-03-24T01:44:27.741" v="1119" actId="1076"/>
          <ac:spMkLst>
            <pc:docMk/>
            <pc:sldMk cId="406905398" sldId="641"/>
            <ac:spMk id="14390" creationId="{8063D75C-0E43-6CC8-1C93-AA3F3D629B88}"/>
          </ac:spMkLst>
        </pc:spChg>
        <pc:spChg chg="mod">
          <ac:chgData name="Zhao Jin" userId="cd05a825-544c-438a-9ba1-08e63db50b47" providerId="ADAL" clId="{5DF3A229-1965-414E-AF54-F4C37AC7DF68}" dt="2026-03-24T01:44:27.741" v="1119" actId="1076"/>
          <ac:spMkLst>
            <pc:docMk/>
            <pc:sldMk cId="406905398" sldId="641"/>
            <ac:spMk id="14395" creationId="{8CF3788C-DECF-2680-CE59-41900116132F}"/>
          </ac:spMkLst>
        </pc:spChg>
        <pc:spChg chg="mod">
          <ac:chgData name="Zhao Jin" userId="cd05a825-544c-438a-9ba1-08e63db50b47" providerId="ADAL" clId="{5DF3A229-1965-414E-AF54-F4C37AC7DF68}" dt="2026-03-24T01:44:27.741" v="1119" actId="1076"/>
          <ac:spMkLst>
            <pc:docMk/>
            <pc:sldMk cId="406905398" sldId="641"/>
            <ac:spMk id="14397" creationId="{858BFFB7-9607-C33E-626F-724E8EEF9CB6}"/>
          </ac:spMkLst>
        </pc:spChg>
        <pc:spChg chg="mod">
          <ac:chgData name="Zhao Jin" userId="cd05a825-544c-438a-9ba1-08e63db50b47" providerId="ADAL" clId="{5DF3A229-1965-414E-AF54-F4C37AC7DF68}" dt="2026-03-24T01:44:27.741" v="1119" actId="1076"/>
          <ac:spMkLst>
            <pc:docMk/>
            <pc:sldMk cId="406905398" sldId="641"/>
            <ac:spMk id="14398" creationId="{ED7871B7-9D63-EF0C-03E2-A93CB14F5A1D}"/>
          </ac:spMkLst>
        </pc:spChg>
        <pc:grpChg chg="del">
          <ac:chgData name="Zhao Jin" userId="cd05a825-544c-438a-9ba1-08e63db50b47" providerId="ADAL" clId="{5DF3A229-1965-414E-AF54-F4C37AC7DF68}" dt="2026-03-24T01:35:10.983" v="778" actId="478"/>
          <ac:grpSpMkLst>
            <pc:docMk/>
            <pc:sldMk cId="406905398" sldId="641"/>
            <ac:grpSpMk id="65" creationId="{178049B9-7A74-4F8F-9DC1-2F7C32FF2039}"/>
          </ac:grpSpMkLst>
        </pc:grpChg>
        <pc:cxnChg chg="del">
          <ac:chgData name="Zhao Jin" userId="cd05a825-544c-438a-9ba1-08e63db50b47" providerId="ADAL" clId="{5DF3A229-1965-414E-AF54-F4C37AC7DF68}" dt="2026-03-24T01:35:10.983" v="778" actId="478"/>
          <ac:cxnSpMkLst>
            <pc:docMk/>
            <pc:sldMk cId="406905398" sldId="641"/>
            <ac:cxnSpMk id="3" creationId="{9D55CBB4-2037-4277-B9CF-759FE6E7C0FD}"/>
          </ac:cxnSpMkLst>
        </pc:cxnChg>
        <pc:cxnChg chg="add del mod">
          <ac:chgData name="Zhao Jin" userId="cd05a825-544c-438a-9ba1-08e63db50b47" providerId="ADAL" clId="{5DF3A229-1965-414E-AF54-F4C37AC7DF68}" dt="2026-03-24T01:43:09.579" v="1060" actId="478"/>
          <ac:cxnSpMkLst>
            <pc:docMk/>
            <pc:sldMk cId="406905398" sldId="641"/>
            <ac:cxnSpMk id="4" creationId="{99DBB5C5-8B26-5704-7829-5ECB6BCE4D86}"/>
          </ac:cxnSpMkLst>
        </pc:cxnChg>
        <pc:cxnChg chg="add del mod">
          <ac:chgData name="Zhao Jin" userId="cd05a825-544c-438a-9ba1-08e63db50b47" providerId="ADAL" clId="{5DF3A229-1965-414E-AF54-F4C37AC7DF68}" dt="2026-03-24T01:43:09.099" v="1059" actId="478"/>
          <ac:cxnSpMkLst>
            <pc:docMk/>
            <pc:sldMk cId="406905398" sldId="641"/>
            <ac:cxnSpMk id="5" creationId="{4CF6B135-76BD-1D57-2344-79D2F2FE3A87}"/>
          </ac:cxnSpMkLst>
        </pc:cxnChg>
        <pc:cxnChg chg="add del mod">
          <ac:chgData name="Zhao Jin" userId="cd05a825-544c-438a-9ba1-08e63db50b47" providerId="ADAL" clId="{5DF3A229-1965-414E-AF54-F4C37AC7DF68}" dt="2026-03-24T01:43:11.759" v="1061" actId="478"/>
          <ac:cxnSpMkLst>
            <pc:docMk/>
            <pc:sldMk cId="406905398" sldId="641"/>
            <ac:cxnSpMk id="34" creationId="{FEEBFCD3-BCB1-49E6-7E66-9B5C594B2463}"/>
          </ac:cxnSpMkLst>
        </pc:cxnChg>
        <pc:cxnChg chg="add del mod">
          <ac:chgData name="Zhao Jin" userId="cd05a825-544c-438a-9ba1-08e63db50b47" providerId="ADAL" clId="{5DF3A229-1965-414E-AF54-F4C37AC7DF68}" dt="2026-03-24T01:43:12.107" v="1062" actId="478"/>
          <ac:cxnSpMkLst>
            <pc:docMk/>
            <pc:sldMk cId="406905398" sldId="641"/>
            <ac:cxnSpMk id="37" creationId="{101439D3-7435-F64C-F00B-C96EB223ADA1}"/>
          </ac:cxnSpMkLst>
        </pc:cxnChg>
        <pc:cxnChg chg="del">
          <ac:chgData name="Zhao Jin" userId="cd05a825-544c-438a-9ba1-08e63db50b47" providerId="ADAL" clId="{5DF3A229-1965-414E-AF54-F4C37AC7DF68}" dt="2026-03-24T01:35:10.983" v="778" actId="478"/>
          <ac:cxnSpMkLst>
            <pc:docMk/>
            <pc:sldMk cId="406905398" sldId="641"/>
            <ac:cxnSpMk id="79" creationId="{C80F065C-BB22-4F45-AA6A-594ACAC3F237}"/>
          </ac:cxnSpMkLst>
        </pc:cxnChg>
        <pc:cxnChg chg="del">
          <ac:chgData name="Zhao Jin" userId="cd05a825-544c-438a-9ba1-08e63db50b47" providerId="ADAL" clId="{5DF3A229-1965-414E-AF54-F4C37AC7DF68}" dt="2026-03-24T01:35:10.983" v="778" actId="478"/>
          <ac:cxnSpMkLst>
            <pc:docMk/>
            <pc:sldMk cId="406905398" sldId="641"/>
            <ac:cxnSpMk id="81" creationId="{2C3A26AF-E8D3-4DDB-85E9-1470BAD1C9F2}"/>
          </ac:cxnSpMkLst>
        </pc:cxnChg>
        <pc:cxnChg chg="del">
          <ac:chgData name="Zhao Jin" userId="cd05a825-544c-438a-9ba1-08e63db50b47" providerId="ADAL" clId="{5DF3A229-1965-414E-AF54-F4C37AC7DF68}" dt="2026-03-24T01:35:10.983" v="778" actId="478"/>
          <ac:cxnSpMkLst>
            <pc:docMk/>
            <pc:sldMk cId="406905398" sldId="641"/>
            <ac:cxnSpMk id="84" creationId="{7C1D6F54-23AB-4E3A-8BAD-762FD92F5CE6}"/>
          </ac:cxnSpMkLst>
        </pc:cxnChg>
        <pc:cxnChg chg="del">
          <ac:chgData name="Zhao Jin" userId="cd05a825-544c-438a-9ba1-08e63db50b47" providerId="ADAL" clId="{5DF3A229-1965-414E-AF54-F4C37AC7DF68}" dt="2026-03-24T01:35:10.983" v="778" actId="478"/>
          <ac:cxnSpMkLst>
            <pc:docMk/>
            <pc:sldMk cId="406905398" sldId="641"/>
            <ac:cxnSpMk id="85" creationId="{39EB21BE-4E7C-4F1C-B250-5BBFD3B1C84A}"/>
          </ac:cxnSpMkLst>
        </pc:cxnChg>
        <pc:cxnChg chg="del">
          <ac:chgData name="Zhao Jin" userId="cd05a825-544c-438a-9ba1-08e63db50b47" providerId="ADAL" clId="{5DF3A229-1965-414E-AF54-F4C37AC7DF68}" dt="2026-03-24T01:35:10.983" v="778" actId="478"/>
          <ac:cxnSpMkLst>
            <pc:docMk/>
            <pc:sldMk cId="406905398" sldId="641"/>
            <ac:cxnSpMk id="88" creationId="{E3010C5D-BF54-4117-B17C-6BC0ECCBC0BF}"/>
          </ac:cxnSpMkLst>
        </pc:cxnChg>
        <pc:cxnChg chg="add mod">
          <ac:chgData name="Zhao Jin" userId="cd05a825-544c-438a-9ba1-08e63db50b47" providerId="ADAL" clId="{5DF3A229-1965-414E-AF54-F4C37AC7DF68}" dt="2026-03-24T01:46:04.167" v="1184" actId="1076"/>
          <ac:cxnSpMkLst>
            <pc:docMk/>
            <pc:sldMk cId="406905398" sldId="641"/>
            <ac:cxnSpMk id="92" creationId="{46892490-F35A-471E-7AA6-66CEF817A5A4}"/>
          </ac:cxnSpMkLst>
        </pc:cxnChg>
        <pc:cxnChg chg="add mod">
          <ac:chgData name="Zhao Jin" userId="cd05a825-544c-438a-9ba1-08e63db50b47" providerId="ADAL" clId="{5DF3A229-1965-414E-AF54-F4C37AC7DF68}" dt="2026-03-24T01:43:52.861" v="1075" actId="14100"/>
          <ac:cxnSpMkLst>
            <pc:docMk/>
            <pc:sldMk cId="406905398" sldId="641"/>
            <ac:cxnSpMk id="14377" creationId="{CD5ED4A4-6776-D5BA-0C5D-6642F9F11ABE}"/>
          </ac:cxnSpMkLst>
        </pc:cxnChg>
        <pc:cxnChg chg="add mod">
          <ac:chgData name="Zhao Jin" userId="cd05a825-544c-438a-9ba1-08e63db50b47" providerId="ADAL" clId="{5DF3A229-1965-414E-AF54-F4C37AC7DF68}" dt="2026-03-24T01:44:09.211" v="1084" actId="1038"/>
          <ac:cxnSpMkLst>
            <pc:docMk/>
            <pc:sldMk cId="406905398" sldId="641"/>
            <ac:cxnSpMk id="14381" creationId="{5D723765-E599-FE86-D6F4-2E370298D1C1}"/>
          </ac:cxnSpMkLst>
        </pc:cxnChg>
      </pc:sldChg>
      <pc:sldChg chg="modSp mod">
        <pc:chgData name="Zhao Jin" userId="cd05a825-544c-438a-9ba1-08e63db50b47" providerId="ADAL" clId="{5DF3A229-1965-414E-AF54-F4C37AC7DF68}" dt="2026-03-24T01:26:24.213" v="370" actId="20577"/>
        <pc:sldMkLst>
          <pc:docMk/>
          <pc:sldMk cId="1523812175" sldId="645"/>
        </pc:sldMkLst>
        <pc:spChg chg="mod">
          <ac:chgData name="Zhao Jin" userId="cd05a825-544c-438a-9ba1-08e63db50b47" providerId="ADAL" clId="{5DF3A229-1965-414E-AF54-F4C37AC7DF68}" dt="2026-03-24T01:26:24.213" v="370" actId="20577"/>
          <ac:spMkLst>
            <pc:docMk/>
            <pc:sldMk cId="1523812175" sldId="645"/>
            <ac:spMk id="11" creationId="{00000000-0000-0000-0000-000000000000}"/>
          </ac:spMkLst>
        </pc:spChg>
      </pc:sldChg>
      <pc:sldChg chg="modSp add mod modAnim">
        <pc:chgData name="Zhao Jin" userId="cd05a825-544c-438a-9ba1-08e63db50b47" providerId="ADAL" clId="{5DF3A229-1965-414E-AF54-F4C37AC7DF68}" dt="2026-03-24T01:40:30.203" v="1029" actId="20577"/>
        <pc:sldMkLst>
          <pc:docMk/>
          <pc:sldMk cId="1982616117" sldId="652"/>
        </pc:sldMkLst>
        <pc:spChg chg="mod">
          <ac:chgData name="Zhao Jin" userId="cd05a825-544c-438a-9ba1-08e63db50b47" providerId="ADAL" clId="{5DF3A229-1965-414E-AF54-F4C37AC7DF68}" dt="2026-03-24T01:40:30.203" v="1029" actId="20577"/>
          <ac:spMkLst>
            <pc:docMk/>
            <pc:sldMk cId="1982616117" sldId="652"/>
            <ac:spMk id="6" creationId="{6B9E298C-60CA-0831-B15E-F4A9059E8CF0}"/>
          </ac:spMkLst>
        </pc:spChg>
      </pc:sldChg>
      <pc:sldChg chg="addSp delSp modSp add mod addAnim delAnim modAnim">
        <pc:chgData name="Zhao Jin" userId="cd05a825-544c-438a-9ba1-08e63db50b47" providerId="ADAL" clId="{5DF3A229-1965-414E-AF54-F4C37AC7DF68}" dt="2026-03-24T01:42:00.574" v="1038"/>
        <pc:sldMkLst>
          <pc:docMk/>
          <pc:sldMk cId="2194205026" sldId="653"/>
        </pc:sldMkLst>
        <pc:spChg chg="add del">
          <ac:chgData name="Zhao Jin" userId="cd05a825-544c-438a-9ba1-08e63db50b47" providerId="ADAL" clId="{5DF3A229-1965-414E-AF54-F4C37AC7DF68}" dt="2026-03-24T01:35:58.519" v="810" actId="478"/>
          <ac:spMkLst>
            <pc:docMk/>
            <pc:sldMk cId="2194205026" sldId="653"/>
            <ac:spMk id="64" creationId="{0AEAB9DF-4BAD-964E-CA96-09A753E9EE44}"/>
          </ac:spMkLst>
        </pc:spChg>
        <pc:spChg chg="add del">
          <ac:chgData name="Zhao Jin" userId="cd05a825-544c-438a-9ba1-08e63db50b47" providerId="ADAL" clId="{5DF3A229-1965-414E-AF54-F4C37AC7DF68}" dt="2026-03-24T01:35:57.265" v="809" actId="478"/>
          <ac:spMkLst>
            <pc:docMk/>
            <pc:sldMk cId="2194205026" sldId="653"/>
            <ac:spMk id="91" creationId="{3602082E-C21D-2E42-FC48-C37B6F950ECF}"/>
          </ac:spMkLst>
        </pc:spChg>
        <pc:grpChg chg="add del">
          <ac:chgData name="Zhao Jin" userId="cd05a825-544c-438a-9ba1-08e63db50b47" providerId="ADAL" clId="{5DF3A229-1965-414E-AF54-F4C37AC7DF68}" dt="2026-03-24T01:35:55.108" v="808" actId="478"/>
          <ac:grpSpMkLst>
            <pc:docMk/>
            <pc:sldMk cId="2194205026" sldId="653"/>
            <ac:grpSpMk id="8" creationId="{8E89DA50-4E70-2895-E32F-C6A138CDC318}"/>
          </ac:grpSpMkLst>
        </pc:grpChg>
        <pc:cxnChg chg="add mod">
          <ac:chgData name="Zhao Jin" userId="cd05a825-544c-438a-9ba1-08e63db50b47" providerId="ADAL" clId="{5DF3A229-1965-414E-AF54-F4C37AC7DF68}" dt="2026-03-24T01:41:58.943" v="1037"/>
          <ac:cxnSpMkLst>
            <pc:docMk/>
            <pc:sldMk cId="2194205026" sldId="653"/>
            <ac:cxnSpMk id="4" creationId="{65AFE9E4-0C57-93D0-AD1A-8FE7D651A1AC}"/>
          </ac:cxnSpMkLst>
        </pc:cxnChg>
        <pc:cxnChg chg="add mod">
          <ac:chgData name="Zhao Jin" userId="cd05a825-544c-438a-9ba1-08e63db50b47" providerId="ADAL" clId="{5DF3A229-1965-414E-AF54-F4C37AC7DF68}" dt="2026-03-24T01:41:58.943" v="1037"/>
          <ac:cxnSpMkLst>
            <pc:docMk/>
            <pc:sldMk cId="2194205026" sldId="653"/>
            <ac:cxnSpMk id="5" creationId="{A089736F-E3B4-3937-EAE6-33BCA5DCE309}"/>
          </ac:cxnSpMkLst>
        </pc:cxnChg>
      </pc:sldChg>
      <pc:sldChg chg="add del">
        <pc:chgData name="Zhao Jin" userId="cd05a825-544c-438a-9ba1-08e63db50b47" providerId="ADAL" clId="{5DF3A229-1965-414E-AF54-F4C37AC7DF68}" dt="2026-03-24T01:51:43.222" v="1320" actId="47"/>
        <pc:sldMkLst>
          <pc:docMk/>
          <pc:sldMk cId="2931019091" sldId="65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3/24/2026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43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894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362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222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385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458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62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2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987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869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58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541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6286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187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2393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8756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C33B0-CC68-6C30-0860-5141DD3E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FC1DB86-D2FD-69C9-4A78-6D61377DFB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D84D68D-B370-C926-3D01-9DE0A78E0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9586570-A535-3AB4-8130-B105D2733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385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18A9C-1408-DC01-531C-520CA307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3C43FC2-09B4-FC92-EE98-712A8FEEB2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E6D7DA0-4ED0-EEF8-8E5A-2EDDA13FE5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ED842ACF-4474-9FCC-F444-A4E5018DE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8801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26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5396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F37E-87A3-07FB-064A-31A01457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F92F70C2-B3EE-965A-A02A-D59FE903FC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6716759-1D8A-D872-E02A-171E992EC3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2B96141D-0471-BCB3-8D94-3E92E1F41C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9420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5602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4D7D3-DE8D-7781-D884-FB9FEC23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0E56BE9-DEAF-33A9-09DD-43DDDC1E7CB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B3277393-5C40-24DF-815D-1A032226C0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6DD702F4-FBB2-61A9-CA37-33AD03E2D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9771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2BB1F-9847-0EF7-5682-8437AB0CC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C98E437-1B98-E93C-12DC-C21081D3D9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D73313A8-4C91-447C-8909-B5F3CFEE95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6EB16E6E-2E00-4888-D181-7684836DE9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0430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294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8135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2544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7927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6384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82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798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09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8489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4823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788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4405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50548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7496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1376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o.net/bn/sorting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C00000"/>
                </a:solidFill>
                <a:latin typeface="Calibri" panose="020F0502020204030204" pitchFamily="34" charset="0"/>
              </a:rPr>
              <a:t>UNIT 21</a:t>
            </a:r>
            <a:endParaRPr lang="en-US" sz="24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Searching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9C96AC48-7670-4796-C22E-5C5DEFC67E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5F7047-0C71-F2B4-F624-0C46554D1642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21: Searching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Searching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Linear Search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Binary Search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6254F3-5BC7-12C1-81D1-6057F25D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D5419A-F34B-18CA-0AA2-48E035F5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Searching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57200" y="1219200"/>
            <a:ext cx="7948612" cy="584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SG" dirty="0"/>
              <a:t>A common task that we carry out without much thought everyday, such as searching for</a:t>
            </a:r>
          </a:p>
          <a:p>
            <a:pPr marL="803275" lvl="1" indent="-347663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SG" dirty="0"/>
              <a:t>a room in a building</a:t>
            </a:r>
          </a:p>
          <a:p>
            <a:pPr marL="803275" lvl="1" indent="-347663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SG" dirty="0"/>
              <a:t>an item on the shelves in a shop</a:t>
            </a:r>
          </a:p>
          <a:p>
            <a:pPr marL="803275" lvl="1" indent="-347663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SG" dirty="0"/>
              <a:t>a webpage in Google</a:t>
            </a:r>
          </a:p>
          <a:p>
            <a:pPr marL="803275" lvl="1" indent="-347663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SG" dirty="0"/>
              <a:t>a photo in your phone</a:t>
            </a:r>
          </a:p>
          <a:p>
            <a:pPr marL="803275" lvl="1" indent="-347663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SG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SG" dirty="0"/>
              <a:t>Problem statement:</a:t>
            </a:r>
          </a:p>
          <a:p>
            <a:pPr marL="694055" indent="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None/>
              <a:defRPr/>
            </a:pPr>
            <a:r>
              <a:rPr lang="en-US" altLang="ja-JP" dirty="0">
                <a:ea typeface="ＭＳ Ｐゴシック" pitchFamily="34" charset="-128"/>
              </a:rPr>
              <a:t>Given </a:t>
            </a:r>
            <a:r>
              <a:rPr lang="en-US" altLang="ja-JP" dirty="0">
                <a:solidFill>
                  <a:srgbClr val="0000FF"/>
                </a:solidFill>
                <a:ea typeface="ＭＳ Ｐゴシック" pitchFamily="34" charset="-128"/>
              </a:rPr>
              <a:t>a list of n items </a:t>
            </a:r>
            <a:r>
              <a:rPr lang="en-US" altLang="ja-JP" dirty="0">
                <a:ea typeface="ＭＳ Ｐゴシック" pitchFamily="34" charset="-128"/>
              </a:rPr>
              <a:t>and a search key </a:t>
            </a:r>
            <a:r>
              <a:rPr lang="en-US" altLang="ja-JP" dirty="0">
                <a:solidFill>
                  <a:srgbClr val="0000FF"/>
                </a:solidFill>
                <a:ea typeface="ＭＳ Ｐゴシック" pitchFamily="34" charset="-128"/>
              </a:rPr>
              <a:t>q</a:t>
            </a:r>
            <a:r>
              <a:rPr lang="en-US" altLang="ja-JP" dirty="0">
                <a:ea typeface="ＭＳ Ｐゴシック" pitchFamily="34" charset="-128"/>
              </a:rPr>
              <a:t>, return </a:t>
            </a:r>
            <a:r>
              <a:rPr lang="en-US" altLang="ja-JP" dirty="0">
                <a:solidFill>
                  <a:srgbClr val="0000FF"/>
                </a:solidFill>
                <a:ea typeface="ＭＳ Ｐゴシック" pitchFamily="34" charset="-128"/>
              </a:rPr>
              <a:t>the position of q </a:t>
            </a:r>
            <a:r>
              <a:rPr lang="en-US" altLang="ja-JP" dirty="0">
                <a:ea typeface="ＭＳ Ｐゴシック" pitchFamily="34" charset="-128"/>
              </a:rPr>
              <a:t>in the list if it exists.</a:t>
            </a:r>
          </a:p>
        </p:txBody>
      </p:sp>
      <p:pic>
        <p:nvPicPr>
          <p:cNvPr id="6" name="Picture 9" descr="k3178076.jpg">
            <a:extLst>
              <a:ext uri="{FF2B5EF4-FFF2-40B4-BE49-F238E27FC236}">
                <a16:creationId xmlns:a16="http://schemas.microsoft.com/office/drawing/2014/main" id="{F9B053CB-7503-41E3-AC8F-5C0C162D39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240" y="5302595"/>
            <a:ext cx="1559560" cy="1174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FD9026-6940-D2BB-4304-563045F9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680AD8-E490-24F2-1B85-11E3CC31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287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Linear Search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8720"/>
            <a:ext cx="8229600" cy="202311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SG" dirty="0"/>
              <a:t>Also known as </a:t>
            </a:r>
            <a:r>
              <a:rPr lang="en-SG" dirty="0">
                <a:solidFill>
                  <a:srgbClr val="C00000"/>
                </a:solidFill>
              </a:rPr>
              <a:t>Sequential Search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ja-JP" dirty="0">
                <a:ea typeface="ＭＳ Ｐゴシック" pitchFamily="34" charset="-128"/>
              </a:rPr>
              <a:t>Idea: Search the list from one end to the other end in linear progression.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pitchFamily="34" charset="-128"/>
              </a:rPr>
              <a:t>Algorithm: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03751" y="3205377"/>
            <a:ext cx="4391025" cy="16312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// Search for key in list A with n items</a:t>
            </a:r>
          </a:p>
          <a:p>
            <a:pPr eaLnBrk="1" hangingPunct="1"/>
            <a:r>
              <a:rPr lang="en-US" sz="2000" dirty="0" err="1">
                <a:solidFill>
                  <a:srgbClr val="C00000"/>
                </a:solidFill>
                <a:latin typeface="Calibri" pitchFamily="34" charset="0"/>
              </a:rPr>
              <a:t>linear_search</a:t>
            </a:r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(n, list, q){</a:t>
            </a:r>
          </a:p>
          <a:p>
            <a:pPr eaLnBrk="1" hangingPunct="1"/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	for </a:t>
            </a:r>
            <a:r>
              <a:rPr lang="en-US" sz="2000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 = 0 to n-1 </a:t>
            </a:r>
          </a:p>
          <a:p>
            <a:pPr eaLnBrk="1" hangingPunct="1"/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  		if </a:t>
            </a:r>
            <a:r>
              <a:rPr lang="en-US" sz="2000" dirty="0" err="1">
                <a:solidFill>
                  <a:srgbClr val="C00000"/>
                </a:solidFill>
                <a:latin typeface="Calibri" pitchFamily="34" charset="0"/>
              </a:rPr>
              <a:t>list</a:t>
            </a:r>
            <a:r>
              <a:rPr lang="en-US" sz="2000" baseline="-25000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 is q then report </a:t>
            </a:r>
            <a:r>
              <a:rPr lang="en-US" sz="2000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endParaRPr lang="en-US" sz="2000" dirty="0">
              <a:solidFill>
                <a:srgbClr val="C00000"/>
              </a:solidFill>
              <a:latin typeface="Calibri" pitchFamily="34" charset="0"/>
            </a:endParaRPr>
          </a:p>
          <a:p>
            <a:pPr eaLnBrk="1" hangingPunct="1"/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}</a:t>
            </a:r>
            <a:endParaRPr lang="en-SG" sz="200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353526" y="3190301"/>
            <a:ext cx="3533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/>
              <a:t>87   12   51   9    24   63</a:t>
            </a:r>
            <a:endParaRPr lang="en-SG" sz="2400" dirty="0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203664" y="2633058"/>
            <a:ext cx="38466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Calibri" pitchFamily="34" charset="0"/>
              </a:rPr>
              <a:t>Example: Search for </a:t>
            </a:r>
            <a:r>
              <a:rPr lang="en-US" sz="2000" dirty="0">
                <a:solidFill>
                  <a:srgbClr val="0000FF"/>
                </a:solidFill>
                <a:latin typeface="Calibri" pitchFamily="34" charset="0"/>
              </a:rPr>
              <a:t>24</a:t>
            </a:r>
            <a:r>
              <a:rPr lang="en-US" sz="2000" dirty="0">
                <a:latin typeface="Calibri" pitchFamily="34" charset="0"/>
              </a:rPr>
              <a:t> in this list</a:t>
            </a:r>
            <a:endParaRPr lang="en-SG" sz="2000" dirty="0">
              <a:latin typeface="Calibri" pitchFamily="34" charset="0"/>
            </a:endParaRPr>
          </a:p>
        </p:txBody>
      </p:sp>
      <p:grpSp>
        <p:nvGrpSpPr>
          <p:cNvPr id="15" name="Group 16"/>
          <p:cNvGrpSpPr>
            <a:grpSpLocks/>
          </p:cNvGrpSpPr>
          <p:nvPr/>
        </p:nvGrpSpPr>
        <p:grpSpPr bwMode="auto">
          <a:xfrm>
            <a:off x="5256688" y="3615751"/>
            <a:ext cx="762000" cy="1193800"/>
            <a:chOff x="5413023" y="4347016"/>
            <a:chExt cx="762000" cy="1195182"/>
          </a:xfrm>
        </p:grpSpPr>
        <p:cxnSp>
          <p:nvCxnSpPr>
            <p:cNvPr id="16" name="Straight Arrow Connector 13"/>
            <p:cNvCxnSpPr>
              <a:cxnSpLocks noChangeShapeType="1"/>
            </p:cNvCxnSpPr>
            <p:nvPr/>
          </p:nvCxnSpPr>
          <p:spPr bwMode="auto">
            <a:xfrm rot="5400000" flipH="1" flipV="1">
              <a:off x="5345289" y="4769555"/>
              <a:ext cx="846666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Box 15"/>
            <p:cNvSpPr txBox="1">
              <a:spLocks noChangeArrowheads="1"/>
            </p:cNvSpPr>
            <p:nvPr/>
          </p:nvSpPr>
          <p:spPr bwMode="auto">
            <a:xfrm>
              <a:off x="5413023" y="5142088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i="1" dirty="0">
                  <a:solidFill>
                    <a:srgbClr val="006600"/>
                  </a:solidFill>
                  <a:latin typeface="Calibri" pitchFamily="34" charset="0"/>
                </a:rPr>
                <a:t>no</a:t>
              </a:r>
              <a:endParaRPr lang="en-SG" sz="2000" i="1" dirty="0">
                <a:solidFill>
                  <a:srgbClr val="006600"/>
                </a:solidFill>
                <a:latin typeface="Calibri" pitchFamily="34" charset="0"/>
              </a:endParaRPr>
            </a:p>
          </p:txBody>
        </p:sp>
      </p:grpSp>
      <p:grpSp>
        <p:nvGrpSpPr>
          <p:cNvPr id="18" name="Group 17"/>
          <p:cNvGrpSpPr>
            <a:grpSpLocks/>
          </p:cNvGrpSpPr>
          <p:nvPr/>
        </p:nvGrpSpPr>
        <p:grpSpPr bwMode="auto">
          <a:xfrm>
            <a:off x="5894863" y="3615751"/>
            <a:ext cx="762000" cy="1193800"/>
            <a:chOff x="5413023" y="4347016"/>
            <a:chExt cx="762000" cy="1195182"/>
          </a:xfrm>
        </p:grpSpPr>
        <p:cxnSp>
          <p:nvCxnSpPr>
            <p:cNvPr id="19" name="Straight Arrow Connector 18"/>
            <p:cNvCxnSpPr>
              <a:cxnSpLocks noChangeShapeType="1"/>
            </p:cNvCxnSpPr>
            <p:nvPr/>
          </p:nvCxnSpPr>
          <p:spPr bwMode="auto">
            <a:xfrm rot="5400000" flipH="1" flipV="1">
              <a:off x="5345289" y="4769555"/>
              <a:ext cx="846666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5413023" y="5142088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i="1" dirty="0">
                  <a:solidFill>
                    <a:srgbClr val="006600"/>
                  </a:solidFill>
                  <a:latin typeface="Calibri" pitchFamily="34" charset="0"/>
                </a:rPr>
                <a:t>no</a:t>
              </a:r>
              <a:endParaRPr lang="en-SG" sz="2000" i="1" dirty="0">
                <a:solidFill>
                  <a:srgbClr val="006600"/>
                </a:solidFill>
                <a:latin typeface="Calibri" pitchFamily="34" charset="0"/>
              </a:endParaRPr>
            </a:p>
          </p:txBody>
        </p:sp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6448901" y="3615751"/>
            <a:ext cx="762000" cy="1193800"/>
            <a:chOff x="5413023" y="4347016"/>
            <a:chExt cx="762000" cy="1195182"/>
          </a:xfrm>
        </p:grpSpPr>
        <p:cxnSp>
          <p:nvCxnSpPr>
            <p:cNvPr id="22" name="Straight Arrow Connector 21"/>
            <p:cNvCxnSpPr>
              <a:cxnSpLocks noChangeShapeType="1"/>
            </p:cNvCxnSpPr>
            <p:nvPr/>
          </p:nvCxnSpPr>
          <p:spPr bwMode="auto">
            <a:xfrm rot="5400000" flipH="1" flipV="1">
              <a:off x="5345289" y="4769555"/>
              <a:ext cx="846666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Box 22"/>
            <p:cNvSpPr txBox="1">
              <a:spLocks noChangeArrowheads="1"/>
            </p:cNvSpPr>
            <p:nvPr/>
          </p:nvSpPr>
          <p:spPr bwMode="auto">
            <a:xfrm>
              <a:off x="5413023" y="5142088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i="1" dirty="0">
                  <a:solidFill>
                    <a:srgbClr val="006600"/>
                  </a:solidFill>
                  <a:latin typeface="Calibri" pitchFamily="34" charset="0"/>
                </a:rPr>
                <a:t>no</a:t>
              </a:r>
              <a:endParaRPr lang="en-SG" sz="2000" i="1" dirty="0">
                <a:solidFill>
                  <a:srgbClr val="006600"/>
                </a:solidFill>
                <a:latin typeface="Calibri" pitchFamily="34" charset="0"/>
              </a:endParaRPr>
            </a:p>
          </p:txBody>
        </p:sp>
      </p:grpSp>
      <p:grpSp>
        <p:nvGrpSpPr>
          <p:cNvPr id="24" name="Group 24"/>
          <p:cNvGrpSpPr>
            <a:grpSpLocks/>
          </p:cNvGrpSpPr>
          <p:nvPr/>
        </p:nvGrpSpPr>
        <p:grpSpPr bwMode="auto">
          <a:xfrm>
            <a:off x="6950551" y="3615751"/>
            <a:ext cx="762000" cy="1193800"/>
            <a:chOff x="5413023" y="4347016"/>
            <a:chExt cx="762000" cy="1195182"/>
          </a:xfrm>
        </p:grpSpPr>
        <p:cxnSp>
          <p:nvCxnSpPr>
            <p:cNvPr id="25" name="Straight Arrow Connector 25"/>
            <p:cNvCxnSpPr>
              <a:cxnSpLocks noChangeShapeType="1"/>
            </p:cNvCxnSpPr>
            <p:nvPr/>
          </p:nvCxnSpPr>
          <p:spPr bwMode="auto">
            <a:xfrm rot="5400000" flipH="1" flipV="1">
              <a:off x="5345289" y="4769555"/>
              <a:ext cx="846666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Box 26"/>
            <p:cNvSpPr txBox="1">
              <a:spLocks noChangeArrowheads="1"/>
            </p:cNvSpPr>
            <p:nvPr/>
          </p:nvSpPr>
          <p:spPr bwMode="auto">
            <a:xfrm>
              <a:off x="5413023" y="5142088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i="1" dirty="0">
                  <a:solidFill>
                    <a:srgbClr val="006600"/>
                  </a:solidFill>
                  <a:latin typeface="Calibri" pitchFamily="34" charset="0"/>
                </a:rPr>
                <a:t>no</a:t>
              </a:r>
              <a:endParaRPr lang="en-SG" sz="2000" i="1" dirty="0">
                <a:solidFill>
                  <a:srgbClr val="006600"/>
                </a:solidFill>
                <a:latin typeface="Calibri" pitchFamily="34" charset="0"/>
              </a:endParaRPr>
            </a:p>
          </p:txBody>
        </p:sp>
      </p:grpSp>
      <p:grpSp>
        <p:nvGrpSpPr>
          <p:cNvPr id="27" name="Group 27"/>
          <p:cNvGrpSpPr>
            <a:grpSpLocks/>
          </p:cNvGrpSpPr>
          <p:nvPr/>
        </p:nvGrpSpPr>
        <p:grpSpPr bwMode="auto">
          <a:xfrm>
            <a:off x="7526813" y="3615750"/>
            <a:ext cx="762000" cy="1255817"/>
            <a:chOff x="5413023" y="4347016"/>
            <a:chExt cx="762000" cy="1257271"/>
          </a:xfrm>
        </p:grpSpPr>
        <p:cxnSp>
          <p:nvCxnSpPr>
            <p:cNvPr id="28" name="Straight Arrow Connector 28"/>
            <p:cNvCxnSpPr>
              <a:cxnSpLocks noChangeShapeType="1"/>
            </p:cNvCxnSpPr>
            <p:nvPr/>
          </p:nvCxnSpPr>
          <p:spPr bwMode="auto">
            <a:xfrm rot="5400000" flipH="1" flipV="1">
              <a:off x="5345289" y="4769555"/>
              <a:ext cx="846666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TextBox 29"/>
            <p:cNvSpPr txBox="1">
              <a:spLocks noChangeArrowheads="1"/>
            </p:cNvSpPr>
            <p:nvPr/>
          </p:nvSpPr>
          <p:spPr bwMode="auto">
            <a:xfrm>
              <a:off x="5413023" y="5142088"/>
              <a:ext cx="762000" cy="462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 i="1" dirty="0">
                  <a:solidFill>
                    <a:srgbClr val="C00000"/>
                  </a:solidFill>
                  <a:latin typeface="Calibri" pitchFamily="34" charset="0"/>
                </a:rPr>
                <a:t>yes!</a:t>
              </a:r>
              <a:endParaRPr lang="en-SG" sz="2400" i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</p:grpSp>
      <p:sp>
        <p:nvSpPr>
          <p:cNvPr id="30" name="Content Placeholder 5"/>
          <p:cNvSpPr txBox="1">
            <a:spLocks/>
          </p:cNvSpPr>
          <p:nvPr/>
        </p:nvSpPr>
        <p:spPr>
          <a:xfrm>
            <a:off x="587375" y="5330190"/>
            <a:ext cx="8229600" cy="1011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SG" dirty="0"/>
              <a:t>What to report if key is not found?</a:t>
            </a:r>
          </a:p>
          <a:p>
            <a:pPr marL="803275" lvl="1" indent="-3476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SG" dirty="0"/>
              <a:t>Aim for a clean design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360841" y="4871567"/>
            <a:ext cx="151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Return </a:t>
            </a:r>
            <a:r>
              <a:rPr lang="en-US" sz="240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A062E-6250-DD99-2754-66C49003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516CC-48A3-3837-1BDA-CC0D1024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333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30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Linear Search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809442" y="1367028"/>
            <a:ext cx="7159851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541338" algn="l"/>
                <a:tab pos="1073150" algn="l"/>
                <a:tab pos="1614488" algn="l"/>
                <a:tab pos="1974850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search(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list[n],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q) {</a:t>
            </a:r>
          </a:p>
          <a:p>
            <a:pPr>
              <a:tabLst>
                <a:tab pos="541338" algn="l"/>
                <a:tab pos="1073150" algn="l"/>
                <a:tab pos="1614488" algn="l"/>
                <a:tab pos="1974850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541338" algn="l"/>
                <a:tab pos="1073150" algn="l"/>
                <a:tab pos="1614488" algn="l"/>
                <a:tab pos="1974850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(list[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== q) {</a:t>
            </a:r>
          </a:p>
          <a:p>
            <a:pPr>
              <a:tabLst>
                <a:tab pos="541338" algn="l"/>
                <a:tab pos="1073150" algn="l"/>
                <a:tab pos="1614488" algn="l"/>
                <a:tab pos="1974850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541338" algn="l"/>
                <a:tab pos="1073150" algn="l"/>
                <a:tab pos="1614488" algn="l"/>
                <a:tab pos="1974850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tabLst>
                <a:tab pos="541338" algn="l"/>
                <a:tab pos="1073150" algn="l"/>
                <a:tab pos="1614488" algn="l"/>
                <a:tab pos="1974850" algn="l"/>
              </a:tabLst>
              <a:defRPr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541338" algn="l"/>
                <a:tab pos="1073150" algn="l"/>
                <a:tab pos="1614488" algn="l"/>
                <a:tab pos="1974850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541338" algn="l"/>
                <a:tab pos="1073150" algn="l"/>
                <a:tab pos="1614488" algn="l"/>
                <a:tab pos="1974850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SG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4" name="Rectangle 8"/>
          <p:cNvSpPr txBox="1">
            <a:spLocks noChangeArrowheads="1"/>
          </p:cNvSpPr>
          <p:nvPr/>
        </p:nvSpPr>
        <p:spPr bwMode="auto">
          <a:xfrm>
            <a:off x="457200" y="3792008"/>
            <a:ext cx="8534400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What if array contains duplicate values of the key?</a:t>
            </a:r>
          </a:p>
          <a:p>
            <a:pPr lvl="1" eaLnBrk="1" hangingPunct="1">
              <a:spcBef>
                <a:spcPct val="200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Index of the first element found will be returned.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2D581B-E96C-598D-E1B9-AA308FD1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2833D5-B7CC-7537-0E39-2E969509A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5435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Linear Search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8720"/>
            <a:ext cx="8229600" cy="5059680"/>
          </a:xfrm>
        </p:spPr>
        <p:txBody>
          <a:bodyPr>
            <a:normAutofit lnSpcReduction="10000"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For </a:t>
            </a:r>
            <a:r>
              <a:rPr lang="en-US" sz="2800" dirty="0">
                <a:solidFill>
                  <a:srgbClr val="0000FF"/>
                </a:solidFill>
              </a:rPr>
              <a:t>an array with </a:t>
            </a:r>
            <a:r>
              <a:rPr lang="en-US" sz="2800" i="1" dirty="0">
                <a:solidFill>
                  <a:srgbClr val="0000FF"/>
                </a:solidFill>
              </a:rPr>
              <a:t>n</a:t>
            </a:r>
            <a:r>
              <a:rPr lang="en-US" sz="2800" dirty="0">
                <a:solidFill>
                  <a:srgbClr val="0000FF"/>
                </a:solidFill>
              </a:rPr>
              <a:t> elements</a:t>
            </a:r>
            <a:r>
              <a:rPr lang="en-US" sz="2800" dirty="0"/>
              <a:t>, what is the worst case (that requires most comparisons) for Linear search?</a:t>
            </a:r>
          </a:p>
          <a:p>
            <a:pPr marL="621983" lvl="1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When the key does not exist in the array. 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is the number of comparisons in the worst case?</a:t>
            </a:r>
          </a:p>
          <a:p>
            <a:pPr marL="621983" lvl="1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n comparisons.</a:t>
            </a:r>
          </a:p>
          <a:p>
            <a:pPr marL="621983" lvl="1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The time complexity of linear search is O(n).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0BD9FB-3FAD-7EB3-C220-4BA3C118F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D9CBA9-F254-1409-D493-D0C2D4E7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6270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Binary Search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355600" y="1286932"/>
            <a:ext cx="8461375" cy="4944535"/>
          </a:xfrm>
        </p:spPr>
        <p:txBody>
          <a:bodyPr>
            <a:normAutofit/>
          </a:bodyPr>
          <a:lstStyle/>
          <a:p>
            <a:pPr marL="338138" indent="-338138">
              <a:lnSpc>
                <a:spcPct val="90000"/>
              </a:lnSpc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What if the list is </a:t>
            </a:r>
            <a:r>
              <a:rPr lang="en-US" sz="2800" dirty="0">
                <a:solidFill>
                  <a:srgbClr val="0000FF"/>
                </a:solidFill>
              </a:rPr>
              <a:t>sorted before-hand</a:t>
            </a:r>
            <a:r>
              <a:rPr lang="en-US" sz="2800" dirty="0"/>
              <a:t>?</a:t>
            </a:r>
          </a:p>
          <a:p>
            <a:pPr marL="612458" lvl="1" indent="-338138">
              <a:lnSpc>
                <a:spcPct val="90000"/>
              </a:lnSpc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612458" lvl="1" indent="-338138">
              <a:lnSpc>
                <a:spcPct val="90000"/>
              </a:lnSpc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612458" lvl="1" indent="-338138">
              <a:lnSpc>
                <a:spcPct val="90000"/>
              </a:lnSpc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We will be able to make use of the </a:t>
            </a:r>
            <a:r>
              <a:rPr lang="en-US" sz="2400" dirty="0">
                <a:solidFill>
                  <a:srgbClr val="0000FF"/>
                </a:solidFill>
              </a:rPr>
              <a:t>Binary Search </a:t>
            </a:r>
            <a:r>
              <a:rPr lang="en-US" sz="2400" dirty="0"/>
              <a:t>algorithm, which takes </a:t>
            </a:r>
            <a:r>
              <a:rPr lang="en-US" sz="2400" dirty="0">
                <a:solidFill>
                  <a:srgbClr val="0000FF"/>
                </a:solidFill>
              </a:rPr>
              <a:t>O(log n) </a:t>
            </a:r>
            <a:r>
              <a:rPr lang="en-US" sz="2400" dirty="0"/>
              <a:t>time!</a:t>
            </a:r>
          </a:p>
          <a:p>
            <a:pPr marL="338138" indent="-338138">
              <a:lnSpc>
                <a:spcPct val="90000"/>
              </a:lnSpc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338138" indent="-338138">
              <a:lnSpc>
                <a:spcPct val="90000"/>
              </a:lnSpc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organization of data affects the choice of algorithm. </a:t>
            </a:r>
          </a:p>
          <a:p>
            <a:pPr marL="612458" lvl="1" indent="-338138">
              <a:lnSpc>
                <a:spcPct val="90000"/>
              </a:lnSpc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anose="05000000000000000000" pitchFamily="2" charset="2"/>
              </a:rPr>
              <a:t>More of this in the later course</a:t>
            </a: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E103D3-6AB8-2AD4-C076-3F8EBD50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D8387D-57C4-27A7-DFAD-F31515C7B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grpSp>
        <p:nvGrpSpPr>
          <p:cNvPr id="4" name="Group 57">
            <a:extLst>
              <a:ext uri="{FF2B5EF4-FFF2-40B4-BE49-F238E27FC236}">
                <a16:creationId xmlns:a16="http://schemas.microsoft.com/office/drawing/2014/main" id="{5F1BD138-AB39-044C-AFFE-9483E2D37C51}"/>
              </a:ext>
            </a:extLst>
          </p:cNvPr>
          <p:cNvGrpSpPr>
            <a:grpSpLocks/>
          </p:cNvGrpSpPr>
          <p:nvPr/>
        </p:nvGrpSpPr>
        <p:grpSpPr bwMode="auto">
          <a:xfrm>
            <a:off x="1069975" y="1774212"/>
            <a:ext cx="6473825" cy="769937"/>
            <a:chOff x="1374094" y="2036187"/>
            <a:chExt cx="6474507" cy="770931"/>
          </a:xfrm>
        </p:grpSpPr>
        <p:sp>
          <p:nvSpPr>
            <p:cNvPr id="5" name="TextBox 38">
              <a:extLst>
                <a:ext uri="{FF2B5EF4-FFF2-40B4-BE49-F238E27FC236}">
                  <a16:creationId xmlns:a16="http://schemas.microsoft.com/office/drawing/2014/main" id="{48F2B294-F5CE-F9C8-B8D4-698CB3880A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5180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5</a:t>
              </a:r>
              <a:endParaRPr lang="en-SG" sz="2400"/>
            </a:p>
          </p:txBody>
        </p:sp>
        <p:sp>
          <p:nvSpPr>
            <p:cNvPr id="6" name="TextBox 39">
              <a:extLst>
                <a:ext uri="{FF2B5EF4-FFF2-40B4-BE49-F238E27FC236}">
                  <a16:creationId xmlns:a16="http://schemas.microsoft.com/office/drawing/2014/main" id="{2AC1B2D8-6D01-8AF1-8C70-73DD29650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7352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12</a:t>
              </a:r>
              <a:endParaRPr lang="en-SG" sz="2400"/>
            </a:p>
          </p:txBody>
        </p:sp>
        <p:sp>
          <p:nvSpPr>
            <p:cNvPr id="7" name="TextBox 40">
              <a:extLst>
                <a:ext uri="{FF2B5EF4-FFF2-40B4-BE49-F238E27FC236}">
                  <a16:creationId xmlns:a16="http://schemas.microsoft.com/office/drawing/2014/main" id="{1B739614-AE33-1C0A-D127-BC0115D80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9524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 dirty="0"/>
                <a:t>17</a:t>
              </a:r>
              <a:endParaRPr lang="en-SG" sz="2400" dirty="0"/>
            </a:p>
          </p:txBody>
        </p:sp>
        <p:sp>
          <p:nvSpPr>
            <p:cNvPr id="9" name="TextBox 41">
              <a:extLst>
                <a:ext uri="{FF2B5EF4-FFF2-40B4-BE49-F238E27FC236}">
                  <a16:creationId xmlns:a16="http://schemas.microsoft.com/office/drawing/2014/main" id="{9CFDD7D9-558B-6BFB-BA5C-9F034DDFF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1696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23</a:t>
              </a:r>
              <a:endParaRPr lang="en-SG" sz="2400"/>
            </a:p>
          </p:txBody>
        </p:sp>
        <p:sp>
          <p:nvSpPr>
            <p:cNvPr id="10" name="TextBox 42">
              <a:extLst>
                <a:ext uri="{FF2B5EF4-FFF2-40B4-BE49-F238E27FC236}">
                  <a16:creationId xmlns:a16="http://schemas.microsoft.com/office/drawing/2014/main" id="{216977EF-7CDB-FAF1-99B7-DC6DE8546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3868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38</a:t>
              </a:r>
              <a:endParaRPr lang="en-SG" sz="2400"/>
            </a:p>
          </p:txBody>
        </p:sp>
        <p:sp>
          <p:nvSpPr>
            <p:cNvPr id="11" name="TextBox 43">
              <a:extLst>
                <a:ext uri="{FF2B5EF4-FFF2-40B4-BE49-F238E27FC236}">
                  <a16:creationId xmlns:a16="http://schemas.microsoft.com/office/drawing/2014/main" id="{3EC84833-F842-9EFE-B9A8-CF86DAE536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6040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44</a:t>
              </a:r>
              <a:endParaRPr lang="en-SG" sz="2400"/>
            </a:p>
          </p:txBody>
        </p:sp>
        <p:sp>
          <p:nvSpPr>
            <p:cNvPr id="12" name="TextBox 44">
              <a:extLst>
                <a:ext uri="{FF2B5EF4-FFF2-40B4-BE49-F238E27FC236}">
                  <a16:creationId xmlns:a16="http://schemas.microsoft.com/office/drawing/2014/main" id="{60BB1D60-E4B3-CB4B-1D55-4AEE047C1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8212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77</a:t>
              </a:r>
              <a:endParaRPr lang="en-SG" sz="2400"/>
            </a:p>
          </p:txBody>
        </p:sp>
        <p:sp>
          <p:nvSpPr>
            <p:cNvPr id="13" name="TextBox 45">
              <a:extLst>
                <a:ext uri="{FF2B5EF4-FFF2-40B4-BE49-F238E27FC236}">
                  <a16:creationId xmlns:a16="http://schemas.microsoft.com/office/drawing/2014/main" id="{50310DC8-1894-98E7-3859-555D9561A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0384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84</a:t>
              </a:r>
              <a:endParaRPr lang="en-SG" sz="2400"/>
            </a:p>
          </p:txBody>
        </p:sp>
        <p:sp>
          <p:nvSpPr>
            <p:cNvPr id="14" name="TextBox 46">
              <a:extLst>
                <a:ext uri="{FF2B5EF4-FFF2-40B4-BE49-F238E27FC236}">
                  <a16:creationId xmlns:a16="http://schemas.microsoft.com/office/drawing/2014/main" id="{F732EFE5-C9F6-881B-4A9B-8207B3127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6429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90</a:t>
              </a:r>
              <a:endParaRPr lang="en-SG" sz="2400"/>
            </a:p>
          </p:txBody>
        </p:sp>
        <p:sp>
          <p:nvSpPr>
            <p:cNvPr id="15" name="TextBox 47">
              <a:extLst>
                <a:ext uri="{FF2B5EF4-FFF2-40B4-BE49-F238E27FC236}">
                  <a16:creationId xmlns:a16="http://schemas.microsoft.com/office/drawing/2014/main" id="{0B8E5BBF-0F3C-5094-C97F-2C1A91025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5180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16" name="TextBox 48">
              <a:extLst>
                <a:ext uri="{FF2B5EF4-FFF2-40B4-BE49-F238E27FC236}">
                  <a16:creationId xmlns:a16="http://schemas.microsoft.com/office/drawing/2014/main" id="{70E3CE2D-55C5-43DD-72A2-4F483AB17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7352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17" name="TextBox 49">
              <a:extLst>
                <a:ext uri="{FF2B5EF4-FFF2-40B4-BE49-F238E27FC236}">
                  <a16:creationId xmlns:a16="http://schemas.microsoft.com/office/drawing/2014/main" id="{FB3CD58B-03F4-8277-0462-847789585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9524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18" name="TextBox 50">
              <a:extLst>
                <a:ext uri="{FF2B5EF4-FFF2-40B4-BE49-F238E27FC236}">
                  <a16:creationId xmlns:a16="http://schemas.microsoft.com/office/drawing/2014/main" id="{5475471D-E4D7-AA8C-F826-95847698F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1696" y="2036187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19" name="TextBox 51">
              <a:extLst>
                <a:ext uri="{FF2B5EF4-FFF2-40B4-BE49-F238E27FC236}">
                  <a16:creationId xmlns:a16="http://schemas.microsoft.com/office/drawing/2014/main" id="{2BFFC83A-53C8-31FA-8E06-D54A078C9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3868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20" name="TextBox 52">
              <a:extLst>
                <a:ext uri="{FF2B5EF4-FFF2-40B4-BE49-F238E27FC236}">
                  <a16:creationId xmlns:a16="http://schemas.microsoft.com/office/drawing/2014/main" id="{D378D2B1-846F-4739-7225-4D86BA22B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9913" y="2039165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21" name="TextBox 53">
              <a:extLst>
                <a:ext uri="{FF2B5EF4-FFF2-40B4-BE49-F238E27FC236}">
                  <a16:creationId xmlns:a16="http://schemas.microsoft.com/office/drawing/2014/main" id="{5277A9CC-6846-60D4-1FFC-09363D093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2085" y="2039165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[6]</a:t>
              </a:r>
              <a:endParaRPr lang="en-SG" sz="1400"/>
            </a:p>
          </p:txBody>
        </p:sp>
        <p:sp>
          <p:nvSpPr>
            <p:cNvPr id="22" name="TextBox 54">
              <a:extLst>
                <a:ext uri="{FF2B5EF4-FFF2-40B4-BE49-F238E27FC236}">
                  <a16:creationId xmlns:a16="http://schemas.microsoft.com/office/drawing/2014/main" id="{02A265C9-02E6-DFD4-90AE-C468F0799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4257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[7]</a:t>
              </a:r>
              <a:endParaRPr lang="en-SG" sz="1400"/>
            </a:p>
          </p:txBody>
        </p:sp>
        <p:sp>
          <p:nvSpPr>
            <p:cNvPr id="23" name="TextBox 55">
              <a:extLst>
                <a:ext uri="{FF2B5EF4-FFF2-40B4-BE49-F238E27FC236}">
                  <a16:creationId xmlns:a16="http://schemas.microsoft.com/office/drawing/2014/main" id="{30D1B7E1-3811-90E3-6A75-E480C7BD8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6429" y="2039165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[8]</a:t>
              </a:r>
              <a:endParaRPr lang="en-SG" sz="1400"/>
            </a:p>
          </p:txBody>
        </p:sp>
        <p:sp>
          <p:nvSpPr>
            <p:cNvPr id="24" name="TextBox 56">
              <a:extLst>
                <a:ext uri="{FF2B5EF4-FFF2-40B4-BE49-F238E27FC236}">
                  <a16:creationId xmlns:a16="http://schemas.microsoft.com/office/drawing/2014/main" id="{E01A9BC1-46EE-F79D-DB17-A654E9358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4094" y="2036187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arr</a:t>
              </a:r>
              <a:endParaRPr lang="en-SG" sz="1400"/>
            </a:p>
          </p:txBody>
        </p:sp>
      </p:grpSp>
    </p:spTree>
    <p:extLst>
      <p:ext uri="{BB962C8B-B14F-4D97-AF65-F5344CB8AC3E}">
        <p14:creationId xmlns:p14="http://schemas.microsoft.com/office/powerpoint/2010/main" val="149749864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Binary Search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41867" y="1269999"/>
            <a:ext cx="7924800" cy="4944535"/>
          </a:xfrm>
        </p:spPr>
        <p:txBody>
          <a:bodyPr>
            <a:normAutofit/>
          </a:bodyPr>
          <a:lstStyle/>
          <a:p>
            <a:pPr marL="338138" indent="-338138">
              <a:lnSpc>
                <a:spcPct val="90000"/>
              </a:lnSpc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>
                <a:solidFill>
                  <a:srgbClr val="C00000"/>
                </a:solidFill>
              </a:rPr>
              <a:t>The Binary Search algorithm</a:t>
            </a:r>
          </a:p>
          <a:p>
            <a:pPr marL="795338" lvl="1" indent="-352425">
              <a:spcBef>
                <a:spcPts val="1200"/>
              </a:spcBef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/>
              <a:t>Look for the key in the </a:t>
            </a:r>
            <a:r>
              <a:rPr lang="en-US" sz="2400" u="sng">
                <a:solidFill>
                  <a:srgbClr val="C00000"/>
                </a:solidFill>
              </a:rPr>
              <a:t>middle</a:t>
            </a:r>
            <a:r>
              <a:rPr lang="en-US" sz="2400"/>
              <a:t> position of the list.  Either of the following 2 cases happens:</a:t>
            </a:r>
          </a:p>
          <a:p>
            <a:pPr marL="1252538" lvl="2" indent="-388938">
              <a:spcBef>
                <a:spcPts val="12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rgbClr val="0000FF"/>
                </a:solidFill>
              </a:rPr>
              <a:t>If the key is smaller than the middle element, “discard” the right half of the list and repeat the process.</a:t>
            </a:r>
          </a:p>
          <a:p>
            <a:pPr marL="1252538" lvl="2" indent="-388938">
              <a:spcBef>
                <a:spcPts val="12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rgbClr val="7030A0"/>
                </a:solidFill>
              </a:rPr>
              <a:t>If the key is greater than the middle element, “discard” the left half of the list and repeat the process.</a:t>
            </a:r>
          </a:p>
          <a:p>
            <a:pPr marL="795338" lvl="1" indent="-419100">
              <a:spcBef>
                <a:spcPts val="1200"/>
              </a:spcBef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/>
              <a:t>Terminating condition: when the key is found, or when all elements have been “discarded”.</a:t>
            </a: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ECED20-E167-EE36-63DB-CFD261D1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168D68-D60D-EEBB-DE96-1A5EB4BE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37350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Binary Search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41867" y="1270000"/>
            <a:ext cx="7924800" cy="541867"/>
          </a:xfrm>
        </p:spPr>
        <p:txBody>
          <a:bodyPr>
            <a:normAutofit/>
          </a:bodyPr>
          <a:lstStyle/>
          <a:p>
            <a:pPr marL="338138" indent="-338138">
              <a:lnSpc>
                <a:spcPct val="90000"/>
              </a:lnSpc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Example: Search key = 23</a:t>
            </a:r>
            <a:endParaRPr lang="en-US" sz="2400" dirty="0"/>
          </a:p>
        </p:txBody>
      </p:sp>
      <p:grpSp>
        <p:nvGrpSpPr>
          <p:cNvPr id="9" name="Group 57"/>
          <p:cNvGrpSpPr>
            <a:grpSpLocks/>
          </p:cNvGrpSpPr>
          <p:nvPr/>
        </p:nvGrpSpPr>
        <p:grpSpPr bwMode="auto">
          <a:xfrm>
            <a:off x="1374775" y="2036763"/>
            <a:ext cx="6473825" cy="769937"/>
            <a:chOff x="1374094" y="2036187"/>
            <a:chExt cx="6474507" cy="770931"/>
          </a:xfrm>
        </p:grpSpPr>
        <p:sp>
          <p:nvSpPr>
            <p:cNvPr id="10" name="TextBox 38"/>
            <p:cNvSpPr txBox="1">
              <a:spLocks noChangeArrowheads="1"/>
            </p:cNvSpPr>
            <p:nvPr/>
          </p:nvSpPr>
          <p:spPr bwMode="auto">
            <a:xfrm>
              <a:off x="1715180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5</a:t>
              </a:r>
              <a:endParaRPr lang="en-SG" sz="2400"/>
            </a:p>
          </p:txBody>
        </p:sp>
        <p:sp>
          <p:nvSpPr>
            <p:cNvPr id="11" name="TextBox 39"/>
            <p:cNvSpPr txBox="1">
              <a:spLocks noChangeArrowheads="1"/>
            </p:cNvSpPr>
            <p:nvPr/>
          </p:nvSpPr>
          <p:spPr bwMode="auto">
            <a:xfrm>
              <a:off x="2397352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12</a:t>
              </a:r>
              <a:endParaRPr lang="en-SG" sz="2400"/>
            </a:p>
          </p:txBody>
        </p:sp>
        <p:sp>
          <p:nvSpPr>
            <p:cNvPr id="13" name="TextBox 40"/>
            <p:cNvSpPr txBox="1">
              <a:spLocks noChangeArrowheads="1"/>
            </p:cNvSpPr>
            <p:nvPr/>
          </p:nvSpPr>
          <p:spPr bwMode="auto">
            <a:xfrm>
              <a:off x="3079524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17</a:t>
              </a:r>
              <a:endParaRPr lang="en-SG" sz="2400"/>
            </a:p>
          </p:txBody>
        </p:sp>
        <p:sp>
          <p:nvSpPr>
            <p:cNvPr id="14" name="TextBox 41"/>
            <p:cNvSpPr txBox="1">
              <a:spLocks noChangeArrowheads="1"/>
            </p:cNvSpPr>
            <p:nvPr/>
          </p:nvSpPr>
          <p:spPr bwMode="auto">
            <a:xfrm>
              <a:off x="3761696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23</a:t>
              </a:r>
              <a:endParaRPr lang="en-SG" sz="2400"/>
            </a:p>
          </p:txBody>
        </p:sp>
        <p:sp>
          <p:nvSpPr>
            <p:cNvPr id="15" name="TextBox 42"/>
            <p:cNvSpPr txBox="1">
              <a:spLocks noChangeArrowheads="1"/>
            </p:cNvSpPr>
            <p:nvPr/>
          </p:nvSpPr>
          <p:spPr bwMode="auto">
            <a:xfrm>
              <a:off x="4443868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38</a:t>
              </a:r>
              <a:endParaRPr lang="en-SG" sz="2400"/>
            </a:p>
          </p:txBody>
        </p:sp>
        <p:sp>
          <p:nvSpPr>
            <p:cNvPr id="16" name="TextBox 43"/>
            <p:cNvSpPr txBox="1">
              <a:spLocks noChangeArrowheads="1"/>
            </p:cNvSpPr>
            <p:nvPr/>
          </p:nvSpPr>
          <p:spPr bwMode="auto">
            <a:xfrm>
              <a:off x="5126040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44</a:t>
              </a:r>
              <a:endParaRPr lang="en-SG" sz="2400"/>
            </a:p>
          </p:txBody>
        </p:sp>
        <p:sp>
          <p:nvSpPr>
            <p:cNvPr id="17" name="TextBox 44"/>
            <p:cNvSpPr txBox="1">
              <a:spLocks noChangeArrowheads="1"/>
            </p:cNvSpPr>
            <p:nvPr/>
          </p:nvSpPr>
          <p:spPr bwMode="auto">
            <a:xfrm>
              <a:off x="5808212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77</a:t>
              </a:r>
              <a:endParaRPr lang="en-SG" sz="2400"/>
            </a:p>
          </p:txBody>
        </p:sp>
        <p:sp>
          <p:nvSpPr>
            <p:cNvPr id="18" name="TextBox 45"/>
            <p:cNvSpPr txBox="1">
              <a:spLocks noChangeArrowheads="1"/>
            </p:cNvSpPr>
            <p:nvPr/>
          </p:nvSpPr>
          <p:spPr bwMode="auto">
            <a:xfrm>
              <a:off x="6490384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84</a:t>
              </a:r>
              <a:endParaRPr lang="en-SG" sz="2400"/>
            </a:p>
          </p:txBody>
        </p:sp>
        <p:sp>
          <p:nvSpPr>
            <p:cNvPr id="19" name="TextBox 46"/>
            <p:cNvSpPr txBox="1">
              <a:spLocks noChangeArrowheads="1"/>
            </p:cNvSpPr>
            <p:nvPr/>
          </p:nvSpPr>
          <p:spPr bwMode="auto">
            <a:xfrm>
              <a:off x="7166429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90</a:t>
              </a:r>
              <a:endParaRPr lang="en-SG" sz="2400"/>
            </a:p>
          </p:txBody>
        </p:sp>
        <p:sp>
          <p:nvSpPr>
            <p:cNvPr id="20" name="TextBox 47"/>
            <p:cNvSpPr txBox="1">
              <a:spLocks noChangeArrowheads="1"/>
            </p:cNvSpPr>
            <p:nvPr/>
          </p:nvSpPr>
          <p:spPr bwMode="auto">
            <a:xfrm>
              <a:off x="1715180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21" name="TextBox 48"/>
            <p:cNvSpPr txBox="1">
              <a:spLocks noChangeArrowheads="1"/>
            </p:cNvSpPr>
            <p:nvPr/>
          </p:nvSpPr>
          <p:spPr bwMode="auto">
            <a:xfrm>
              <a:off x="2397352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22" name="TextBox 49"/>
            <p:cNvSpPr txBox="1">
              <a:spLocks noChangeArrowheads="1"/>
            </p:cNvSpPr>
            <p:nvPr/>
          </p:nvSpPr>
          <p:spPr bwMode="auto">
            <a:xfrm>
              <a:off x="3079524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23" name="TextBox 50"/>
            <p:cNvSpPr txBox="1">
              <a:spLocks noChangeArrowheads="1"/>
            </p:cNvSpPr>
            <p:nvPr/>
          </p:nvSpPr>
          <p:spPr bwMode="auto">
            <a:xfrm>
              <a:off x="3761696" y="2036187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24" name="TextBox 51"/>
            <p:cNvSpPr txBox="1">
              <a:spLocks noChangeArrowheads="1"/>
            </p:cNvSpPr>
            <p:nvPr/>
          </p:nvSpPr>
          <p:spPr bwMode="auto">
            <a:xfrm>
              <a:off x="4443868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25" name="TextBox 52"/>
            <p:cNvSpPr txBox="1">
              <a:spLocks noChangeArrowheads="1"/>
            </p:cNvSpPr>
            <p:nvPr/>
          </p:nvSpPr>
          <p:spPr bwMode="auto">
            <a:xfrm>
              <a:off x="5119913" y="2039165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26" name="TextBox 53"/>
            <p:cNvSpPr txBox="1">
              <a:spLocks noChangeArrowheads="1"/>
            </p:cNvSpPr>
            <p:nvPr/>
          </p:nvSpPr>
          <p:spPr bwMode="auto">
            <a:xfrm>
              <a:off x="5802085" y="2039165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[6]</a:t>
              </a:r>
              <a:endParaRPr lang="en-SG" sz="1400"/>
            </a:p>
          </p:txBody>
        </p:sp>
        <p:sp>
          <p:nvSpPr>
            <p:cNvPr id="27" name="TextBox 54"/>
            <p:cNvSpPr txBox="1">
              <a:spLocks noChangeArrowheads="1"/>
            </p:cNvSpPr>
            <p:nvPr/>
          </p:nvSpPr>
          <p:spPr bwMode="auto">
            <a:xfrm>
              <a:off x="6484257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[7]</a:t>
              </a:r>
              <a:endParaRPr lang="en-SG" sz="1400"/>
            </a:p>
          </p:txBody>
        </p:sp>
        <p:sp>
          <p:nvSpPr>
            <p:cNvPr id="28" name="TextBox 55"/>
            <p:cNvSpPr txBox="1">
              <a:spLocks noChangeArrowheads="1"/>
            </p:cNvSpPr>
            <p:nvPr/>
          </p:nvSpPr>
          <p:spPr bwMode="auto">
            <a:xfrm>
              <a:off x="7166429" y="2039165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[8]</a:t>
              </a:r>
              <a:endParaRPr lang="en-SG" sz="1400"/>
            </a:p>
          </p:txBody>
        </p:sp>
        <p:sp>
          <p:nvSpPr>
            <p:cNvPr id="29" name="TextBox 56"/>
            <p:cNvSpPr txBox="1">
              <a:spLocks noChangeArrowheads="1"/>
            </p:cNvSpPr>
            <p:nvPr/>
          </p:nvSpPr>
          <p:spPr bwMode="auto">
            <a:xfrm>
              <a:off x="1374094" y="2036187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arr</a:t>
              </a:r>
              <a:endParaRPr lang="en-SG" sz="1400"/>
            </a:p>
          </p:txBody>
        </p:sp>
      </p:grp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03225" y="3945880"/>
            <a:ext cx="54054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/>
              <a:t>1. start = </a:t>
            </a:r>
            <a:r>
              <a:rPr lang="en-US" sz="2400" dirty="0">
                <a:solidFill>
                  <a:srgbClr val="006600"/>
                </a:solidFill>
              </a:rPr>
              <a:t>0</a:t>
            </a:r>
            <a:r>
              <a:rPr lang="en-US" sz="2400" dirty="0"/>
              <a:t>, end = </a:t>
            </a:r>
            <a:r>
              <a:rPr lang="en-US" sz="2400" dirty="0">
                <a:solidFill>
                  <a:srgbClr val="0000FF"/>
                </a:solidFill>
              </a:rPr>
              <a:t>8</a:t>
            </a:r>
            <a:r>
              <a:rPr lang="en-US" sz="2400" dirty="0"/>
              <a:t>, mid = (0+8)/2 = </a:t>
            </a:r>
            <a:r>
              <a:rPr lang="en-US" sz="2400" dirty="0">
                <a:solidFill>
                  <a:srgbClr val="C00000"/>
                </a:solidFill>
              </a:rPr>
              <a:t>4</a:t>
            </a:r>
            <a:endParaRPr lang="en-SG" sz="2400" dirty="0">
              <a:solidFill>
                <a:srgbClr val="C00000"/>
              </a:solidFill>
            </a:endParaRPr>
          </a:p>
        </p:txBody>
      </p:sp>
      <p:cxnSp>
        <p:nvCxnSpPr>
          <p:cNvPr id="31" name="Straight Arrow Connector 30"/>
          <p:cNvCxnSpPr>
            <a:cxnSpLocks noChangeShapeType="1"/>
          </p:cNvCxnSpPr>
          <p:nvPr/>
        </p:nvCxnSpPr>
        <p:spPr bwMode="auto">
          <a:xfrm rot="5400000" flipH="1" flipV="1">
            <a:off x="4366419" y="3232944"/>
            <a:ext cx="850900" cy="1588"/>
          </a:xfrm>
          <a:prstGeom prst="straightConnector1">
            <a:avLst/>
          </a:prstGeom>
          <a:noFill/>
          <a:ln w="15875" cap="sq" algn="ctr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2" name="Group 67"/>
          <p:cNvGrpSpPr>
            <a:grpSpLocks/>
          </p:cNvGrpSpPr>
          <p:nvPr/>
        </p:nvGrpSpPr>
        <p:grpSpPr bwMode="auto">
          <a:xfrm>
            <a:off x="4443413" y="2344738"/>
            <a:ext cx="3405187" cy="461962"/>
            <a:chOff x="4443868" y="2343964"/>
            <a:chExt cx="3404733" cy="463154"/>
          </a:xfrm>
        </p:grpSpPr>
        <p:cxnSp>
          <p:nvCxnSpPr>
            <p:cNvPr id="33" name="Straight Connector 63"/>
            <p:cNvCxnSpPr>
              <a:cxnSpLocks noChangeShapeType="1"/>
            </p:cNvCxnSpPr>
            <p:nvPr/>
          </p:nvCxnSpPr>
          <p:spPr bwMode="auto">
            <a:xfrm>
              <a:off x="4443868" y="2343964"/>
              <a:ext cx="3404733" cy="463154"/>
            </a:xfrm>
            <a:prstGeom prst="line">
              <a:avLst/>
            </a:prstGeom>
            <a:noFill/>
            <a:ln w="28575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Straight Connector 64"/>
            <p:cNvCxnSpPr>
              <a:cxnSpLocks noChangeShapeType="1"/>
            </p:cNvCxnSpPr>
            <p:nvPr/>
          </p:nvCxnSpPr>
          <p:spPr bwMode="auto">
            <a:xfrm flipV="1">
              <a:off x="4443868" y="2346942"/>
              <a:ext cx="3404733" cy="460176"/>
            </a:xfrm>
            <a:prstGeom prst="line">
              <a:avLst/>
            </a:prstGeom>
            <a:noFill/>
            <a:ln w="28575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398463" y="4447232"/>
            <a:ext cx="57448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/>
              <a:t>2. start = </a:t>
            </a:r>
            <a:r>
              <a:rPr lang="en-US" sz="2400" dirty="0">
                <a:solidFill>
                  <a:srgbClr val="006600"/>
                </a:solidFill>
              </a:rPr>
              <a:t>0</a:t>
            </a:r>
            <a:r>
              <a:rPr lang="en-US" sz="2400" dirty="0"/>
              <a:t>, end = </a:t>
            </a:r>
            <a:r>
              <a:rPr lang="en-US" sz="2400" dirty="0">
                <a:solidFill>
                  <a:srgbClr val="0000FF"/>
                </a:solidFill>
              </a:rPr>
              <a:t>3</a:t>
            </a:r>
            <a:r>
              <a:rPr lang="en-US" sz="2400" dirty="0"/>
              <a:t>, mid = (0+3)/2 = </a:t>
            </a:r>
            <a:r>
              <a:rPr lang="en-US" sz="2400" dirty="0">
                <a:solidFill>
                  <a:srgbClr val="C00000"/>
                </a:solidFill>
              </a:rPr>
              <a:t>1</a:t>
            </a:r>
            <a:endParaRPr lang="en-SG" sz="2400" dirty="0">
              <a:solidFill>
                <a:srgbClr val="C00000"/>
              </a:solidFill>
            </a:endParaRPr>
          </a:p>
        </p:txBody>
      </p:sp>
      <p:cxnSp>
        <p:nvCxnSpPr>
          <p:cNvPr id="36" name="Straight Arrow Connector 35"/>
          <p:cNvCxnSpPr>
            <a:cxnSpLocks noChangeShapeType="1"/>
          </p:cNvCxnSpPr>
          <p:nvPr/>
        </p:nvCxnSpPr>
        <p:spPr bwMode="auto">
          <a:xfrm rot="5400000" flipH="1" flipV="1">
            <a:off x="2336007" y="3232944"/>
            <a:ext cx="850900" cy="1587"/>
          </a:xfrm>
          <a:prstGeom prst="straightConnector1">
            <a:avLst/>
          </a:prstGeom>
          <a:noFill/>
          <a:ln w="15875" cap="sq" algn="ctr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7" name="Group 70"/>
          <p:cNvGrpSpPr>
            <a:grpSpLocks/>
          </p:cNvGrpSpPr>
          <p:nvPr/>
        </p:nvGrpSpPr>
        <p:grpSpPr bwMode="auto">
          <a:xfrm>
            <a:off x="1720850" y="2344738"/>
            <a:ext cx="1358900" cy="463550"/>
            <a:chOff x="4443868" y="2343964"/>
            <a:chExt cx="3404733" cy="463154"/>
          </a:xfrm>
        </p:grpSpPr>
        <p:cxnSp>
          <p:nvCxnSpPr>
            <p:cNvPr id="38" name="Straight Connector 71"/>
            <p:cNvCxnSpPr>
              <a:cxnSpLocks noChangeShapeType="1"/>
            </p:cNvCxnSpPr>
            <p:nvPr/>
          </p:nvCxnSpPr>
          <p:spPr bwMode="auto">
            <a:xfrm>
              <a:off x="4443868" y="2343964"/>
              <a:ext cx="3404733" cy="463154"/>
            </a:xfrm>
            <a:prstGeom prst="line">
              <a:avLst/>
            </a:prstGeom>
            <a:noFill/>
            <a:ln w="28575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Straight Connector 72"/>
            <p:cNvCxnSpPr>
              <a:cxnSpLocks noChangeShapeType="1"/>
            </p:cNvCxnSpPr>
            <p:nvPr/>
          </p:nvCxnSpPr>
          <p:spPr bwMode="auto">
            <a:xfrm flipV="1">
              <a:off x="4443868" y="2346942"/>
              <a:ext cx="3404733" cy="460176"/>
            </a:xfrm>
            <a:prstGeom prst="line">
              <a:avLst/>
            </a:prstGeom>
            <a:noFill/>
            <a:ln w="28575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225" y="4932546"/>
            <a:ext cx="5747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/>
              <a:t>3. start = </a:t>
            </a:r>
            <a:r>
              <a:rPr lang="en-US" sz="2400" dirty="0">
                <a:solidFill>
                  <a:srgbClr val="006600"/>
                </a:solidFill>
              </a:rPr>
              <a:t>2</a:t>
            </a:r>
            <a:r>
              <a:rPr lang="en-US" sz="2400" dirty="0"/>
              <a:t>, end = </a:t>
            </a:r>
            <a:r>
              <a:rPr lang="en-US" sz="2400" dirty="0">
                <a:solidFill>
                  <a:srgbClr val="0000FF"/>
                </a:solidFill>
              </a:rPr>
              <a:t>3</a:t>
            </a:r>
            <a:r>
              <a:rPr lang="en-US" sz="2400" dirty="0"/>
              <a:t>, mid = (2+3)/2 = </a:t>
            </a:r>
            <a:r>
              <a:rPr lang="en-US" sz="2400" dirty="0">
                <a:solidFill>
                  <a:srgbClr val="C00000"/>
                </a:solidFill>
              </a:rPr>
              <a:t>2</a:t>
            </a:r>
            <a:endParaRPr lang="en-SG" sz="2400" dirty="0">
              <a:solidFill>
                <a:srgbClr val="C00000"/>
              </a:solidFill>
            </a:endParaRPr>
          </a:p>
        </p:txBody>
      </p:sp>
      <p:cxnSp>
        <p:nvCxnSpPr>
          <p:cNvPr id="41" name="Straight Arrow Connector 40"/>
          <p:cNvCxnSpPr>
            <a:cxnSpLocks noChangeShapeType="1"/>
          </p:cNvCxnSpPr>
          <p:nvPr/>
        </p:nvCxnSpPr>
        <p:spPr bwMode="auto">
          <a:xfrm rot="5400000" flipH="1" flipV="1">
            <a:off x="3067844" y="3232944"/>
            <a:ext cx="850900" cy="1588"/>
          </a:xfrm>
          <a:prstGeom prst="straightConnector1">
            <a:avLst/>
          </a:prstGeom>
          <a:noFill/>
          <a:ln w="15875" cap="sq" algn="ctr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2" name="Group 75"/>
          <p:cNvGrpSpPr>
            <a:grpSpLocks/>
          </p:cNvGrpSpPr>
          <p:nvPr/>
        </p:nvGrpSpPr>
        <p:grpSpPr bwMode="auto">
          <a:xfrm>
            <a:off x="3079750" y="2346325"/>
            <a:ext cx="676275" cy="465138"/>
            <a:chOff x="4443868" y="2343964"/>
            <a:chExt cx="3404733" cy="463154"/>
          </a:xfrm>
        </p:grpSpPr>
        <p:cxnSp>
          <p:nvCxnSpPr>
            <p:cNvPr id="43" name="Straight Connector 76"/>
            <p:cNvCxnSpPr>
              <a:cxnSpLocks noChangeShapeType="1"/>
            </p:cNvCxnSpPr>
            <p:nvPr/>
          </p:nvCxnSpPr>
          <p:spPr bwMode="auto">
            <a:xfrm>
              <a:off x="4443868" y="2343964"/>
              <a:ext cx="3404733" cy="463154"/>
            </a:xfrm>
            <a:prstGeom prst="line">
              <a:avLst/>
            </a:prstGeom>
            <a:noFill/>
            <a:ln w="28575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Straight Connector 77"/>
            <p:cNvCxnSpPr>
              <a:cxnSpLocks noChangeShapeType="1"/>
            </p:cNvCxnSpPr>
            <p:nvPr/>
          </p:nvCxnSpPr>
          <p:spPr bwMode="auto">
            <a:xfrm flipV="1">
              <a:off x="4443868" y="2346942"/>
              <a:ext cx="3404733" cy="460176"/>
            </a:xfrm>
            <a:prstGeom prst="line">
              <a:avLst/>
            </a:prstGeom>
            <a:noFill/>
            <a:ln w="28575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398463" y="5440065"/>
            <a:ext cx="541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/>
              <a:t>4. start = </a:t>
            </a:r>
            <a:r>
              <a:rPr lang="en-US" sz="2400" dirty="0">
                <a:solidFill>
                  <a:srgbClr val="006600"/>
                </a:solidFill>
              </a:rPr>
              <a:t>3</a:t>
            </a:r>
            <a:r>
              <a:rPr lang="en-US" sz="2400" dirty="0"/>
              <a:t>, end = </a:t>
            </a:r>
            <a:r>
              <a:rPr lang="en-US" sz="2400" dirty="0">
                <a:solidFill>
                  <a:srgbClr val="0000FF"/>
                </a:solidFill>
              </a:rPr>
              <a:t>3</a:t>
            </a:r>
            <a:r>
              <a:rPr lang="en-US" sz="2400" dirty="0"/>
              <a:t>, mid = (3+3)/2 = </a:t>
            </a:r>
            <a:r>
              <a:rPr lang="en-US" sz="2400" dirty="0">
                <a:solidFill>
                  <a:srgbClr val="C00000"/>
                </a:solidFill>
              </a:rPr>
              <a:t>3</a:t>
            </a:r>
            <a:endParaRPr lang="en-SG" sz="2400" dirty="0">
              <a:solidFill>
                <a:srgbClr val="C00000"/>
              </a:solidFill>
            </a:endParaRPr>
          </a:p>
        </p:txBody>
      </p:sp>
      <p:cxnSp>
        <p:nvCxnSpPr>
          <p:cNvPr id="46" name="Straight Arrow Connector 45"/>
          <p:cNvCxnSpPr>
            <a:cxnSpLocks noChangeShapeType="1"/>
          </p:cNvCxnSpPr>
          <p:nvPr/>
        </p:nvCxnSpPr>
        <p:spPr bwMode="auto">
          <a:xfrm rot="5400000" flipH="1" flipV="1">
            <a:off x="3689350" y="3230563"/>
            <a:ext cx="849313" cy="1587"/>
          </a:xfrm>
          <a:prstGeom prst="straightConnector1">
            <a:avLst/>
          </a:prstGeom>
          <a:noFill/>
          <a:ln w="15875" cap="sq" algn="ctr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6176338" y="2880250"/>
            <a:ext cx="199257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200">
                <a:solidFill>
                  <a:srgbClr val="0000FF"/>
                </a:solidFill>
              </a:rPr>
              <a:t>Found!</a:t>
            </a:r>
          </a:p>
          <a:p>
            <a:pPr eaLnBrk="1" hangingPunct="1"/>
            <a:r>
              <a:rPr lang="en-US" sz="3200">
                <a:solidFill>
                  <a:srgbClr val="C00000"/>
                </a:solidFill>
              </a:rPr>
              <a:t>Return 3</a:t>
            </a:r>
            <a:endParaRPr lang="en-SG" sz="320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08663" y="3945682"/>
            <a:ext cx="2548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7030A0"/>
                </a:solidFill>
              </a:rPr>
              <a:t>arr[4] = 38 &gt; 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2299" y="4423311"/>
            <a:ext cx="2548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7030A0"/>
                </a:solidFill>
              </a:rPr>
              <a:t>arr</a:t>
            </a:r>
            <a:r>
              <a:rPr lang="en-US" sz="2400" dirty="0">
                <a:solidFill>
                  <a:srgbClr val="7030A0"/>
                </a:solidFill>
              </a:rPr>
              <a:t>[1] = 12 &lt; 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2299" y="4924662"/>
            <a:ext cx="2548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7030A0"/>
                </a:solidFill>
              </a:rPr>
              <a:t>arr</a:t>
            </a:r>
            <a:r>
              <a:rPr lang="en-US" sz="2400" dirty="0">
                <a:solidFill>
                  <a:srgbClr val="7030A0"/>
                </a:solidFill>
              </a:rPr>
              <a:t>[2] = 17 &lt; 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2299" y="5415274"/>
            <a:ext cx="2548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7030A0"/>
                </a:solidFill>
              </a:rPr>
              <a:t>arr</a:t>
            </a:r>
            <a:r>
              <a:rPr lang="en-US" sz="2400" dirty="0">
                <a:solidFill>
                  <a:srgbClr val="7030A0"/>
                </a:solidFill>
              </a:rPr>
              <a:t>[3] = 23 == 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A68054-0376-A8CE-37F5-837FC73A6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12BDD-504E-8DB4-18DD-FB6C8BB5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1952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5" grpId="0"/>
      <p:bldP spid="40" grpId="0"/>
      <p:bldP spid="45" grpId="0"/>
      <p:bldP spid="2" grpId="0"/>
      <p:bldP spid="48" grpId="0"/>
      <p:bldP spid="49" grpId="0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Binary Search 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41866" y="1269999"/>
            <a:ext cx="8373534" cy="5249334"/>
          </a:xfrm>
        </p:spPr>
        <p:txBody>
          <a:bodyPr>
            <a:normAutofit/>
          </a:bodyPr>
          <a:lstStyle/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 binary search, each step eliminates the problem size (array size) </a:t>
            </a:r>
            <a:r>
              <a:rPr lang="en-US" dirty="0">
                <a:solidFill>
                  <a:srgbClr val="0000FF"/>
                </a:solidFill>
              </a:rPr>
              <a:t>by half</a:t>
            </a:r>
            <a:r>
              <a:rPr lang="en-US" dirty="0"/>
              <a:t>!</a:t>
            </a:r>
          </a:p>
          <a:p>
            <a:pPr marL="744538" lvl="1" indent="-287338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problem size gets reduced to 1 </a:t>
            </a:r>
            <a:r>
              <a:rPr lang="en-US" u="sng" dirty="0"/>
              <a:t>very quickly</a:t>
            </a:r>
            <a:r>
              <a:rPr lang="en-US" dirty="0"/>
              <a:t>! </a:t>
            </a:r>
          </a:p>
          <a:p>
            <a:pPr marL="744538" lvl="1" indent="-287338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Such strategy, a special case of divide-and-conquer paradigm, can be naturally implemented using recursion.</a:t>
            </a:r>
          </a:p>
          <a:p>
            <a:pPr marL="0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33F5DE-DFC2-8E95-3F53-2D396CD8D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D60852-D0A1-DFF3-6356-9CAF8A0D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9404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3A6EBE4B-20E6-4977-AF10-B1F0AA338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6" y="1269999"/>
            <a:ext cx="8373534" cy="5249334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/>
          </a:p>
          <a:p>
            <a:pPr marL="0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/>
          </a:p>
          <a:p>
            <a:pPr marL="0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/>
          </a:p>
          <a:p>
            <a:pPr marL="0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/>
          </a:p>
          <a:p>
            <a:pPr marL="0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/>
          </a:p>
          <a:p>
            <a:pPr marL="0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/>
          </a:p>
          <a:p>
            <a:pPr marL="0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/>
          </a:p>
          <a:p>
            <a:pPr marL="0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sz="600" dirty="0"/>
          </a:p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Usage: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Binary Search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723900" y="1314450"/>
            <a:ext cx="7125556" cy="35394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search(</a:t>
            </a:r>
            <a:r>
              <a:rPr lang="en-SG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long 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list[],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16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j,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q) {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if 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SG" sz="16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&gt; j) {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long 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mid = (</a:t>
            </a:r>
            <a:r>
              <a:rPr lang="en-SG" sz="16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i+j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)/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(list[mid] == q) {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mid;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} </a:t>
            </a:r>
          </a:p>
          <a:p>
            <a:pPr eaLnBrk="1" hangingPunct="1"/>
            <a:endParaRPr lang="en-SG" sz="16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(list[mid] &gt; q) {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search(list, </a:t>
            </a:r>
            <a:r>
              <a:rPr lang="en-SG" sz="16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mid-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q);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} 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search(list, mid+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j, q);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E82FB-366E-4D1A-B0E9-CEB0E601E188}"/>
              </a:ext>
            </a:extLst>
          </p:cNvPr>
          <p:cNvSpPr txBox="1"/>
          <p:nvPr/>
        </p:nvSpPr>
        <p:spPr bwMode="auto">
          <a:xfrm>
            <a:off x="723900" y="5679040"/>
            <a:ext cx="3207796" cy="3385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search(list,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 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 q);</a:t>
            </a:r>
            <a:endParaRPr lang="en-SG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9B554-6D17-4828-856D-FFE48A94B901}"/>
              </a:ext>
            </a:extLst>
          </p:cNvPr>
          <p:cNvSpPr txBox="1"/>
          <p:nvPr/>
        </p:nvSpPr>
        <p:spPr>
          <a:xfrm>
            <a:off x="5957892" y="1813019"/>
            <a:ext cx="2362592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and j indicate start and end of the array.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17C962-7F70-6C46-B05F-EB5DC1EF6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D1718E-ADA0-94B4-30B4-C46F5A9A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67309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Binary Search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723900" y="1314454"/>
            <a:ext cx="7135830" cy="47705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search(</a:t>
            </a:r>
            <a:r>
              <a:rPr lang="en-SG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long 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list[],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16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j,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q) {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if 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SG" sz="16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&gt; j) {</a:t>
            </a:r>
          </a:p>
          <a:p>
            <a:pPr eaLnBrk="1" hangingPunct="1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{ q is not in list[0]..list[n-1] }</a:t>
            </a:r>
            <a:endParaRPr lang="en-SG" sz="16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long 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mid = (</a:t>
            </a:r>
            <a:r>
              <a:rPr lang="en-SG" sz="16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i+j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)/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(list[mid] == q) {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mid;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} </a:t>
            </a:r>
          </a:p>
          <a:p>
            <a:pPr eaLnBrk="1" hangingPunct="1"/>
            <a:endParaRPr lang="en-SG" sz="16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(list[mid] &gt; q) {</a:t>
            </a:r>
          </a:p>
          <a:p>
            <a:pPr eaLnBrk="1" hangingPunct="1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{ q is not in list[0]..list[i-1] and </a:t>
            </a:r>
            <a:b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    list[mid]..list[n-1] }</a:t>
            </a:r>
            <a:endParaRPr lang="en-SG" sz="16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search(list, </a:t>
            </a:r>
            <a:r>
              <a:rPr lang="en-SG" sz="16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mid-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q);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} </a:t>
            </a:r>
          </a:p>
          <a:p>
            <a:pPr eaLnBrk="1" hangingPunct="1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{ q is not in list[0]..list[mid] and </a:t>
            </a:r>
            <a:b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  list[j]..list[n-1] }</a:t>
            </a:r>
            <a:endParaRPr lang="en-SG" sz="16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search(list, mid+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j, q);</a:t>
            </a:r>
          </a:p>
          <a:p>
            <a:pPr eaLnBrk="1" hangingPunct="1"/>
            <a:r>
              <a:rPr lang="en-SG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D8E94-AD96-40FF-AC7C-4DCD422E79E4}"/>
              </a:ext>
            </a:extLst>
          </p:cNvPr>
          <p:cNvSpPr txBox="1"/>
          <p:nvPr/>
        </p:nvSpPr>
        <p:spPr>
          <a:xfrm>
            <a:off x="5937953" y="2648592"/>
            <a:ext cx="248214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correctness of the code can be verified by the assertions.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9210A5-3E96-DB28-F7A7-CA6E766A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EADDC8-09C0-3BD4-F400-ACC285B1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1217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Binary Search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41866" y="1269999"/>
            <a:ext cx="8297333" cy="711201"/>
          </a:xfrm>
        </p:spPr>
        <p:txBody>
          <a:bodyPr>
            <a:normAutofit/>
          </a:bodyPr>
          <a:lstStyle/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Worst-case analysis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922732"/>
              </p:ext>
            </p:extLst>
          </p:nvPr>
        </p:nvGraphicFramePr>
        <p:xfrm>
          <a:off x="970679" y="1781142"/>
          <a:ext cx="6653212" cy="3017520"/>
        </p:xfrm>
        <a:graphic>
          <a:graphicData uri="http://schemas.openxmlformats.org/drawingml/2006/table">
            <a:tbl>
              <a:tblPr/>
              <a:tblGrid>
                <a:gridCol w="1725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Array size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endParaRPr kumimoji="0" lang="en-SG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Linear Search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 comparisons)</a:t>
                      </a:r>
                      <a:endParaRPr kumimoji="0" lang="en-SG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Binary search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SG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  <a:endParaRPr kumimoji="0" lang="en-SG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  <a:endParaRPr kumimoji="0" lang="en-SG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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SG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1,000</a:t>
                      </a:r>
                      <a:endParaRPr kumimoji="0" lang="en-SG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1,000</a:t>
                      </a:r>
                      <a:endParaRPr kumimoji="0" lang="en-SG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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endParaRPr kumimoji="0" lang="en-SG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10,000</a:t>
                      </a:r>
                      <a:endParaRPr kumimoji="0" lang="en-SG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10,000</a:t>
                      </a:r>
                      <a:endParaRPr kumimoji="0" lang="en-SG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14</a:t>
                      </a:r>
                      <a:endParaRPr kumimoji="0" lang="en-SG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100,000</a:t>
                      </a:r>
                      <a:endParaRPr kumimoji="0" lang="en-SG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100,000</a:t>
                      </a:r>
                      <a:endParaRPr kumimoji="0" lang="en-SG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17</a:t>
                      </a:r>
                      <a:endParaRPr kumimoji="0" lang="en-SG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1,000,000</a:t>
                      </a:r>
                      <a:endParaRPr kumimoji="0" lang="en-SG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1,000,000</a:t>
                      </a:r>
                      <a:endParaRPr kumimoji="0" lang="en-SG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20</a:t>
                      </a:r>
                      <a:endParaRPr kumimoji="0" lang="en-SG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  <a:endParaRPr kumimoji="0" lang="en-SG" sz="2000" b="0" i="0" u="none" strike="noStrike" cap="none" normalizeH="0" baseline="30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  <a:endParaRPr kumimoji="0" lang="en-SG" sz="2000" b="0" i="0" u="none" strike="noStrike" cap="none" normalizeH="0" baseline="30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30</a:t>
                      </a:r>
                      <a:endParaRPr kumimoji="0" lang="en-SG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49E81A1-CFA6-4FAD-A8E4-DAB1EBE5A5FC}"/>
              </a:ext>
            </a:extLst>
          </p:cNvPr>
          <p:cNvSpPr txBox="1"/>
          <p:nvPr/>
        </p:nvSpPr>
        <p:spPr>
          <a:xfrm>
            <a:off x="3976487" y="5218669"/>
            <a:ext cx="191060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O(n) vs O(log n)!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28A759-E944-E1B6-9C54-745E008A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0AED24-FAB7-2A68-8635-C2E1BA8D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32795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Problem Solving with Searching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41866" y="1269999"/>
            <a:ext cx="8297333" cy="711201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Apply searching in various settings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In a 1D / 2D array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With integers, characters, strings, structures (to be introduced)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With customized criteria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28A759-E944-E1B6-9C54-745E008A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0AED24-FAB7-2A68-8635-C2E1BA8D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Unit21 - </a:t>
            </a:r>
            <a:fld id="{2E4790E1-2590-4AEE-892D-AB46A768811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56592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C00000"/>
                </a:solidFill>
                <a:latin typeface="Calibri" panose="020F0502020204030204" pitchFamily="34" charset="0"/>
              </a:rPr>
              <a:t>UNIT 22</a:t>
            </a:r>
            <a:endParaRPr lang="en-US" sz="24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Sorting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A99EB553-43F2-9DA9-76A6-6195D7EE09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81F880-B820-4DE6-1F59-F47A5311FB87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22: Sorting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Sorting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Counting Sort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Selection Sort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Bubble Sort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Insertion Sort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6D2C1F-CFFF-AD49-BED7-22A2C011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82778106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Sorting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41867" y="1151467"/>
            <a:ext cx="8331200" cy="4097867"/>
          </a:xfrm>
        </p:spPr>
        <p:txBody>
          <a:bodyPr>
            <a:normAutofit/>
          </a:bodyPr>
          <a:lstStyle/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dirty="0">
                <a:solidFill>
                  <a:srgbClr val="C00000"/>
                </a:solidFill>
                <a:ea typeface="ＭＳ Ｐゴシック" pitchFamily="34" charset="-128"/>
              </a:rPr>
              <a:t>Sorting </a:t>
            </a:r>
            <a:r>
              <a:rPr lang="en-US" altLang="ja-JP" dirty="0">
                <a:ea typeface="ＭＳ Ｐゴシック" pitchFamily="34" charset="-128"/>
              </a:rPr>
              <a:t>is any process of arranging items in some sequence and/or in different sets – Wikipedia.</a:t>
            </a:r>
          </a:p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dirty="0">
                <a:ea typeface="ＭＳ Ｐゴシック" pitchFamily="34" charset="-128"/>
              </a:rPr>
              <a:t>Sorting is important because once a set of items is sorted, many problems (such as searching) become easy.</a:t>
            </a:r>
          </a:p>
          <a:p>
            <a:pPr marL="612458" lvl="1" indent="-338138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dirty="0">
                <a:ea typeface="ＭＳ Ｐゴシック" pitchFamily="34" charset="-128"/>
              </a:rPr>
              <a:t>Searching can be speeded up. (From linear search to binary search)</a:t>
            </a:r>
          </a:p>
          <a:p>
            <a:pPr marL="612458" lvl="1" indent="-338138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dirty="0">
                <a:ea typeface="ＭＳ Ｐゴシック" pitchFamily="34" charset="-128"/>
              </a:rPr>
              <a:t>Determining whether the items in a set are all unique.</a:t>
            </a:r>
          </a:p>
          <a:p>
            <a:pPr marL="612458" lvl="1" indent="-338138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dirty="0">
                <a:ea typeface="ＭＳ Ｐゴシック" pitchFamily="34" charset="-128"/>
              </a:rPr>
              <a:t>Finding the median item in a list.</a:t>
            </a:r>
          </a:p>
          <a:p>
            <a:pPr marL="612458" lvl="1" indent="-338138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dirty="0">
                <a:ea typeface="ＭＳ Ｐゴシック" pitchFamily="34" charset="-128"/>
              </a:rPr>
              <a:t>Many others…</a:t>
            </a: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2254083" y="4870515"/>
            <a:ext cx="5268913" cy="1501775"/>
            <a:chOff x="4535424" y="605028"/>
            <a:chExt cx="3666299" cy="896112"/>
          </a:xfrm>
        </p:grpSpPr>
        <p:grpSp>
          <p:nvGrpSpPr>
            <p:cNvPr id="10" name="Group 22"/>
            <p:cNvGrpSpPr>
              <a:grpSpLocks/>
            </p:cNvGrpSpPr>
            <p:nvPr/>
          </p:nvGrpSpPr>
          <p:grpSpPr bwMode="auto">
            <a:xfrm>
              <a:off x="4535424" y="605028"/>
              <a:ext cx="1450848" cy="896112"/>
              <a:chOff x="4157472" y="531114"/>
              <a:chExt cx="1450848" cy="896112"/>
            </a:xfrm>
          </p:grpSpPr>
          <p:sp>
            <p:nvSpPr>
              <p:cNvPr id="21" name="Rectangle 18"/>
              <p:cNvSpPr>
                <a:spLocks noChangeArrowheads="1"/>
              </p:cNvSpPr>
              <p:nvPr/>
            </p:nvSpPr>
            <p:spPr bwMode="auto">
              <a:xfrm>
                <a:off x="4157472" y="818710"/>
                <a:ext cx="144498" cy="608516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2" name="Rectangle 19"/>
              <p:cNvSpPr>
                <a:spLocks noChangeArrowheads="1"/>
              </p:cNvSpPr>
              <p:nvPr/>
            </p:nvSpPr>
            <p:spPr bwMode="auto">
              <a:xfrm>
                <a:off x="5017008" y="1102614"/>
                <a:ext cx="134112" cy="324612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3" name="Rectangle 20"/>
              <p:cNvSpPr>
                <a:spLocks noChangeArrowheads="1"/>
              </p:cNvSpPr>
              <p:nvPr/>
            </p:nvSpPr>
            <p:spPr bwMode="auto">
              <a:xfrm>
                <a:off x="5260848" y="732282"/>
                <a:ext cx="134112" cy="694944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4" name="Rectangle 21"/>
              <p:cNvSpPr>
                <a:spLocks noChangeArrowheads="1"/>
              </p:cNvSpPr>
              <p:nvPr/>
            </p:nvSpPr>
            <p:spPr bwMode="auto">
              <a:xfrm>
                <a:off x="4383024" y="934974"/>
                <a:ext cx="134112" cy="492252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5" name="Rectangle 22"/>
              <p:cNvSpPr>
                <a:spLocks noChangeArrowheads="1"/>
              </p:cNvSpPr>
              <p:nvPr/>
            </p:nvSpPr>
            <p:spPr bwMode="auto">
              <a:xfrm>
                <a:off x="4815840" y="531114"/>
                <a:ext cx="134112" cy="896112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6" name="Rectangle 23"/>
              <p:cNvSpPr>
                <a:spLocks noChangeArrowheads="1"/>
              </p:cNvSpPr>
              <p:nvPr/>
            </p:nvSpPr>
            <p:spPr bwMode="auto">
              <a:xfrm>
                <a:off x="4614672" y="1245108"/>
                <a:ext cx="134112" cy="182118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>
                <a:off x="5474208" y="934974"/>
                <a:ext cx="134112" cy="492252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11" name="Group 21"/>
            <p:cNvGrpSpPr>
              <a:grpSpLocks/>
            </p:cNvGrpSpPr>
            <p:nvPr/>
          </p:nvGrpSpPr>
          <p:grpSpPr bwMode="auto">
            <a:xfrm>
              <a:off x="6763067" y="605028"/>
              <a:ext cx="1438656" cy="896112"/>
              <a:chOff x="6763067" y="605028"/>
              <a:chExt cx="1438656" cy="896112"/>
            </a:xfrm>
          </p:grpSpPr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7622603" y="892624"/>
                <a:ext cx="144498" cy="608516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6964235" y="1176528"/>
                <a:ext cx="134112" cy="324612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7834157" y="806196"/>
                <a:ext cx="134112" cy="694944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7" name="Rectangle 14"/>
              <p:cNvSpPr>
                <a:spLocks noChangeArrowheads="1"/>
              </p:cNvSpPr>
              <p:nvPr/>
            </p:nvSpPr>
            <p:spPr bwMode="auto">
              <a:xfrm>
                <a:off x="7189787" y="1008888"/>
                <a:ext cx="134112" cy="492252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8" name="Rectangle 15"/>
              <p:cNvSpPr>
                <a:spLocks noChangeArrowheads="1"/>
              </p:cNvSpPr>
              <p:nvPr/>
            </p:nvSpPr>
            <p:spPr bwMode="auto">
              <a:xfrm>
                <a:off x="8067611" y="605028"/>
                <a:ext cx="134112" cy="896112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9" name="Rectangle 16"/>
              <p:cNvSpPr>
                <a:spLocks noChangeArrowheads="1"/>
              </p:cNvSpPr>
              <p:nvPr/>
            </p:nvSpPr>
            <p:spPr bwMode="auto">
              <a:xfrm>
                <a:off x="6763067" y="1319022"/>
                <a:ext cx="134112" cy="182118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7411049" y="1008888"/>
                <a:ext cx="134112" cy="492252"/>
              </a:xfrm>
              <a:prstGeom prst="rect">
                <a:avLst/>
              </a:prstGeom>
              <a:solidFill>
                <a:schemeClr val="accent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3" name="Right Arrow 10"/>
            <p:cNvSpPr>
              <a:spLocks noChangeArrowheads="1"/>
            </p:cNvSpPr>
            <p:nvPr/>
          </p:nvSpPr>
          <p:spPr bwMode="auto">
            <a:xfrm>
              <a:off x="6164494" y="1028700"/>
              <a:ext cx="388706" cy="324612"/>
            </a:xfrm>
            <a:prstGeom prst="rightArrow">
              <a:avLst>
                <a:gd name="adj1" fmla="val 50000"/>
                <a:gd name="adj2" fmla="val 49999"/>
              </a:avLst>
            </a:prstGeom>
            <a:solidFill>
              <a:srgbClr val="C00000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8D8DBE-B191-BEE2-3993-68F377A9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1769776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Sorting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41867" y="1151467"/>
            <a:ext cx="8331200" cy="4985564"/>
          </a:xfrm>
        </p:spPr>
        <p:txBody>
          <a:bodyPr>
            <a:normAutofit/>
          </a:bodyPr>
          <a:lstStyle/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800" dirty="0">
                <a:ea typeface="ＭＳ Ｐゴシック" pitchFamily="34" charset="-128"/>
              </a:rPr>
              <a:t>Problem statement:</a:t>
            </a:r>
          </a:p>
          <a:p>
            <a:pPr marL="862013" lvl="1" indent="-5889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tabLst>
                <a:tab pos="862013" algn="l"/>
              </a:tabLst>
            </a:pPr>
            <a:r>
              <a:rPr lang="en-US" altLang="ja-JP" dirty="0">
                <a:ea typeface="ＭＳ Ｐゴシック" pitchFamily="34" charset="-128"/>
              </a:rPr>
              <a:t>	</a:t>
            </a:r>
            <a:r>
              <a:rPr lang="en-US" altLang="ja-JP" sz="2400" dirty="0">
                <a:ea typeface="ＭＳ Ｐゴシック" pitchFamily="34" charset="-128"/>
              </a:rPr>
              <a:t>Given </a:t>
            </a: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a list of n items</a:t>
            </a:r>
            <a:r>
              <a:rPr lang="en-US" altLang="ja-JP" sz="2400" dirty="0">
                <a:ea typeface="ＭＳ Ｐゴシック" pitchFamily="34" charset="-128"/>
              </a:rPr>
              <a:t>, arrange the items </a:t>
            </a: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in</a:t>
            </a:r>
            <a:b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</a:b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a particular order </a:t>
            </a:r>
            <a:r>
              <a:rPr lang="en-US" altLang="ja-JP" sz="2400" dirty="0">
                <a:ea typeface="ＭＳ Ｐゴシック" pitchFamily="34" charset="-128"/>
              </a:rPr>
              <a:t>based on </a:t>
            </a: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some attributes of the items</a:t>
            </a:r>
            <a:r>
              <a:rPr lang="en-US" altLang="ja-JP" sz="2400" dirty="0">
                <a:ea typeface="ＭＳ Ｐゴシック" pitchFamily="34" charset="-128"/>
              </a:rPr>
              <a:t>.</a:t>
            </a:r>
          </a:p>
          <a:p>
            <a:pPr marL="862013" lvl="1" indent="-5889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tabLst>
                <a:tab pos="862013" algn="l"/>
              </a:tabLst>
            </a:pPr>
            <a:endParaRPr lang="en-US" altLang="ja-JP" sz="2400" dirty="0">
              <a:ea typeface="ＭＳ Ｐゴシック" pitchFamily="34" charset="-128"/>
            </a:endParaRPr>
          </a:p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800" dirty="0">
                <a:ea typeface="ＭＳ Ｐゴシック" pitchFamily="34" charset="-128"/>
              </a:rPr>
              <a:t>We will</a:t>
            </a: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400" dirty="0">
                <a:ea typeface="ＭＳ Ｐゴシック" pitchFamily="34" charset="-128"/>
              </a:rPr>
              <a:t>Sort integers in increasing order.</a:t>
            </a: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400" dirty="0">
                <a:ea typeface="ＭＳ Ｐゴシック" pitchFamily="34" charset="-128"/>
              </a:rPr>
              <a:t>Show 4 algorithms for sorting.</a:t>
            </a: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400" dirty="0">
                <a:ea typeface="ＭＳ Ｐゴシック" pitchFamily="34" charset="-128"/>
              </a:rPr>
              <a:t>Analyze the time complexity of the algorithms.</a:t>
            </a:r>
          </a:p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altLang="ja-JP" dirty="0">
              <a:ea typeface="ＭＳ Ｐゴシック" pitchFamily="34" charset="-128"/>
            </a:endParaRP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826D6B-885B-21DD-2C0E-233E96F2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35404957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6C5B5-2EEA-4312-B37B-70A0B3089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1151466"/>
            <a:ext cx="8331200" cy="5448509"/>
          </a:xfrm>
        </p:spPr>
        <p:txBody>
          <a:bodyPr>
            <a:noAutofit/>
          </a:bodyPr>
          <a:lstStyle/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800" dirty="0">
                <a:ea typeface="ＭＳ Ｐゴシック" pitchFamily="34" charset="-128"/>
              </a:rPr>
              <a:t>Given a list of integers in [</a:t>
            </a:r>
            <a:r>
              <a:rPr lang="en-US" altLang="ja-JP" sz="2800" dirty="0">
                <a:solidFill>
                  <a:srgbClr val="0000FF"/>
                </a:solidFill>
                <a:ea typeface="ＭＳ Ｐゴシック" pitchFamily="34" charset="-128"/>
              </a:rPr>
              <a:t>0</a:t>
            </a:r>
            <a:r>
              <a:rPr lang="en-US" altLang="ja-JP" sz="2800" dirty="0">
                <a:ea typeface="ＭＳ Ｐゴシック" pitchFamily="34" charset="-128"/>
              </a:rPr>
              <a:t>, </a:t>
            </a:r>
            <a:r>
              <a:rPr lang="en-US" altLang="ja-JP" sz="2800" dirty="0">
                <a:solidFill>
                  <a:srgbClr val="0000FF"/>
                </a:solidFill>
                <a:ea typeface="ＭＳ Ｐゴシック" pitchFamily="34" charset="-128"/>
              </a:rPr>
              <a:t>MAX</a:t>
            </a:r>
            <a:r>
              <a:rPr lang="en-US" altLang="ja-JP" sz="2800" dirty="0">
                <a:ea typeface="ＭＳ Ｐゴシック" pitchFamily="34" charset="-128"/>
              </a:rPr>
              <a:t>]</a:t>
            </a: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Count</a:t>
            </a:r>
            <a:r>
              <a:rPr lang="en-US" altLang="ja-JP" sz="2400" dirty="0">
                <a:ea typeface="ＭＳ Ｐゴシック" pitchFamily="34" charset="-128"/>
              </a:rPr>
              <a:t> the frequency of the integers </a:t>
            </a: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using an array </a:t>
            </a:r>
          </a:p>
          <a:p>
            <a:pPr marL="886778" lvl="2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000" dirty="0"/>
              <a:t>The array has </a:t>
            </a:r>
            <a:r>
              <a:rPr lang="en-US" altLang="ja-JP" sz="2000" dirty="0">
                <a:solidFill>
                  <a:srgbClr val="0000FF"/>
                </a:solidFill>
              </a:rPr>
              <a:t>MAX+1</a:t>
            </a:r>
            <a:r>
              <a:rPr lang="en-US" altLang="ja-JP" sz="2000" dirty="0"/>
              <a:t> slots, one per frequency</a:t>
            </a:r>
          </a:p>
          <a:p>
            <a:pPr marL="886778" lvl="2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altLang="ja-JP" sz="2000" dirty="0"/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400" dirty="0">
                <a:ea typeface="ＭＳ Ｐゴシック" pitchFamily="34" charset="-128"/>
              </a:rPr>
              <a:t>E.g., let say the range is [0, 9] (i.e., MAX is 9)</a:t>
            </a:r>
          </a:p>
          <a:p>
            <a:pPr marL="886778" lvl="2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400" dirty="0">
                <a:ea typeface="ＭＳ Ｐゴシック" pitchFamily="34" charset="-128"/>
              </a:rPr>
              <a:t>The array has 10 slots</a:t>
            </a:r>
          </a:p>
          <a:p>
            <a:pPr marL="886778" lvl="2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400" dirty="0" err="1">
                <a:ea typeface="ＭＳ Ｐゴシック" pitchFamily="34" charset="-128"/>
              </a:rPr>
              <a:t>freq</a:t>
            </a:r>
            <a:r>
              <a:rPr lang="en-US" altLang="ja-JP" sz="2400" dirty="0">
                <a:ea typeface="ＭＳ Ｐゴシック" pitchFamily="34" charset="-128"/>
              </a:rPr>
              <a:t>[0] </a:t>
            </a:r>
            <a:r>
              <a:rPr lang="en-US" altLang="ja-JP" sz="2400" dirty="0">
                <a:ea typeface="ＭＳ Ｐゴシック" pitchFamily="34" charset="-128"/>
                <a:sym typeface="Wingdings" panose="05000000000000000000" pitchFamily="2" charset="2"/>
              </a:rPr>
              <a:t> frequency of 0, ..., </a:t>
            </a:r>
            <a:r>
              <a:rPr lang="en-US" altLang="ja-JP" sz="2400" dirty="0" err="1">
                <a:ea typeface="ＭＳ Ｐゴシック" pitchFamily="34" charset="-128"/>
              </a:rPr>
              <a:t>freq</a:t>
            </a:r>
            <a:r>
              <a:rPr lang="en-US" altLang="ja-JP" sz="2400" dirty="0">
                <a:ea typeface="ＭＳ Ｐゴシック" pitchFamily="34" charset="-128"/>
              </a:rPr>
              <a:t>[9] </a:t>
            </a:r>
            <a:r>
              <a:rPr lang="en-US" altLang="ja-JP" sz="2400" dirty="0">
                <a:ea typeface="ＭＳ Ｐゴシック" pitchFamily="34" charset="-128"/>
                <a:sym typeface="Wingdings" panose="05000000000000000000" pitchFamily="2" charset="2"/>
              </a:rPr>
              <a:t> frequency of 9</a:t>
            </a:r>
          </a:p>
          <a:p>
            <a:pPr marL="886778" lvl="2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altLang="ja-JP" sz="2000" dirty="0">
              <a:ea typeface="ＭＳ Ｐゴシック" pitchFamily="34" charset="-128"/>
              <a:sym typeface="Wingdings" panose="05000000000000000000" pitchFamily="2" charset="2"/>
            </a:endParaRP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200" dirty="0"/>
              <a:t>…</a:t>
            </a:r>
            <a:endParaRPr lang="en-US" altLang="ja-JP" sz="2000" dirty="0">
              <a:ea typeface="ＭＳ Ｐゴシック" pitchFamily="34" charset="-128"/>
              <a:sym typeface="Wingdings" panose="05000000000000000000" pitchFamily="2" charset="2"/>
            </a:endParaRPr>
          </a:p>
          <a:p>
            <a:pPr marL="886778" lvl="2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altLang="ja-JP" sz="2000" dirty="0">
              <a:ea typeface="ＭＳ Ｐゴシック" pitchFamily="34" charset="-128"/>
              <a:sym typeface="Wingdings" panose="05000000000000000000" pitchFamily="2" charset="2"/>
            </a:endParaRPr>
          </a:p>
          <a:p>
            <a:pPr marL="886778" lvl="2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altLang="ja-JP" sz="2000" dirty="0">
              <a:ea typeface="ＭＳ Ｐゴシック" pitchFamily="34" charset="-128"/>
              <a:sym typeface="Wingdings" panose="05000000000000000000" pitchFamily="2" charset="2"/>
            </a:endParaRPr>
          </a:p>
          <a:p>
            <a:pPr marL="886778" lvl="2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altLang="ja-JP" dirty="0">
              <a:ea typeface="ＭＳ Ｐゴシック" pitchFamily="34" charset="-128"/>
              <a:sym typeface="Wingdings" panose="05000000000000000000" pitchFamily="2" charset="2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069357-740A-E5B4-B2A2-ED469DD19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07568878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grpSp>
        <p:nvGrpSpPr>
          <p:cNvPr id="8" name="Group 114">
            <a:extLst>
              <a:ext uri="{FF2B5EF4-FFF2-40B4-BE49-F238E27FC236}">
                <a16:creationId xmlns:a16="http://schemas.microsoft.com/office/drawing/2014/main" id="{F5558159-9563-4219-A0AF-A1C3F29DB1A7}"/>
              </a:ext>
            </a:extLst>
          </p:cNvPr>
          <p:cNvGrpSpPr>
            <a:grpSpLocks/>
          </p:cNvGrpSpPr>
          <p:nvPr/>
        </p:nvGrpSpPr>
        <p:grpSpPr bwMode="auto">
          <a:xfrm>
            <a:off x="720374" y="1694988"/>
            <a:ext cx="3758212" cy="711200"/>
            <a:chOff x="2091711" y="2136928"/>
            <a:chExt cx="3758410" cy="710464"/>
          </a:xfrm>
        </p:grpSpPr>
        <p:sp>
          <p:nvSpPr>
            <p:cNvPr id="9" name="TextBox 38">
              <a:extLst>
                <a:ext uri="{FF2B5EF4-FFF2-40B4-BE49-F238E27FC236}">
                  <a16:creationId xmlns:a16="http://schemas.microsoft.com/office/drawing/2014/main" id="{B2B4534F-E9E0-40D2-A9B2-56B5594844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5</a:t>
              </a:r>
              <a:endParaRPr lang="en-SG" sz="2000" dirty="0"/>
            </a:p>
          </p:txBody>
        </p:sp>
        <p:sp>
          <p:nvSpPr>
            <p:cNvPr id="10" name="TextBox 39">
              <a:extLst>
                <a:ext uri="{FF2B5EF4-FFF2-40B4-BE49-F238E27FC236}">
                  <a16:creationId xmlns:a16="http://schemas.microsoft.com/office/drawing/2014/main" id="{FF2789B4-7582-4FC0-BBDC-97E788878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5</a:t>
              </a:r>
              <a:endParaRPr lang="en-SG" sz="2000" dirty="0"/>
            </a:p>
          </p:txBody>
        </p:sp>
        <p:sp>
          <p:nvSpPr>
            <p:cNvPr id="11" name="TextBox 40">
              <a:extLst>
                <a:ext uri="{FF2B5EF4-FFF2-40B4-BE49-F238E27FC236}">
                  <a16:creationId xmlns:a16="http://schemas.microsoft.com/office/drawing/2014/main" id="{8DBEE358-E7D8-4AD9-B638-9DDA75260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3</a:t>
              </a:r>
              <a:endParaRPr lang="en-SG" sz="2000" dirty="0"/>
            </a:p>
          </p:txBody>
        </p:sp>
        <p:sp>
          <p:nvSpPr>
            <p:cNvPr id="13" name="TextBox 41">
              <a:extLst>
                <a:ext uri="{FF2B5EF4-FFF2-40B4-BE49-F238E27FC236}">
                  <a16:creationId xmlns:a16="http://schemas.microsoft.com/office/drawing/2014/main" id="{72042649-9B16-484D-A6EE-D057A70E3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</a:t>
              </a:r>
              <a:endParaRPr lang="en-SG" sz="2000" dirty="0"/>
            </a:p>
          </p:txBody>
        </p:sp>
        <p:sp>
          <p:nvSpPr>
            <p:cNvPr id="14" name="TextBox 42">
              <a:extLst>
                <a:ext uri="{FF2B5EF4-FFF2-40B4-BE49-F238E27FC236}">
                  <a16:creationId xmlns:a16="http://schemas.microsoft.com/office/drawing/2014/main" id="{D3732F19-BC60-4D55-8023-C5511A72A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8</a:t>
              </a:r>
              <a:endParaRPr lang="en-SG" sz="2000" dirty="0"/>
            </a:p>
          </p:txBody>
        </p:sp>
        <p:sp>
          <p:nvSpPr>
            <p:cNvPr id="15" name="TextBox 43">
              <a:extLst>
                <a:ext uri="{FF2B5EF4-FFF2-40B4-BE49-F238E27FC236}">
                  <a16:creationId xmlns:a16="http://schemas.microsoft.com/office/drawing/2014/main" id="{343405B6-4543-4775-B8E1-2726BE0EE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</a:t>
              </a:r>
              <a:endParaRPr lang="en-SG" sz="2000" dirty="0"/>
            </a:p>
          </p:txBody>
        </p:sp>
        <p:sp>
          <p:nvSpPr>
            <p:cNvPr id="19" name="TextBox 47">
              <a:extLst>
                <a:ext uri="{FF2B5EF4-FFF2-40B4-BE49-F238E27FC236}">
                  <a16:creationId xmlns:a16="http://schemas.microsoft.com/office/drawing/2014/main" id="{67B03A73-3A89-49CC-B9FF-D6CE46248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20" name="TextBox 48">
              <a:extLst>
                <a:ext uri="{FF2B5EF4-FFF2-40B4-BE49-F238E27FC236}">
                  <a16:creationId xmlns:a16="http://schemas.microsoft.com/office/drawing/2014/main" id="{50E4CB0C-E77F-4501-B6DB-067F21FE1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21" name="TextBox 49">
              <a:extLst>
                <a:ext uri="{FF2B5EF4-FFF2-40B4-BE49-F238E27FC236}">
                  <a16:creationId xmlns:a16="http://schemas.microsoft.com/office/drawing/2014/main" id="{1B38DAE8-6262-40F6-A349-6BA039A77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22" name="TextBox 50">
              <a:extLst>
                <a:ext uri="{FF2B5EF4-FFF2-40B4-BE49-F238E27FC236}">
                  <a16:creationId xmlns:a16="http://schemas.microsoft.com/office/drawing/2014/main" id="{CC900F18-9AAF-4AAC-9719-37ACDB50B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23" name="TextBox 51">
              <a:extLst>
                <a:ext uri="{FF2B5EF4-FFF2-40B4-BE49-F238E27FC236}">
                  <a16:creationId xmlns:a16="http://schemas.microsoft.com/office/drawing/2014/main" id="{7F881D1B-9CE3-473D-B025-3C121D1D8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24" name="TextBox 52">
              <a:extLst>
                <a:ext uri="{FF2B5EF4-FFF2-40B4-BE49-F238E27FC236}">
                  <a16:creationId xmlns:a16="http://schemas.microsoft.com/office/drawing/2014/main" id="{00C72526-1C5F-44FC-AF7F-68E5BD704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28" name="TextBox 56">
              <a:extLst>
                <a:ext uri="{FF2B5EF4-FFF2-40B4-BE49-F238E27FC236}">
                  <a16:creationId xmlns:a16="http://schemas.microsoft.com/office/drawing/2014/main" id="{6120F93B-1632-4A54-8C74-DE4A949E5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 dirty="0"/>
                <a:t>in</a:t>
              </a:r>
              <a:endParaRPr lang="en-SG" sz="1400" dirty="0"/>
            </a:p>
          </p:txBody>
        </p:sp>
      </p:grpSp>
      <p:grpSp>
        <p:nvGrpSpPr>
          <p:cNvPr id="44" name="Group 114">
            <a:extLst>
              <a:ext uri="{FF2B5EF4-FFF2-40B4-BE49-F238E27FC236}">
                <a16:creationId xmlns:a16="http://schemas.microsoft.com/office/drawing/2014/main" id="{F044F7B6-F72A-4752-961A-10DD87A65B9A}"/>
              </a:ext>
            </a:extLst>
          </p:cNvPr>
          <p:cNvGrpSpPr>
            <a:grpSpLocks/>
          </p:cNvGrpSpPr>
          <p:nvPr/>
        </p:nvGrpSpPr>
        <p:grpSpPr bwMode="auto">
          <a:xfrm>
            <a:off x="720374" y="3706407"/>
            <a:ext cx="5416550" cy="711200"/>
            <a:chOff x="2091711" y="2136928"/>
            <a:chExt cx="5416835" cy="710464"/>
          </a:xfrm>
        </p:grpSpPr>
        <p:sp>
          <p:nvSpPr>
            <p:cNvPr id="45" name="TextBox 38">
              <a:extLst>
                <a:ext uri="{FF2B5EF4-FFF2-40B4-BE49-F238E27FC236}">
                  <a16:creationId xmlns:a16="http://schemas.microsoft.com/office/drawing/2014/main" id="{2BDCBA05-7414-4D82-B6B7-9993898AC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46" name="TextBox 39">
              <a:extLst>
                <a:ext uri="{FF2B5EF4-FFF2-40B4-BE49-F238E27FC236}">
                  <a16:creationId xmlns:a16="http://schemas.microsoft.com/office/drawing/2014/main" id="{7C477074-C791-404D-86C0-F71108833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47" name="TextBox 40">
              <a:extLst>
                <a:ext uri="{FF2B5EF4-FFF2-40B4-BE49-F238E27FC236}">
                  <a16:creationId xmlns:a16="http://schemas.microsoft.com/office/drawing/2014/main" id="{3AFC887A-FE01-4727-81DE-9D6F404460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48" name="TextBox 41">
              <a:extLst>
                <a:ext uri="{FF2B5EF4-FFF2-40B4-BE49-F238E27FC236}">
                  <a16:creationId xmlns:a16="http://schemas.microsoft.com/office/drawing/2014/main" id="{4A285F2B-6929-43AC-97F9-7200A9136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49" name="TextBox 42">
              <a:extLst>
                <a:ext uri="{FF2B5EF4-FFF2-40B4-BE49-F238E27FC236}">
                  <a16:creationId xmlns:a16="http://schemas.microsoft.com/office/drawing/2014/main" id="{D2D610C3-B3A8-4F20-A13E-D81383E93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50" name="TextBox 43">
              <a:extLst>
                <a:ext uri="{FF2B5EF4-FFF2-40B4-BE49-F238E27FC236}">
                  <a16:creationId xmlns:a16="http://schemas.microsoft.com/office/drawing/2014/main" id="{B04AA40A-9F38-45B6-9E42-2BBB14754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solidFill>
                    <a:srgbClr val="0000FF"/>
                  </a:solidFill>
                </a:rPr>
                <a:t>1</a:t>
              </a:r>
              <a:endParaRPr lang="en-SG" sz="2000" dirty="0">
                <a:solidFill>
                  <a:srgbClr val="0000FF"/>
                </a:solidFill>
              </a:endParaRPr>
            </a:p>
          </p:txBody>
        </p:sp>
        <p:sp>
          <p:nvSpPr>
            <p:cNvPr id="51" name="TextBox 44">
              <a:extLst>
                <a:ext uri="{FF2B5EF4-FFF2-40B4-BE49-F238E27FC236}">
                  <a16:creationId xmlns:a16="http://schemas.microsoft.com/office/drawing/2014/main" id="{26616661-3757-4EF8-B554-C6557A27E0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0" y="2447282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52" name="TextBox 45">
              <a:extLst>
                <a:ext uri="{FF2B5EF4-FFF2-40B4-BE49-F238E27FC236}">
                  <a16:creationId xmlns:a16="http://schemas.microsoft.com/office/drawing/2014/main" id="{147CF96D-B86C-48C3-B232-068072CE1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4622" y="2447282"/>
              <a:ext cx="55450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53" name="TextBox 46">
              <a:extLst>
                <a:ext uri="{FF2B5EF4-FFF2-40B4-BE49-F238E27FC236}">
                  <a16:creationId xmlns:a16="http://schemas.microsoft.com/office/drawing/2014/main" id="{9344DD33-59B0-4DFC-9321-E244337035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123" y="2447282"/>
              <a:ext cx="5494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E7B5C34F-1DBD-4E4F-AB74-D763BF6866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55" name="TextBox 48">
              <a:extLst>
                <a:ext uri="{FF2B5EF4-FFF2-40B4-BE49-F238E27FC236}">
                  <a16:creationId xmlns:a16="http://schemas.microsoft.com/office/drawing/2014/main" id="{541FEDC3-298D-4615-B3D5-1359CD647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56" name="TextBox 49">
              <a:extLst>
                <a:ext uri="{FF2B5EF4-FFF2-40B4-BE49-F238E27FC236}">
                  <a16:creationId xmlns:a16="http://schemas.microsoft.com/office/drawing/2014/main" id="{03FB4C08-34A1-4753-AF20-23EB2D7B4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57" name="TextBox 50">
              <a:extLst>
                <a:ext uri="{FF2B5EF4-FFF2-40B4-BE49-F238E27FC236}">
                  <a16:creationId xmlns:a16="http://schemas.microsoft.com/office/drawing/2014/main" id="{C6F20707-3A21-4F0C-912E-ABB24E086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58" name="TextBox 51">
              <a:extLst>
                <a:ext uri="{FF2B5EF4-FFF2-40B4-BE49-F238E27FC236}">
                  <a16:creationId xmlns:a16="http://schemas.microsoft.com/office/drawing/2014/main" id="{A9DD74C6-5818-4E62-BF1E-842A571E5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59" name="TextBox 52">
              <a:extLst>
                <a:ext uri="{FF2B5EF4-FFF2-40B4-BE49-F238E27FC236}">
                  <a16:creationId xmlns:a16="http://schemas.microsoft.com/office/drawing/2014/main" id="{948A7206-0B99-41DE-9A00-25F6C4770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60" name="TextBox 53">
              <a:extLst>
                <a:ext uri="{FF2B5EF4-FFF2-40B4-BE49-F238E27FC236}">
                  <a16:creationId xmlns:a16="http://schemas.microsoft.com/office/drawing/2014/main" id="{5CECA42D-C540-44E7-A2A3-F0AA9E0B91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1" y="2139902"/>
              <a:ext cx="55450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[6]</a:t>
              </a:r>
              <a:endParaRPr lang="en-SG" sz="1400"/>
            </a:p>
          </p:txBody>
        </p:sp>
        <p:sp>
          <p:nvSpPr>
            <p:cNvPr id="61" name="TextBox 54">
              <a:extLst>
                <a:ext uri="{FF2B5EF4-FFF2-40B4-BE49-F238E27FC236}">
                  <a16:creationId xmlns:a16="http://schemas.microsoft.com/office/drawing/2014/main" id="{C9DA01C5-EC6F-4DE8-8804-DD29D4D25D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4277" y="2138415"/>
              <a:ext cx="568508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[7]</a:t>
              </a:r>
              <a:endParaRPr lang="en-SG" sz="1400"/>
            </a:p>
          </p:txBody>
        </p:sp>
        <p:sp>
          <p:nvSpPr>
            <p:cNvPr id="62" name="TextBox 55">
              <a:extLst>
                <a:ext uri="{FF2B5EF4-FFF2-40B4-BE49-F238E27FC236}">
                  <a16:creationId xmlns:a16="http://schemas.microsoft.com/office/drawing/2014/main" id="{C7312D39-4B08-4941-A00D-05594F167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2139902"/>
              <a:ext cx="54942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[8]</a:t>
              </a:r>
              <a:endParaRPr lang="en-SG" sz="1400"/>
            </a:p>
          </p:txBody>
        </p:sp>
        <p:sp>
          <p:nvSpPr>
            <p:cNvPr id="63" name="TextBox 56">
              <a:extLst>
                <a:ext uri="{FF2B5EF4-FFF2-40B4-BE49-F238E27FC236}">
                  <a16:creationId xmlns:a16="http://schemas.microsoft.com/office/drawing/2014/main" id="{14EC59AC-4522-42E4-9A92-D86ECBFC9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 dirty="0" err="1"/>
                <a:t>freq</a:t>
              </a:r>
              <a:endParaRPr lang="en-SG" sz="1400" dirty="0"/>
            </a:p>
          </p:txBody>
        </p:sp>
      </p:grpSp>
      <p:sp>
        <p:nvSpPr>
          <p:cNvPr id="86" name="TextBox 46">
            <a:extLst>
              <a:ext uri="{FF2B5EF4-FFF2-40B4-BE49-F238E27FC236}">
                <a16:creationId xmlns:a16="http://schemas.microsoft.com/office/drawing/2014/main" id="{2AD46EF9-A843-48CC-8FB5-3CFD332F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2002" y="4022270"/>
            <a:ext cx="549394" cy="4005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dirty="0"/>
              <a:t>0</a:t>
            </a:r>
            <a:endParaRPr lang="en-SG" sz="2000" dirty="0"/>
          </a:p>
        </p:txBody>
      </p:sp>
      <p:sp>
        <p:nvSpPr>
          <p:cNvPr id="87" name="TextBox 55">
            <a:extLst>
              <a:ext uri="{FF2B5EF4-FFF2-40B4-BE49-F238E27FC236}">
                <a16:creationId xmlns:a16="http://schemas.microsoft.com/office/drawing/2014/main" id="{0255B512-6249-43A5-B63F-F723EE291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219" y="3706407"/>
            <a:ext cx="549394" cy="307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[9]</a:t>
            </a:r>
            <a:endParaRPr lang="en-SG" sz="1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58B1AC3-80C3-41E8-9557-2B3B587A5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352" y="1684955"/>
            <a:ext cx="2294513" cy="707886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A list of </a:t>
            </a:r>
            <a:r>
              <a:rPr lang="en-US" sz="2000" dirty="0">
                <a:solidFill>
                  <a:srgbClr val="0000FF"/>
                </a:solidFill>
              </a:rPr>
              <a:t>6</a:t>
            </a:r>
            <a:r>
              <a:rPr lang="en-US" sz="2000" dirty="0"/>
              <a:t> items in the range of [</a:t>
            </a:r>
            <a:r>
              <a:rPr lang="en-US" sz="2000" dirty="0">
                <a:solidFill>
                  <a:srgbClr val="0000FF"/>
                </a:solidFill>
              </a:rPr>
              <a:t>0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00FF"/>
                </a:solidFill>
              </a:rPr>
              <a:t>9</a:t>
            </a:r>
            <a:r>
              <a:rPr lang="en-US" sz="2000" dirty="0"/>
              <a:t>]</a:t>
            </a:r>
            <a:endParaRPr lang="en-SG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3AA6635-5D7C-4EEC-81A0-BB2DB1450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146" y="2818046"/>
            <a:ext cx="1768552" cy="707886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0000FF"/>
                </a:solidFill>
              </a:rPr>
              <a:t>10</a:t>
            </a:r>
            <a:r>
              <a:rPr lang="en-US" sz="2000" dirty="0"/>
              <a:t> slots in the </a:t>
            </a:r>
            <a:r>
              <a:rPr lang="en-US" sz="2000" dirty="0" err="1"/>
              <a:t>freq</a:t>
            </a:r>
            <a:r>
              <a:rPr lang="en-US" sz="2000" dirty="0"/>
              <a:t> array.</a:t>
            </a:r>
            <a:endParaRPr lang="en-SG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6B051E-0CBA-97DD-7894-52311A24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40" name="Group 114">
            <a:extLst>
              <a:ext uri="{FF2B5EF4-FFF2-40B4-BE49-F238E27FC236}">
                <a16:creationId xmlns:a16="http://schemas.microsoft.com/office/drawing/2014/main" id="{EFBAB45C-BADD-8C5A-1F38-7B6F8E01D132}"/>
              </a:ext>
            </a:extLst>
          </p:cNvPr>
          <p:cNvGrpSpPr>
            <a:grpSpLocks/>
          </p:cNvGrpSpPr>
          <p:nvPr/>
        </p:nvGrpSpPr>
        <p:grpSpPr bwMode="auto">
          <a:xfrm>
            <a:off x="720725" y="4597476"/>
            <a:ext cx="5416550" cy="711200"/>
            <a:chOff x="2091711" y="2136928"/>
            <a:chExt cx="5416835" cy="710464"/>
          </a:xfrm>
        </p:grpSpPr>
        <p:sp>
          <p:nvSpPr>
            <p:cNvPr id="41" name="TextBox 38">
              <a:extLst>
                <a:ext uri="{FF2B5EF4-FFF2-40B4-BE49-F238E27FC236}">
                  <a16:creationId xmlns:a16="http://schemas.microsoft.com/office/drawing/2014/main" id="{59BA2583-E313-5394-D774-3701D8D00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42" name="TextBox 39">
              <a:extLst>
                <a:ext uri="{FF2B5EF4-FFF2-40B4-BE49-F238E27FC236}">
                  <a16:creationId xmlns:a16="http://schemas.microsoft.com/office/drawing/2014/main" id="{10EE24E1-49B7-9CCD-DD54-8C251D2E8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43" name="TextBox 40">
              <a:extLst>
                <a:ext uri="{FF2B5EF4-FFF2-40B4-BE49-F238E27FC236}">
                  <a16:creationId xmlns:a16="http://schemas.microsoft.com/office/drawing/2014/main" id="{BD374EB4-8CBF-8AE1-9A24-B350F8CBD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36" name="TextBox 41">
              <a:extLst>
                <a:ext uri="{FF2B5EF4-FFF2-40B4-BE49-F238E27FC236}">
                  <a16:creationId xmlns:a16="http://schemas.microsoft.com/office/drawing/2014/main" id="{9588FECC-8201-F8C2-25D6-FAFBDC49D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37" name="TextBox 42">
              <a:extLst>
                <a:ext uri="{FF2B5EF4-FFF2-40B4-BE49-F238E27FC236}">
                  <a16:creationId xmlns:a16="http://schemas.microsoft.com/office/drawing/2014/main" id="{A73342B4-6B31-BAF9-7D93-E7F418556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39" name="TextBox 43">
              <a:extLst>
                <a:ext uri="{FF2B5EF4-FFF2-40B4-BE49-F238E27FC236}">
                  <a16:creationId xmlns:a16="http://schemas.microsoft.com/office/drawing/2014/main" id="{50396084-DF2A-E99E-27C8-AEAF6D2FA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solidFill>
                    <a:srgbClr val="0000FF"/>
                  </a:solidFill>
                </a:rPr>
                <a:t>2</a:t>
              </a:r>
              <a:endParaRPr lang="en-SG" sz="2000" dirty="0">
                <a:solidFill>
                  <a:srgbClr val="0000FF"/>
                </a:solidFill>
              </a:endParaRPr>
            </a:p>
          </p:txBody>
        </p:sp>
        <p:sp>
          <p:nvSpPr>
            <p:cNvPr id="14340" name="TextBox 44">
              <a:extLst>
                <a:ext uri="{FF2B5EF4-FFF2-40B4-BE49-F238E27FC236}">
                  <a16:creationId xmlns:a16="http://schemas.microsoft.com/office/drawing/2014/main" id="{9DB218E4-3259-65A5-16B2-ACA6E25FB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0" y="2447282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41" name="TextBox 45">
              <a:extLst>
                <a:ext uri="{FF2B5EF4-FFF2-40B4-BE49-F238E27FC236}">
                  <a16:creationId xmlns:a16="http://schemas.microsoft.com/office/drawing/2014/main" id="{F97C7EFD-E903-08AD-BD93-DEAF0CFD6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4622" y="2447282"/>
              <a:ext cx="55450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42" name="TextBox 46">
              <a:extLst>
                <a:ext uri="{FF2B5EF4-FFF2-40B4-BE49-F238E27FC236}">
                  <a16:creationId xmlns:a16="http://schemas.microsoft.com/office/drawing/2014/main" id="{68ACB29A-0AD7-19C4-37B7-AB1896DB7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123" y="2447282"/>
              <a:ext cx="5494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43" name="TextBox 47">
              <a:extLst>
                <a:ext uri="{FF2B5EF4-FFF2-40B4-BE49-F238E27FC236}">
                  <a16:creationId xmlns:a16="http://schemas.microsoft.com/office/drawing/2014/main" id="{73C130DD-F587-760F-D7FC-C090A96DC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14344" name="TextBox 48">
              <a:extLst>
                <a:ext uri="{FF2B5EF4-FFF2-40B4-BE49-F238E27FC236}">
                  <a16:creationId xmlns:a16="http://schemas.microsoft.com/office/drawing/2014/main" id="{CF0BF42B-EA02-0C59-437D-5F09A87FA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14345" name="TextBox 49">
              <a:extLst>
                <a:ext uri="{FF2B5EF4-FFF2-40B4-BE49-F238E27FC236}">
                  <a16:creationId xmlns:a16="http://schemas.microsoft.com/office/drawing/2014/main" id="{3A255934-006A-3A33-78E2-FFD5FD30C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14346" name="TextBox 50">
              <a:extLst>
                <a:ext uri="{FF2B5EF4-FFF2-40B4-BE49-F238E27FC236}">
                  <a16:creationId xmlns:a16="http://schemas.microsoft.com/office/drawing/2014/main" id="{5691FDE6-C0A8-C21A-0694-7A5023592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14347" name="TextBox 51">
              <a:extLst>
                <a:ext uri="{FF2B5EF4-FFF2-40B4-BE49-F238E27FC236}">
                  <a16:creationId xmlns:a16="http://schemas.microsoft.com/office/drawing/2014/main" id="{31D96131-1F12-8B57-71F2-DB42131567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14348" name="TextBox 52">
              <a:extLst>
                <a:ext uri="{FF2B5EF4-FFF2-40B4-BE49-F238E27FC236}">
                  <a16:creationId xmlns:a16="http://schemas.microsoft.com/office/drawing/2014/main" id="{3263EE6B-D37B-0CE9-8138-B30996CDE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14349" name="TextBox 53">
              <a:extLst>
                <a:ext uri="{FF2B5EF4-FFF2-40B4-BE49-F238E27FC236}">
                  <a16:creationId xmlns:a16="http://schemas.microsoft.com/office/drawing/2014/main" id="{D0D9605B-E371-2171-A170-CB893FC34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1" y="2139902"/>
              <a:ext cx="55450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[6]</a:t>
              </a:r>
              <a:endParaRPr lang="en-SG" sz="1400"/>
            </a:p>
          </p:txBody>
        </p:sp>
        <p:sp>
          <p:nvSpPr>
            <p:cNvPr id="14350" name="TextBox 54">
              <a:extLst>
                <a:ext uri="{FF2B5EF4-FFF2-40B4-BE49-F238E27FC236}">
                  <a16:creationId xmlns:a16="http://schemas.microsoft.com/office/drawing/2014/main" id="{025AF9AF-FC5A-3459-F472-BE6791F60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4277" y="2138415"/>
              <a:ext cx="568508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[7]</a:t>
              </a:r>
              <a:endParaRPr lang="en-SG" sz="1400"/>
            </a:p>
          </p:txBody>
        </p:sp>
        <p:sp>
          <p:nvSpPr>
            <p:cNvPr id="14351" name="TextBox 55">
              <a:extLst>
                <a:ext uri="{FF2B5EF4-FFF2-40B4-BE49-F238E27FC236}">
                  <a16:creationId xmlns:a16="http://schemas.microsoft.com/office/drawing/2014/main" id="{A27B58F0-D197-E1E4-6EB7-6601E649C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2139902"/>
              <a:ext cx="54942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[8]</a:t>
              </a:r>
              <a:endParaRPr lang="en-SG" sz="1400"/>
            </a:p>
          </p:txBody>
        </p:sp>
        <p:sp>
          <p:nvSpPr>
            <p:cNvPr id="14352" name="TextBox 56">
              <a:extLst>
                <a:ext uri="{FF2B5EF4-FFF2-40B4-BE49-F238E27FC236}">
                  <a16:creationId xmlns:a16="http://schemas.microsoft.com/office/drawing/2014/main" id="{E9293B00-C3DA-3B76-A07A-DEC513187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 dirty="0" err="1"/>
                <a:t>freq</a:t>
              </a:r>
              <a:endParaRPr lang="en-SG" sz="1400" dirty="0"/>
            </a:p>
          </p:txBody>
        </p:sp>
      </p:grpSp>
      <p:sp>
        <p:nvSpPr>
          <p:cNvPr id="14353" name="TextBox 46">
            <a:extLst>
              <a:ext uri="{FF2B5EF4-FFF2-40B4-BE49-F238E27FC236}">
                <a16:creationId xmlns:a16="http://schemas.microsoft.com/office/drawing/2014/main" id="{2B1BC192-D2A7-5CF0-51E7-498F7889D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2353" y="4913339"/>
            <a:ext cx="549394" cy="4005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dirty="0"/>
              <a:t>0</a:t>
            </a:r>
            <a:endParaRPr lang="en-SG" sz="2000" dirty="0"/>
          </a:p>
        </p:txBody>
      </p:sp>
      <p:sp>
        <p:nvSpPr>
          <p:cNvPr id="14354" name="TextBox 55">
            <a:extLst>
              <a:ext uri="{FF2B5EF4-FFF2-40B4-BE49-F238E27FC236}">
                <a16:creationId xmlns:a16="http://schemas.microsoft.com/office/drawing/2014/main" id="{CEC267A7-8293-9C91-1893-0E139F3C1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570" y="4597476"/>
            <a:ext cx="549394" cy="307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[9]</a:t>
            </a:r>
            <a:endParaRPr lang="en-SG" sz="1400" dirty="0"/>
          </a:p>
        </p:txBody>
      </p:sp>
      <p:grpSp>
        <p:nvGrpSpPr>
          <p:cNvPr id="14355" name="Group 114">
            <a:extLst>
              <a:ext uri="{FF2B5EF4-FFF2-40B4-BE49-F238E27FC236}">
                <a16:creationId xmlns:a16="http://schemas.microsoft.com/office/drawing/2014/main" id="{94BE6B5E-3A27-0147-F720-8C159F48CD00}"/>
              </a:ext>
            </a:extLst>
          </p:cNvPr>
          <p:cNvGrpSpPr>
            <a:grpSpLocks/>
          </p:cNvGrpSpPr>
          <p:nvPr/>
        </p:nvGrpSpPr>
        <p:grpSpPr bwMode="auto">
          <a:xfrm>
            <a:off x="720725" y="5893928"/>
            <a:ext cx="5416550" cy="711200"/>
            <a:chOff x="2091711" y="2136928"/>
            <a:chExt cx="5416835" cy="710464"/>
          </a:xfrm>
        </p:grpSpPr>
        <p:sp>
          <p:nvSpPr>
            <p:cNvPr id="14356" name="TextBox 38">
              <a:extLst>
                <a:ext uri="{FF2B5EF4-FFF2-40B4-BE49-F238E27FC236}">
                  <a16:creationId xmlns:a16="http://schemas.microsoft.com/office/drawing/2014/main" id="{D103EE34-9EB3-31FB-1CCF-B090A387A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57" name="TextBox 39">
              <a:extLst>
                <a:ext uri="{FF2B5EF4-FFF2-40B4-BE49-F238E27FC236}">
                  <a16:creationId xmlns:a16="http://schemas.microsoft.com/office/drawing/2014/main" id="{C47E48B7-8025-BA31-4CD6-DBC931376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58" name="TextBox 40">
              <a:extLst>
                <a:ext uri="{FF2B5EF4-FFF2-40B4-BE49-F238E27FC236}">
                  <a16:creationId xmlns:a16="http://schemas.microsoft.com/office/drawing/2014/main" id="{72262388-2035-F0FE-6AE3-5C49764607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solidFill>
                    <a:srgbClr val="0000FF"/>
                  </a:solidFill>
                </a:rPr>
                <a:t>2</a:t>
              </a:r>
              <a:endParaRPr lang="en-SG" sz="2000" dirty="0">
                <a:solidFill>
                  <a:srgbClr val="0000FF"/>
                </a:solidFill>
              </a:endParaRPr>
            </a:p>
          </p:txBody>
        </p:sp>
        <p:sp>
          <p:nvSpPr>
            <p:cNvPr id="14359" name="TextBox 41">
              <a:extLst>
                <a:ext uri="{FF2B5EF4-FFF2-40B4-BE49-F238E27FC236}">
                  <a16:creationId xmlns:a16="http://schemas.microsoft.com/office/drawing/2014/main" id="{A831EA97-52CC-B127-03F8-D0322CC1E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</a:t>
              </a:r>
              <a:endParaRPr lang="en-SG" sz="2000" dirty="0"/>
            </a:p>
          </p:txBody>
        </p:sp>
        <p:sp>
          <p:nvSpPr>
            <p:cNvPr id="14360" name="TextBox 42">
              <a:extLst>
                <a:ext uri="{FF2B5EF4-FFF2-40B4-BE49-F238E27FC236}">
                  <a16:creationId xmlns:a16="http://schemas.microsoft.com/office/drawing/2014/main" id="{D27BBFEC-6BDA-A5D2-778A-1541226BA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61" name="TextBox 43">
              <a:extLst>
                <a:ext uri="{FF2B5EF4-FFF2-40B4-BE49-F238E27FC236}">
                  <a16:creationId xmlns:a16="http://schemas.microsoft.com/office/drawing/2014/main" id="{63B018CF-03C2-0256-152B-AB12F48D4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</a:t>
              </a:r>
              <a:endParaRPr lang="en-SG" sz="2000" dirty="0"/>
            </a:p>
          </p:txBody>
        </p:sp>
        <p:sp>
          <p:nvSpPr>
            <p:cNvPr id="14362" name="TextBox 44">
              <a:extLst>
                <a:ext uri="{FF2B5EF4-FFF2-40B4-BE49-F238E27FC236}">
                  <a16:creationId xmlns:a16="http://schemas.microsoft.com/office/drawing/2014/main" id="{4C1FC580-A776-1FA3-C79B-CCDCC6239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0" y="2447282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63" name="TextBox 45">
              <a:extLst>
                <a:ext uri="{FF2B5EF4-FFF2-40B4-BE49-F238E27FC236}">
                  <a16:creationId xmlns:a16="http://schemas.microsoft.com/office/drawing/2014/main" id="{E58FD7AF-71A3-14D0-87FC-F756C128C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4622" y="2447282"/>
              <a:ext cx="55450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64" name="TextBox 46">
              <a:extLst>
                <a:ext uri="{FF2B5EF4-FFF2-40B4-BE49-F238E27FC236}">
                  <a16:creationId xmlns:a16="http://schemas.microsoft.com/office/drawing/2014/main" id="{353283A2-586A-A035-48E5-ED78C7A6E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123" y="2447282"/>
              <a:ext cx="5494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</a:t>
              </a:r>
              <a:endParaRPr lang="en-SG" sz="2000" dirty="0"/>
            </a:p>
          </p:txBody>
        </p:sp>
        <p:sp>
          <p:nvSpPr>
            <p:cNvPr id="14365" name="TextBox 47">
              <a:extLst>
                <a:ext uri="{FF2B5EF4-FFF2-40B4-BE49-F238E27FC236}">
                  <a16:creationId xmlns:a16="http://schemas.microsoft.com/office/drawing/2014/main" id="{541720B5-67C0-5609-E69E-3FAE927DB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14366" name="TextBox 48">
              <a:extLst>
                <a:ext uri="{FF2B5EF4-FFF2-40B4-BE49-F238E27FC236}">
                  <a16:creationId xmlns:a16="http://schemas.microsoft.com/office/drawing/2014/main" id="{9206EF0E-DEAE-8D32-76B9-5927FBAF8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14367" name="TextBox 49">
              <a:extLst>
                <a:ext uri="{FF2B5EF4-FFF2-40B4-BE49-F238E27FC236}">
                  <a16:creationId xmlns:a16="http://schemas.microsoft.com/office/drawing/2014/main" id="{A8C65945-C27E-FF03-7984-B7B3A7050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14368" name="TextBox 50">
              <a:extLst>
                <a:ext uri="{FF2B5EF4-FFF2-40B4-BE49-F238E27FC236}">
                  <a16:creationId xmlns:a16="http://schemas.microsoft.com/office/drawing/2014/main" id="{05EEE823-607E-B49F-06C8-5D6DF0022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14369" name="TextBox 51">
              <a:extLst>
                <a:ext uri="{FF2B5EF4-FFF2-40B4-BE49-F238E27FC236}">
                  <a16:creationId xmlns:a16="http://schemas.microsoft.com/office/drawing/2014/main" id="{A1D98865-2F65-5689-37D6-F8EE58F2C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14370" name="TextBox 52">
              <a:extLst>
                <a:ext uri="{FF2B5EF4-FFF2-40B4-BE49-F238E27FC236}">
                  <a16:creationId xmlns:a16="http://schemas.microsoft.com/office/drawing/2014/main" id="{1C6F79F3-46DB-DE15-0D1D-407348DD07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14371" name="TextBox 53">
              <a:extLst>
                <a:ext uri="{FF2B5EF4-FFF2-40B4-BE49-F238E27FC236}">
                  <a16:creationId xmlns:a16="http://schemas.microsoft.com/office/drawing/2014/main" id="{E4B88417-39F7-438A-D5E4-B449ABE1D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1" y="2139902"/>
              <a:ext cx="55450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[6]</a:t>
              </a:r>
              <a:endParaRPr lang="en-SG" sz="1400"/>
            </a:p>
          </p:txBody>
        </p:sp>
        <p:sp>
          <p:nvSpPr>
            <p:cNvPr id="14372" name="TextBox 54">
              <a:extLst>
                <a:ext uri="{FF2B5EF4-FFF2-40B4-BE49-F238E27FC236}">
                  <a16:creationId xmlns:a16="http://schemas.microsoft.com/office/drawing/2014/main" id="{A43477C5-119F-6067-6C4A-8DFF7121B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4277" y="2138415"/>
              <a:ext cx="568508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[7]</a:t>
              </a:r>
              <a:endParaRPr lang="en-SG" sz="1400"/>
            </a:p>
          </p:txBody>
        </p:sp>
        <p:sp>
          <p:nvSpPr>
            <p:cNvPr id="14373" name="TextBox 55">
              <a:extLst>
                <a:ext uri="{FF2B5EF4-FFF2-40B4-BE49-F238E27FC236}">
                  <a16:creationId xmlns:a16="http://schemas.microsoft.com/office/drawing/2014/main" id="{5CEBDCF2-66B7-9CAD-6F2A-129DF1275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2139902"/>
              <a:ext cx="54942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[8]</a:t>
              </a:r>
              <a:endParaRPr lang="en-SG" sz="1400"/>
            </a:p>
          </p:txBody>
        </p:sp>
        <p:sp>
          <p:nvSpPr>
            <p:cNvPr id="14374" name="TextBox 56">
              <a:extLst>
                <a:ext uri="{FF2B5EF4-FFF2-40B4-BE49-F238E27FC236}">
                  <a16:creationId xmlns:a16="http://schemas.microsoft.com/office/drawing/2014/main" id="{A3DE54C4-CA4D-856C-F3FC-863C6CB65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 dirty="0" err="1"/>
                <a:t>freq</a:t>
              </a:r>
              <a:endParaRPr lang="en-SG" sz="1400" dirty="0"/>
            </a:p>
          </p:txBody>
        </p:sp>
      </p:grpSp>
      <p:sp>
        <p:nvSpPr>
          <p:cNvPr id="14375" name="TextBox 46">
            <a:extLst>
              <a:ext uri="{FF2B5EF4-FFF2-40B4-BE49-F238E27FC236}">
                <a16:creationId xmlns:a16="http://schemas.microsoft.com/office/drawing/2014/main" id="{71F8EDB1-D2F9-15B0-187B-3CD4E89E9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2353" y="6209791"/>
            <a:ext cx="549394" cy="4005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dirty="0"/>
              <a:t>0</a:t>
            </a:r>
            <a:endParaRPr lang="en-SG" sz="2000" dirty="0"/>
          </a:p>
        </p:txBody>
      </p:sp>
      <p:sp>
        <p:nvSpPr>
          <p:cNvPr id="14376" name="TextBox 55">
            <a:extLst>
              <a:ext uri="{FF2B5EF4-FFF2-40B4-BE49-F238E27FC236}">
                <a16:creationId xmlns:a16="http://schemas.microsoft.com/office/drawing/2014/main" id="{1BED7A78-D947-6581-1167-F88292303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570" y="5893928"/>
            <a:ext cx="549394" cy="307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[9]</a:t>
            </a:r>
            <a:endParaRPr lang="en-SG" sz="1400" dirty="0"/>
          </a:p>
        </p:txBody>
      </p:sp>
      <p:cxnSp>
        <p:nvCxnSpPr>
          <p:cNvPr id="14377" name="Straight Arrow Connector 14376">
            <a:extLst>
              <a:ext uri="{FF2B5EF4-FFF2-40B4-BE49-F238E27FC236}">
                <a16:creationId xmlns:a16="http://schemas.microsoft.com/office/drawing/2014/main" id="{CD5ED4A4-6776-D5BA-0C5D-6642F9F11ABE}"/>
              </a:ext>
            </a:extLst>
          </p:cNvPr>
          <p:cNvCxnSpPr>
            <a:cxnSpLocks/>
          </p:cNvCxnSpPr>
          <p:nvPr/>
        </p:nvCxnSpPr>
        <p:spPr>
          <a:xfrm flipV="1">
            <a:off x="1384202" y="2430549"/>
            <a:ext cx="0" cy="25609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81" name="Straight Arrow Connector 14380">
            <a:extLst>
              <a:ext uri="{FF2B5EF4-FFF2-40B4-BE49-F238E27FC236}">
                <a16:creationId xmlns:a16="http://schemas.microsoft.com/office/drawing/2014/main" id="{5D723765-E599-FE86-D6F4-2E370298D1C1}"/>
              </a:ext>
            </a:extLst>
          </p:cNvPr>
          <p:cNvCxnSpPr>
            <a:cxnSpLocks/>
          </p:cNvCxnSpPr>
          <p:nvPr/>
        </p:nvCxnSpPr>
        <p:spPr>
          <a:xfrm flipV="1">
            <a:off x="1914427" y="2430549"/>
            <a:ext cx="0" cy="25609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82" name="Group 114">
            <a:extLst>
              <a:ext uri="{FF2B5EF4-FFF2-40B4-BE49-F238E27FC236}">
                <a16:creationId xmlns:a16="http://schemas.microsoft.com/office/drawing/2014/main" id="{772115D8-B703-6548-7477-2731C08A4998}"/>
              </a:ext>
            </a:extLst>
          </p:cNvPr>
          <p:cNvGrpSpPr>
            <a:grpSpLocks/>
          </p:cNvGrpSpPr>
          <p:nvPr/>
        </p:nvGrpSpPr>
        <p:grpSpPr bwMode="auto">
          <a:xfrm>
            <a:off x="644525" y="2818401"/>
            <a:ext cx="5416550" cy="711200"/>
            <a:chOff x="2091711" y="2136928"/>
            <a:chExt cx="5416835" cy="710464"/>
          </a:xfrm>
        </p:grpSpPr>
        <p:sp>
          <p:nvSpPr>
            <p:cNvPr id="14383" name="TextBox 38">
              <a:extLst>
                <a:ext uri="{FF2B5EF4-FFF2-40B4-BE49-F238E27FC236}">
                  <a16:creationId xmlns:a16="http://schemas.microsoft.com/office/drawing/2014/main" id="{C86BC136-8E50-640A-9B64-BA2B82771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84" name="TextBox 39">
              <a:extLst>
                <a:ext uri="{FF2B5EF4-FFF2-40B4-BE49-F238E27FC236}">
                  <a16:creationId xmlns:a16="http://schemas.microsoft.com/office/drawing/2014/main" id="{B8B8F52E-1F3A-A31D-BB6F-4D71ABD9A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85" name="TextBox 40">
              <a:extLst>
                <a:ext uri="{FF2B5EF4-FFF2-40B4-BE49-F238E27FC236}">
                  <a16:creationId xmlns:a16="http://schemas.microsoft.com/office/drawing/2014/main" id="{167C3578-8AE1-06DE-A14E-3B23112AF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86" name="TextBox 41">
              <a:extLst>
                <a:ext uri="{FF2B5EF4-FFF2-40B4-BE49-F238E27FC236}">
                  <a16:creationId xmlns:a16="http://schemas.microsoft.com/office/drawing/2014/main" id="{48934C6D-DEDE-9583-D0C8-848CC7B77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87" name="TextBox 42">
              <a:extLst>
                <a:ext uri="{FF2B5EF4-FFF2-40B4-BE49-F238E27FC236}">
                  <a16:creationId xmlns:a16="http://schemas.microsoft.com/office/drawing/2014/main" id="{5383D518-C33C-3652-7341-A9D22ABE7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88" name="TextBox 43">
              <a:extLst>
                <a:ext uri="{FF2B5EF4-FFF2-40B4-BE49-F238E27FC236}">
                  <a16:creationId xmlns:a16="http://schemas.microsoft.com/office/drawing/2014/main" id="{5CDEA465-8FAF-87FC-A9F5-7763440D2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89" name="TextBox 44">
              <a:extLst>
                <a:ext uri="{FF2B5EF4-FFF2-40B4-BE49-F238E27FC236}">
                  <a16:creationId xmlns:a16="http://schemas.microsoft.com/office/drawing/2014/main" id="{10D1AF27-E96C-5983-2842-C78FFF899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0" y="2447282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90" name="TextBox 45">
              <a:extLst>
                <a:ext uri="{FF2B5EF4-FFF2-40B4-BE49-F238E27FC236}">
                  <a16:creationId xmlns:a16="http://schemas.microsoft.com/office/drawing/2014/main" id="{8063D75C-0E43-6CC8-1C93-AA3F3D629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4622" y="2447282"/>
              <a:ext cx="55450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91" name="TextBox 46">
              <a:extLst>
                <a:ext uri="{FF2B5EF4-FFF2-40B4-BE49-F238E27FC236}">
                  <a16:creationId xmlns:a16="http://schemas.microsoft.com/office/drawing/2014/main" id="{5111FBAE-E204-846D-D439-98F187F8D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123" y="2447282"/>
              <a:ext cx="5494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14392" name="TextBox 47">
              <a:extLst>
                <a:ext uri="{FF2B5EF4-FFF2-40B4-BE49-F238E27FC236}">
                  <a16:creationId xmlns:a16="http://schemas.microsoft.com/office/drawing/2014/main" id="{7370F23C-00E0-D5B0-8070-EBA28893B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14393" name="TextBox 48">
              <a:extLst>
                <a:ext uri="{FF2B5EF4-FFF2-40B4-BE49-F238E27FC236}">
                  <a16:creationId xmlns:a16="http://schemas.microsoft.com/office/drawing/2014/main" id="{680EDBF9-FFBB-8EAF-663A-CFDA171FB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14394" name="TextBox 49">
              <a:extLst>
                <a:ext uri="{FF2B5EF4-FFF2-40B4-BE49-F238E27FC236}">
                  <a16:creationId xmlns:a16="http://schemas.microsoft.com/office/drawing/2014/main" id="{487E6B07-CDFF-C4D6-94A6-14FA00C35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14395" name="TextBox 50">
              <a:extLst>
                <a:ext uri="{FF2B5EF4-FFF2-40B4-BE49-F238E27FC236}">
                  <a16:creationId xmlns:a16="http://schemas.microsoft.com/office/drawing/2014/main" id="{8CF3788C-DECF-2680-CE59-419001161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14396" name="TextBox 51">
              <a:extLst>
                <a:ext uri="{FF2B5EF4-FFF2-40B4-BE49-F238E27FC236}">
                  <a16:creationId xmlns:a16="http://schemas.microsoft.com/office/drawing/2014/main" id="{3BF17EEB-7631-779C-657C-77D00D2D24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14397" name="TextBox 52">
              <a:extLst>
                <a:ext uri="{FF2B5EF4-FFF2-40B4-BE49-F238E27FC236}">
                  <a16:creationId xmlns:a16="http://schemas.microsoft.com/office/drawing/2014/main" id="{858BFFB7-9607-C33E-626F-724E8EEF9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14398" name="TextBox 53">
              <a:extLst>
                <a:ext uri="{FF2B5EF4-FFF2-40B4-BE49-F238E27FC236}">
                  <a16:creationId xmlns:a16="http://schemas.microsoft.com/office/drawing/2014/main" id="{ED7871B7-9D63-EF0C-03E2-A93CB14F5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1" y="2139902"/>
              <a:ext cx="55450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[6]</a:t>
              </a:r>
              <a:endParaRPr lang="en-SG" sz="1400"/>
            </a:p>
          </p:txBody>
        </p:sp>
        <p:sp>
          <p:nvSpPr>
            <p:cNvPr id="14399" name="TextBox 54">
              <a:extLst>
                <a:ext uri="{FF2B5EF4-FFF2-40B4-BE49-F238E27FC236}">
                  <a16:creationId xmlns:a16="http://schemas.microsoft.com/office/drawing/2014/main" id="{673E0738-54E9-9162-B5DF-B0AC4B738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4277" y="2138415"/>
              <a:ext cx="568508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[7]</a:t>
              </a:r>
              <a:endParaRPr lang="en-SG" sz="1400"/>
            </a:p>
          </p:txBody>
        </p:sp>
        <p:sp>
          <p:nvSpPr>
            <p:cNvPr id="80" name="TextBox 55">
              <a:extLst>
                <a:ext uri="{FF2B5EF4-FFF2-40B4-BE49-F238E27FC236}">
                  <a16:creationId xmlns:a16="http://schemas.microsoft.com/office/drawing/2014/main" id="{5EEDF775-7360-971A-D1DB-2EB010B19C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2139902"/>
              <a:ext cx="54942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[8]</a:t>
              </a:r>
              <a:endParaRPr lang="en-SG" sz="1400"/>
            </a:p>
          </p:txBody>
        </p:sp>
        <p:sp>
          <p:nvSpPr>
            <p:cNvPr id="82" name="TextBox 56">
              <a:extLst>
                <a:ext uri="{FF2B5EF4-FFF2-40B4-BE49-F238E27FC236}">
                  <a16:creationId xmlns:a16="http://schemas.microsoft.com/office/drawing/2014/main" id="{E3752B2F-B18D-05C4-81F6-557E5A409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 dirty="0" err="1"/>
                <a:t>freq</a:t>
              </a:r>
              <a:endParaRPr lang="en-SG" sz="1400" dirty="0"/>
            </a:p>
          </p:txBody>
        </p:sp>
      </p:grpSp>
      <p:sp>
        <p:nvSpPr>
          <p:cNvPr id="83" name="TextBox 46">
            <a:extLst>
              <a:ext uri="{FF2B5EF4-FFF2-40B4-BE49-F238E27FC236}">
                <a16:creationId xmlns:a16="http://schemas.microsoft.com/office/drawing/2014/main" id="{8BC0830D-3EFB-499B-12FE-D52CE39A9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6153" y="3134264"/>
            <a:ext cx="549394" cy="4005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dirty="0"/>
              <a:t>0</a:t>
            </a:r>
            <a:endParaRPr lang="en-SG" sz="2000" dirty="0"/>
          </a:p>
        </p:txBody>
      </p:sp>
      <p:sp>
        <p:nvSpPr>
          <p:cNvPr id="89" name="TextBox 55">
            <a:extLst>
              <a:ext uri="{FF2B5EF4-FFF2-40B4-BE49-F238E27FC236}">
                <a16:creationId xmlns:a16="http://schemas.microsoft.com/office/drawing/2014/main" id="{8C788A88-9DC8-DAFA-02B1-E0DFFA3A6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5370" y="2818401"/>
            <a:ext cx="549394" cy="307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[9]</a:t>
            </a:r>
            <a:endParaRPr lang="en-SG" sz="1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3203DDC-D840-B9C2-26F0-3824A6F89838}"/>
              </a:ext>
            </a:extLst>
          </p:cNvPr>
          <p:cNvSpPr txBox="1"/>
          <p:nvPr/>
        </p:nvSpPr>
        <p:spPr>
          <a:xfrm>
            <a:off x="3429000" y="5419229"/>
            <a:ext cx="3864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6892490-F35A-471E-7AA6-66CEF817A5A4}"/>
              </a:ext>
            </a:extLst>
          </p:cNvPr>
          <p:cNvCxnSpPr>
            <a:cxnSpLocks/>
          </p:cNvCxnSpPr>
          <p:nvPr/>
        </p:nvCxnSpPr>
        <p:spPr>
          <a:xfrm flipV="1">
            <a:off x="4187858" y="2430549"/>
            <a:ext cx="0" cy="25609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053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/>
      <p:bldP spid="14353" grpId="0" animBg="1"/>
      <p:bldP spid="14354" grpId="0"/>
      <p:bldP spid="14375" grpId="0" animBg="1"/>
      <p:bldP spid="14376" grpId="0"/>
      <p:bldP spid="9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2B4D-6831-CF45-0C2C-8937A8B64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067542F-78BD-CCFE-32B2-4776C4F2FB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Sort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AECFE-8348-B909-AC52-490152A5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21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D66E7A8B-FD34-F744-683E-95408AE7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298C-60CA-0831-B15E-F4A9059E8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1151466"/>
            <a:ext cx="8331200" cy="5448509"/>
          </a:xfrm>
        </p:spPr>
        <p:txBody>
          <a:bodyPr>
            <a:noAutofit/>
          </a:bodyPr>
          <a:lstStyle/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800" dirty="0">
                <a:ea typeface="ＭＳ Ｐゴシック" pitchFamily="34" charset="-128"/>
              </a:rPr>
              <a:t>Given a list of integers in [</a:t>
            </a:r>
            <a:r>
              <a:rPr lang="en-US" altLang="ja-JP" sz="2800" dirty="0">
                <a:solidFill>
                  <a:srgbClr val="0000FF"/>
                </a:solidFill>
                <a:ea typeface="ＭＳ Ｐゴシック" pitchFamily="34" charset="-128"/>
              </a:rPr>
              <a:t>0</a:t>
            </a:r>
            <a:r>
              <a:rPr lang="en-US" altLang="ja-JP" sz="2800" dirty="0">
                <a:ea typeface="ＭＳ Ｐゴシック" pitchFamily="34" charset="-128"/>
              </a:rPr>
              <a:t>, </a:t>
            </a:r>
            <a:r>
              <a:rPr lang="en-US" altLang="ja-JP" sz="2800" dirty="0">
                <a:solidFill>
                  <a:srgbClr val="0000FF"/>
                </a:solidFill>
                <a:ea typeface="ＭＳ Ｐゴシック" pitchFamily="34" charset="-128"/>
              </a:rPr>
              <a:t>MAX</a:t>
            </a:r>
            <a:r>
              <a:rPr lang="en-US" altLang="ja-JP" sz="2800" dirty="0">
                <a:ea typeface="ＭＳ Ｐゴシック" pitchFamily="34" charset="-128"/>
              </a:rPr>
              <a:t>]</a:t>
            </a: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Count</a:t>
            </a:r>
            <a:r>
              <a:rPr lang="en-US" altLang="ja-JP" sz="2400" dirty="0">
                <a:ea typeface="ＭＳ Ｐゴシック" pitchFamily="34" charset="-128"/>
              </a:rPr>
              <a:t> the frequency of the integers </a:t>
            </a: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using an array</a:t>
            </a:r>
          </a:p>
          <a:p>
            <a:pPr marL="548640" lvl="2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altLang="ja-JP" dirty="0">
              <a:ea typeface="ＭＳ Ｐゴシック" pitchFamily="34" charset="-128"/>
              <a:sym typeface="Wingdings" panose="05000000000000000000" pitchFamily="2" charset="2"/>
            </a:endParaRP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Output </a:t>
            </a:r>
            <a:r>
              <a:rPr lang="en-US" altLang="ja-JP" sz="2400" dirty="0">
                <a:ea typeface="ＭＳ Ｐゴシック" pitchFamily="34" charset="-128"/>
              </a:rPr>
              <a:t>each number into an array based on frequency, skipping those numbers which do not appear.</a:t>
            </a: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altLang="ja-JP" sz="2400" dirty="0">
              <a:ea typeface="ＭＳ Ｐゴシック" pitchFamily="34" charset="-128"/>
            </a:endParaRP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E.g., </a:t>
            </a:r>
            <a:r>
              <a:rPr lang="en-US" sz="2400" dirty="0" err="1"/>
              <a:t>freq</a:t>
            </a:r>
            <a:r>
              <a:rPr lang="en-US" sz="2400" dirty="0"/>
              <a:t>[0] == 0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skipped</a:t>
            </a:r>
          </a:p>
          <a:p>
            <a:pPr marL="548640" lvl="2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sz="2200" dirty="0"/>
              <a:t>          </a:t>
            </a:r>
            <a:r>
              <a:rPr lang="en-US" sz="2200" dirty="0" err="1"/>
              <a:t>freq</a:t>
            </a:r>
            <a:r>
              <a:rPr lang="en-US" sz="2200" dirty="0"/>
              <a:t>[1] == 0 </a:t>
            </a:r>
            <a:r>
              <a:rPr lang="en-US" sz="2200" dirty="0">
                <a:sym typeface="Wingdings" panose="05000000000000000000" pitchFamily="2" charset="2"/>
              </a:rPr>
              <a:t> skipped</a:t>
            </a:r>
          </a:p>
          <a:p>
            <a:pPr marL="548640" lvl="2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sz="2200" dirty="0">
                <a:sym typeface="Wingdings" panose="05000000000000000000" pitchFamily="2" charset="2"/>
              </a:rPr>
              <a:t>          </a:t>
            </a:r>
            <a:r>
              <a:rPr lang="en-US" sz="2200" dirty="0" err="1"/>
              <a:t>freq</a:t>
            </a:r>
            <a:r>
              <a:rPr lang="en-US" sz="2200" dirty="0"/>
              <a:t>[2] == 2 </a:t>
            </a:r>
            <a:r>
              <a:rPr lang="en-US" sz="2200" dirty="0">
                <a:sym typeface="Wingdings" panose="05000000000000000000" pitchFamily="2" charset="2"/>
              </a:rPr>
              <a:t> output 2 twice</a:t>
            </a:r>
          </a:p>
          <a:p>
            <a:pPr marL="548640" lvl="2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sz="2200" dirty="0"/>
              <a:t>          …</a:t>
            </a:r>
          </a:p>
          <a:p>
            <a:pPr marL="548640" lvl="2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sz="2200" dirty="0">
                <a:sym typeface="Wingdings" panose="05000000000000000000" pitchFamily="2" charset="2"/>
              </a:rPr>
              <a:t>          </a:t>
            </a:r>
            <a:r>
              <a:rPr lang="en-US" sz="2200" dirty="0" err="1"/>
              <a:t>freq</a:t>
            </a:r>
            <a:r>
              <a:rPr lang="en-US" sz="2200" dirty="0"/>
              <a:t>[9] == 0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skipped …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B2C99B-A26F-5D0F-17D7-8E6DC3F5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98261611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44A3-67D1-AB12-F44D-234827FD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A769A77-6FED-D4B5-D6C6-6A69BA58FA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Sort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69D35-1D87-281F-D716-DFC19349B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22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2FDED61B-13B0-6F14-E9DC-3399F94E74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grpSp>
        <p:nvGrpSpPr>
          <p:cNvPr id="8" name="Group 114">
            <a:extLst>
              <a:ext uri="{FF2B5EF4-FFF2-40B4-BE49-F238E27FC236}">
                <a16:creationId xmlns:a16="http://schemas.microsoft.com/office/drawing/2014/main" id="{8E89DA50-4E70-2895-E32F-C6A138CDC318}"/>
              </a:ext>
            </a:extLst>
          </p:cNvPr>
          <p:cNvGrpSpPr>
            <a:grpSpLocks/>
          </p:cNvGrpSpPr>
          <p:nvPr/>
        </p:nvGrpSpPr>
        <p:grpSpPr bwMode="auto">
          <a:xfrm>
            <a:off x="720374" y="1694988"/>
            <a:ext cx="3758212" cy="711200"/>
            <a:chOff x="2091711" y="2136928"/>
            <a:chExt cx="3758410" cy="710464"/>
          </a:xfrm>
        </p:grpSpPr>
        <p:sp>
          <p:nvSpPr>
            <p:cNvPr id="9" name="TextBox 38">
              <a:extLst>
                <a:ext uri="{FF2B5EF4-FFF2-40B4-BE49-F238E27FC236}">
                  <a16:creationId xmlns:a16="http://schemas.microsoft.com/office/drawing/2014/main" id="{91B3E7B2-B889-6537-04C9-4C011FA6C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5</a:t>
              </a:r>
              <a:endParaRPr lang="en-SG" sz="2000" dirty="0"/>
            </a:p>
          </p:txBody>
        </p:sp>
        <p:sp>
          <p:nvSpPr>
            <p:cNvPr id="10" name="TextBox 39">
              <a:extLst>
                <a:ext uri="{FF2B5EF4-FFF2-40B4-BE49-F238E27FC236}">
                  <a16:creationId xmlns:a16="http://schemas.microsoft.com/office/drawing/2014/main" id="{357F05B6-4D99-B6F2-50B1-5AB77E1AE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5</a:t>
              </a:r>
              <a:endParaRPr lang="en-SG" sz="2000" dirty="0"/>
            </a:p>
          </p:txBody>
        </p:sp>
        <p:sp>
          <p:nvSpPr>
            <p:cNvPr id="11" name="TextBox 40">
              <a:extLst>
                <a:ext uri="{FF2B5EF4-FFF2-40B4-BE49-F238E27FC236}">
                  <a16:creationId xmlns:a16="http://schemas.microsoft.com/office/drawing/2014/main" id="{A3EA29C7-1CEB-42F1-3BD1-5B446F698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3</a:t>
              </a:r>
              <a:endParaRPr lang="en-SG" sz="2000" dirty="0"/>
            </a:p>
          </p:txBody>
        </p:sp>
        <p:sp>
          <p:nvSpPr>
            <p:cNvPr id="13" name="TextBox 41">
              <a:extLst>
                <a:ext uri="{FF2B5EF4-FFF2-40B4-BE49-F238E27FC236}">
                  <a16:creationId xmlns:a16="http://schemas.microsoft.com/office/drawing/2014/main" id="{136833CA-8953-984F-909A-BA4AC39FC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</a:t>
              </a:r>
              <a:endParaRPr lang="en-SG" sz="2000" dirty="0"/>
            </a:p>
          </p:txBody>
        </p:sp>
        <p:sp>
          <p:nvSpPr>
            <p:cNvPr id="14" name="TextBox 42">
              <a:extLst>
                <a:ext uri="{FF2B5EF4-FFF2-40B4-BE49-F238E27FC236}">
                  <a16:creationId xmlns:a16="http://schemas.microsoft.com/office/drawing/2014/main" id="{7ABF1969-F904-2C91-C4A2-785807F60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8</a:t>
              </a:r>
              <a:endParaRPr lang="en-SG" sz="2000" dirty="0"/>
            </a:p>
          </p:txBody>
        </p:sp>
        <p:sp>
          <p:nvSpPr>
            <p:cNvPr id="15" name="TextBox 43">
              <a:extLst>
                <a:ext uri="{FF2B5EF4-FFF2-40B4-BE49-F238E27FC236}">
                  <a16:creationId xmlns:a16="http://schemas.microsoft.com/office/drawing/2014/main" id="{137902D7-7A4B-AB25-6227-74DFFD673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</a:t>
              </a:r>
              <a:endParaRPr lang="en-SG" sz="2000" dirty="0"/>
            </a:p>
          </p:txBody>
        </p:sp>
        <p:sp>
          <p:nvSpPr>
            <p:cNvPr id="19" name="TextBox 47">
              <a:extLst>
                <a:ext uri="{FF2B5EF4-FFF2-40B4-BE49-F238E27FC236}">
                  <a16:creationId xmlns:a16="http://schemas.microsoft.com/office/drawing/2014/main" id="{111DBF8A-7A90-99E9-6796-B572725F05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20" name="TextBox 48">
              <a:extLst>
                <a:ext uri="{FF2B5EF4-FFF2-40B4-BE49-F238E27FC236}">
                  <a16:creationId xmlns:a16="http://schemas.microsoft.com/office/drawing/2014/main" id="{5EB2866C-3D07-DDC5-5207-38678EB36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21" name="TextBox 49">
              <a:extLst>
                <a:ext uri="{FF2B5EF4-FFF2-40B4-BE49-F238E27FC236}">
                  <a16:creationId xmlns:a16="http://schemas.microsoft.com/office/drawing/2014/main" id="{038B79B0-C5BF-BEA2-1CFF-2C618FEC0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22" name="TextBox 50">
              <a:extLst>
                <a:ext uri="{FF2B5EF4-FFF2-40B4-BE49-F238E27FC236}">
                  <a16:creationId xmlns:a16="http://schemas.microsoft.com/office/drawing/2014/main" id="{84E12972-F36F-F505-F6D0-7012725134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23" name="TextBox 51">
              <a:extLst>
                <a:ext uri="{FF2B5EF4-FFF2-40B4-BE49-F238E27FC236}">
                  <a16:creationId xmlns:a16="http://schemas.microsoft.com/office/drawing/2014/main" id="{ED4858FD-CF98-8E46-7E8B-CB1C69324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24" name="TextBox 52">
              <a:extLst>
                <a:ext uri="{FF2B5EF4-FFF2-40B4-BE49-F238E27FC236}">
                  <a16:creationId xmlns:a16="http://schemas.microsoft.com/office/drawing/2014/main" id="{950A0B6F-E5EB-F9A9-7589-B78478A19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28" name="TextBox 56">
              <a:extLst>
                <a:ext uri="{FF2B5EF4-FFF2-40B4-BE49-F238E27FC236}">
                  <a16:creationId xmlns:a16="http://schemas.microsoft.com/office/drawing/2014/main" id="{7542EC23-345F-133C-06AE-24856508D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 dirty="0"/>
                <a:t>in</a:t>
              </a:r>
              <a:endParaRPr lang="en-SG" sz="1400" dirty="0"/>
            </a:p>
          </p:txBody>
        </p:sp>
      </p:grpSp>
      <p:grpSp>
        <p:nvGrpSpPr>
          <p:cNvPr id="44" name="Group 114">
            <a:extLst>
              <a:ext uri="{FF2B5EF4-FFF2-40B4-BE49-F238E27FC236}">
                <a16:creationId xmlns:a16="http://schemas.microsoft.com/office/drawing/2014/main" id="{4FE6DA90-FEBC-2BD4-B9BB-C9CDFC4B0436}"/>
              </a:ext>
            </a:extLst>
          </p:cNvPr>
          <p:cNvGrpSpPr>
            <a:grpSpLocks/>
          </p:cNvGrpSpPr>
          <p:nvPr/>
        </p:nvGrpSpPr>
        <p:grpSpPr bwMode="auto">
          <a:xfrm>
            <a:off x="720374" y="2773153"/>
            <a:ext cx="5416550" cy="711200"/>
            <a:chOff x="2091711" y="2136928"/>
            <a:chExt cx="5416835" cy="710464"/>
          </a:xfrm>
        </p:grpSpPr>
        <p:sp>
          <p:nvSpPr>
            <p:cNvPr id="45" name="TextBox 38">
              <a:extLst>
                <a:ext uri="{FF2B5EF4-FFF2-40B4-BE49-F238E27FC236}">
                  <a16:creationId xmlns:a16="http://schemas.microsoft.com/office/drawing/2014/main" id="{C0A0A840-DBDB-9698-836A-E92FC82A9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46" name="TextBox 39">
              <a:extLst>
                <a:ext uri="{FF2B5EF4-FFF2-40B4-BE49-F238E27FC236}">
                  <a16:creationId xmlns:a16="http://schemas.microsoft.com/office/drawing/2014/main" id="{8D46E370-6D56-6E51-5384-E31E9249C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47" name="TextBox 40">
              <a:extLst>
                <a:ext uri="{FF2B5EF4-FFF2-40B4-BE49-F238E27FC236}">
                  <a16:creationId xmlns:a16="http://schemas.microsoft.com/office/drawing/2014/main" id="{7C825096-730F-C3FB-FA41-D45A97070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</a:t>
              </a:r>
              <a:endParaRPr lang="en-SG" sz="2000" dirty="0"/>
            </a:p>
          </p:txBody>
        </p:sp>
        <p:sp>
          <p:nvSpPr>
            <p:cNvPr id="48" name="TextBox 41">
              <a:extLst>
                <a:ext uri="{FF2B5EF4-FFF2-40B4-BE49-F238E27FC236}">
                  <a16:creationId xmlns:a16="http://schemas.microsoft.com/office/drawing/2014/main" id="{F4726CC8-5D2A-0955-B79F-23C4E8523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</a:t>
              </a:r>
              <a:endParaRPr lang="en-SG" sz="2000" dirty="0"/>
            </a:p>
          </p:txBody>
        </p:sp>
        <p:sp>
          <p:nvSpPr>
            <p:cNvPr id="49" name="TextBox 42">
              <a:extLst>
                <a:ext uri="{FF2B5EF4-FFF2-40B4-BE49-F238E27FC236}">
                  <a16:creationId xmlns:a16="http://schemas.microsoft.com/office/drawing/2014/main" id="{A996AA10-9C77-4A2E-E582-16ACC385F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50" name="TextBox 43">
              <a:extLst>
                <a:ext uri="{FF2B5EF4-FFF2-40B4-BE49-F238E27FC236}">
                  <a16:creationId xmlns:a16="http://schemas.microsoft.com/office/drawing/2014/main" id="{0C0D28AF-0BE8-DE53-365F-7E7CFE2C1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</a:t>
              </a:r>
              <a:endParaRPr lang="en-SG" sz="2000" dirty="0"/>
            </a:p>
          </p:txBody>
        </p:sp>
        <p:sp>
          <p:nvSpPr>
            <p:cNvPr id="51" name="TextBox 44">
              <a:extLst>
                <a:ext uri="{FF2B5EF4-FFF2-40B4-BE49-F238E27FC236}">
                  <a16:creationId xmlns:a16="http://schemas.microsoft.com/office/drawing/2014/main" id="{CA06F54D-C968-C264-6EBB-861267DA8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0" y="2447282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52" name="TextBox 45">
              <a:extLst>
                <a:ext uri="{FF2B5EF4-FFF2-40B4-BE49-F238E27FC236}">
                  <a16:creationId xmlns:a16="http://schemas.microsoft.com/office/drawing/2014/main" id="{BF03306C-2666-B978-C98B-6AAAF5238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4622" y="2447282"/>
              <a:ext cx="55450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0</a:t>
              </a:r>
              <a:endParaRPr lang="en-SG" sz="2000" dirty="0"/>
            </a:p>
          </p:txBody>
        </p:sp>
        <p:sp>
          <p:nvSpPr>
            <p:cNvPr id="53" name="TextBox 46">
              <a:extLst>
                <a:ext uri="{FF2B5EF4-FFF2-40B4-BE49-F238E27FC236}">
                  <a16:creationId xmlns:a16="http://schemas.microsoft.com/office/drawing/2014/main" id="{99431693-1D04-9971-550A-0E76CDD5E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123" y="2447282"/>
              <a:ext cx="5494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</a:t>
              </a:r>
              <a:endParaRPr lang="en-SG" sz="2000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CBAF904E-A51C-9ACD-1586-ED6A769E2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55" name="TextBox 48">
              <a:extLst>
                <a:ext uri="{FF2B5EF4-FFF2-40B4-BE49-F238E27FC236}">
                  <a16:creationId xmlns:a16="http://schemas.microsoft.com/office/drawing/2014/main" id="{FDF4390C-08B6-DE22-9BB0-6E1CE6FC9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56" name="TextBox 49">
              <a:extLst>
                <a:ext uri="{FF2B5EF4-FFF2-40B4-BE49-F238E27FC236}">
                  <a16:creationId xmlns:a16="http://schemas.microsoft.com/office/drawing/2014/main" id="{C6C73433-31BD-9111-4D24-06BA88EF1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57" name="TextBox 50">
              <a:extLst>
                <a:ext uri="{FF2B5EF4-FFF2-40B4-BE49-F238E27FC236}">
                  <a16:creationId xmlns:a16="http://schemas.microsoft.com/office/drawing/2014/main" id="{36BDEC32-7B37-229C-F3DF-DD7DD5DDF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58" name="TextBox 51">
              <a:extLst>
                <a:ext uri="{FF2B5EF4-FFF2-40B4-BE49-F238E27FC236}">
                  <a16:creationId xmlns:a16="http://schemas.microsoft.com/office/drawing/2014/main" id="{08936F74-C7D9-D789-33BD-87CCA34C95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59" name="TextBox 52">
              <a:extLst>
                <a:ext uri="{FF2B5EF4-FFF2-40B4-BE49-F238E27FC236}">
                  <a16:creationId xmlns:a16="http://schemas.microsoft.com/office/drawing/2014/main" id="{7F12B627-B36A-60EB-8790-45949B812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60" name="TextBox 53">
              <a:extLst>
                <a:ext uri="{FF2B5EF4-FFF2-40B4-BE49-F238E27FC236}">
                  <a16:creationId xmlns:a16="http://schemas.microsoft.com/office/drawing/2014/main" id="{F79BA328-289C-AF88-C0E9-40FCC00E3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1" y="2139902"/>
              <a:ext cx="55450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[6]</a:t>
              </a:r>
              <a:endParaRPr lang="en-SG" sz="1400"/>
            </a:p>
          </p:txBody>
        </p:sp>
        <p:sp>
          <p:nvSpPr>
            <p:cNvPr id="61" name="TextBox 54">
              <a:extLst>
                <a:ext uri="{FF2B5EF4-FFF2-40B4-BE49-F238E27FC236}">
                  <a16:creationId xmlns:a16="http://schemas.microsoft.com/office/drawing/2014/main" id="{92FC14C6-3E89-D2F0-D15C-3F3C58532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4277" y="2138415"/>
              <a:ext cx="568508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[7]</a:t>
              </a:r>
              <a:endParaRPr lang="en-SG" sz="1400"/>
            </a:p>
          </p:txBody>
        </p:sp>
        <p:sp>
          <p:nvSpPr>
            <p:cNvPr id="62" name="TextBox 55">
              <a:extLst>
                <a:ext uri="{FF2B5EF4-FFF2-40B4-BE49-F238E27FC236}">
                  <a16:creationId xmlns:a16="http://schemas.microsoft.com/office/drawing/2014/main" id="{4F0575DF-20B6-733A-4AD2-68851D677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2139902"/>
              <a:ext cx="54942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[8]</a:t>
              </a:r>
              <a:endParaRPr lang="en-SG" sz="1400"/>
            </a:p>
          </p:txBody>
        </p:sp>
        <p:sp>
          <p:nvSpPr>
            <p:cNvPr id="63" name="TextBox 56">
              <a:extLst>
                <a:ext uri="{FF2B5EF4-FFF2-40B4-BE49-F238E27FC236}">
                  <a16:creationId xmlns:a16="http://schemas.microsoft.com/office/drawing/2014/main" id="{316A1CDF-822D-BED2-59A4-14FF696BB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 dirty="0" err="1"/>
                <a:t>freq</a:t>
              </a:r>
              <a:endParaRPr lang="en-SG" sz="1400" dirty="0"/>
            </a:p>
          </p:txBody>
        </p:sp>
      </p:grpSp>
      <p:grpSp>
        <p:nvGrpSpPr>
          <p:cNvPr id="65" name="Group 114">
            <a:extLst>
              <a:ext uri="{FF2B5EF4-FFF2-40B4-BE49-F238E27FC236}">
                <a16:creationId xmlns:a16="http://schemas.microsoft.com/office/drawing/2014/main" id="{2A0D5423-5E92-8CA0-1906-63FF60C4F97C}"/>
              </a:ext>
            </a:extLst>
          </p:cNvPr>
          <p:cNvGrpSpPr>
            <a:grpSpLocks/>
          </p:cNvGrpSpPr>
          <p:nvPr/>
        </p:nvGrpSpPr>
        <p:grpSpPr bwMode="auto">
          <a:xfrm>
            <a:off x="720374" y="3926581"/>
            <a:ext cx="3758212" cy="711200"/>
            <a:chOff x="2091711" y="2136928"/>
            <a:chExt cx="3758410" cy="710464"/>
          </a:xfrm>
        </p:grpSpPr>
        <p:sp>
          <p:nvSpPr>
            <p:cNvPr id="66" name="TextBox 38">
              <a:extLst>
                <a:ext uri="{FF2B5EF4-FFF2-40B4-BE49-F238E27FC236}">
                  <a16:creationId xmlns:a16="http://schemas.microsoft.com/office/drawing/2014/main" id="{BA6A0DA0-31C7-8976-C8D7-2577687B1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</a:t>
              </a:r>
              <a:endParaRPr lang="en-SG" sz="2000" dirty="0"/>
            </a:p>
          </p:txBody>
        </p:sp>
        <p:sp>
          <p:nvSpPr>
            <p:cNvPr id="67" name="TextBox 39">
              <a:extLst>
                <a:ext uri="{FF2B5EF4-FFF2-40B4-BE49-F238E27FC236}">
                  <a16:creationId xmlns:a16="http://schemas.microsoft.com/office/drawing/2014/main" id="{126A8AF7-3522-2F18-5F1C-64C08A529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</a:t>
              </a:r>
              <a:endParaRPr lang="en-SG" sz="2000" dirty="0"/>
            </a:p>
          </p:txBody>
        </p:sp>
        <p:sp>
          <p:nvSpPr>
            <p:cNvPr id="68" name="TextBox 40">
              <a:extLst>
                <a:ext uri="{FF2B5EF4-FFF2-40B4-BE49-F238E27FC236}">
                  <a16:creationId xmlns:a16="http://schemas.microsoft.com/office/drawing/2014/main" id="{4AC656DF-F2FB-EBAE-208B-B7DAE87C89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3</a:t>
              </a:r>
              <a:endParaRPr lang="en-SG" sz="2000" dirty="0"/>
            </a:p>
          </p:txBody>
        </p:sp>
        <p:sp>
          <p:nvSpPr>
            <p:cNvPr id="69" name="TextBox 41">
              <a:extLst>
                <a:ext uri="{FF2B5EF4-FFF2-40B4-BE49-F238E27FC236}">
                  <a16:creationId xmlns:a16="http://schemas.microsoft.com/office/drawing/2014/main" id="{7656E4CB-BB73-1E6B-EB95-B3F919243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5</a:t>
              </a:r>
              <a:endParaRPr lang="en-SG" sz="2000" dirty="0"/>
            </a:p>
          </p:txBody>
        </p:sp>
        <p:sp>
          <p:nvSpPr>
            <p:cNvPr id="70" name="TextBox 42">
              <a:extLst>
                <a:ext uri="{FF2B5EF4-FFF2-40B4-BE49-F238E27FC236}">
                  <a16:creationId xmlns:a16="http://schemas.microsoft.com/office/drawing/2014/main" id="{E5C21537-EAF4-F460-3022-CBFAC334C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5</a:t>
              </a:r>
              <a:endParaRPr lang="en-SG" sz="2000" dirty="0"/>
            </a:p>
          </p:txBody>
        </p:sp>
        <p:sp>
          <p:nvSpPr>
            <p:cNvPr id="71" name="TextBox 43">
              <a:extLst>
                <a:ext uri="{FF2B5EF4-FFF2-40B4-BE49-F238E27FC236}">
                  <a16:creationId xmlns:a16="http://schemas.microsoft.com/office/drawing/2014/main" id="{443DB2A9-C114-D01A-B31D-AD9FD5DCA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8</a:t>
              </a:r>
              <a:endParaRPr lang="en-SG" sz="2000" dirty="0"/>
            </a:p>
          </p:txBody>
        </p:sp>
        <p:sp>
          <p:nvSpPr>
            <p:cNvPr id="72" name="TextBox 47">
              <a:extLst>
                <a:ext uri="{FF2B5EF4-FFF2-40B4-BE49-F238E27FC236}">
                  <a16:creationId xmlns:a16="http://schemas.microsoft.com/office/drawing/2014/main" id="{E7D0796D-51AA-330D-EA25-DCDCCA4D52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73" name="TextBox 48">
              <a:extLst>
                <a:ext uri="{FF2B5EF4-FFF2-40B4-BE49-F238E27FC236}">
                  <a16:creationId xmlns:a16="http://schemas.microsoft.com/office/drawing/2014/main" id="{A3065E8C-9CBC-4AE6-EB46-CBE472D259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74" name="TextBox 49">
              <a:extLst>
                <a:ext uri="{FF2B5EF4-FFF2-40B4-BE49-F238E27FC236}">
                  <a16:creationId xmlns:a16="http://schemas.microsoft.com/office/drawing/2014/main" id="{86336719-664E-1C5F-3542-7A2AEFD3F0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75" name="TextBox 50">
              <a:extLst>
                <a:ext uri="{FF2B5EF4-FFF2-40B4-BE49-F238E27FC236}">
                  <a16:creationId xmlns:a16="http://schemas.microsoft.com/office/drawing/2014/main" id="{33E8D787-2F22-38D4-107F-100BE79033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76" name="TextBox 51">
              <a:extLst>
                <a:ext uri="{FF2B5EF4-FFF2-40B4-BE49-F238E27FC236}">
                  <a16:creationId xmlns:a16="http://schemas.microsoft.com/office/drawing/2014/main" id="{E53C8A3B-6191-7422-E70F-E691B583E4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77" name="TextBox 52">
              <a:extLst>
                <a:ext uri="{FF2B5EF4-FFF2-40B4-BE49-F238E27FC236}">
                  <a16:creationId xmlns:a16="http://schemas.microsoft.com/office/drawing/2014/main" id="{8ED53C24-A25A-F04A-3528-F32D4C470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78" name="TextBox 56">
              <a:extLst>
                <a:ext uri="{FF2B5EF4-FFF2-40B4-BE49-F238E27FC236}">
                  <a16:creationId xmlns:a16="http://schemas.microsoft.com/office/drawing/2014/main" id="{C27B3BAD-255B-1D19-11A1-344629993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 dirty="0"/>
                <a:t>out</a:t>
              </a:r>
              <a:endParaRPr lang="en-SG" sz="1400" dirty="0"/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01B2BB9-F526-014D-81C5-F421B5F5A0C5}"/>
              </a:ext>
            </a:extLst>
          </p:cNvPr>
          <p:cNvCxnSpPr>
            <a:stCxn id="47" idx="2"/>
            <a:endCxn id="72" idx="3"/>
          </p:cNvCxnSpPr>
          <p:nvPr/>
        </p:nvCxnSpPr>
        <p:spPr>
          <a:xfrm flipH="1">
            <a:off x="1657579" y="3484353"/>
            <a:ext cx="842480" cy="59756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813C005-8217-82BD-6A6B-74A2FBF33338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2139979" y="3484353"/>
            <a:ext cx="360080" cy="59607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EA91F4F-EB15-A791-0DA6-C644D7FEAF5A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2664515" y="3484353"/>
            <a:ext cx="397112" cy="59607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D3C314D-405B-785B-564C-64E8DF0A9691}"/>
              </a:ext>
            </a:extLst>
          </p:cNvPr>
          <p:cNvCxnSpPr/>
          <p:nvPr/>
        </p:nvCxnSpPr>
        <p:spPr>
          <a:xfrm flipH="1">
            <a:off x="3350952" y="3493896"/>
            <a:ext cx="842480" cy="59756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12CD215-E67A-D66E-70BA-B9AE21E84D84}"/>
              </a:ext>
            </a:extLst>
          </p:cNvPr>
          <p:cNvCxnSpPr>
            <a:cxnSpLocks/>
          </p:cNvCxnSpPr>
          <p:nvPr/>
        </p:nvCxnSpPr>
        <p:spPr>
          <a:xfrm flipH="1">
            <a:off x="3833352" y="3493896"/>
            <a:ext cx="360080" cy="59607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46">
            <a:extLst>
              <a:ext uri="{FF2B5EF4-FFF2-40B4-BE49-F238E27FC236}">
                <a16:creationId xmlns:a16="http://schemas.microsoft.com/office/drawing/2014/main" id="{0E9E4EA7-57D7-F20A-384C-B272C3C5E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2002" y="3089016"/>
            <a:ext cx="549394" cy="4005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dirty="0"/>
              <a:t>0</a:t>
            </a:r>
            <a:endParaRPr lang="en-SG" sz="2000" dirty="0"/>
          </a:p>
        </p:txBody>
      </p:sp>
      <p:sp>
        <p:nvSpPr>
          <p:cNvPr id="87" name="TextBox 55">
            <a:extLst>
              <a:ext uri="{FF2B5EF4-FFF2-40B4-BE49-F238E27FC236}">
                <a16:creationId xmlns:a16="http://schemas.microsoft.com/office/drawing/2014/main" id="{982050DF-882B-630D-144B-5DD505CDA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219" y="2773153"/>
            <a:ext cx="549394" cy="307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[9]</a:t>
            </a:r>
            <a:endParaRPr lang="en-SG" sz="1400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1CDF953-C158-1377-EBD4-47D96CFAF055}"/>
              </a:ext>
            </a:extLst>
          </p:cNvPr>
          <p:cNvCxnSpPr>
            <a:cxnSpLocks/>
          </p:cNvCxnSpPr>
          <p:nvPr/>
        </p:nvCxnSpPr>
        <p:spPr>
          <a:xfrm flipH="1">
            <a:off x="4354477" y="3494627"/>
            <a:ext cx="1507750" cy="6056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D0F6D8-B2DE-51A6-C541-BD8E1590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1942050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Sort: Implementation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08" name="TextBox 207"/>
          <p:cNvSpPr txBox="1"/>
          <p:nvPr/>
        </p:nvSpPr>
        <p:spPr bwMode="auto">
          <a:xfrm>
            <a:off x="457200" y="1228725"/>
            <a:ext cx="8458200" cy="52937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counting_sort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long 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in[],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out[]){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[MAX +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] = {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};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endParaRPr lang="en-SG" sz="20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+=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[in[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]] +=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endParaRPr lang="en-SG" sz="20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outpos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&lt;= MAX;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+=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j =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outpos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; j &lt;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outpos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]; j +=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    out[j] =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outpos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+=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147F42-89FB-42C6-B806-7408A6E10C0D}"/>
              </a:ext>
            </a:extLst>
          </p:cNvPr>
          <p:cNvSpPr/>
          <p:nvPr/>
        </p:nvSpPr>
        <p:spPr>
          <a:xfrm>
            <a:off x="801384" y="1901914"/>
            <a:ext cx="4175730" cy="304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7AAE2-F38B-417D-947C-348A13427B96}"/>
              </a:ext>
            </a:extLst>
          </p:cNvPr>
          <p:cNvSpPr/>
          <p:nvPr/>
        </p:nvSpPr>
        <p:spPr>
          <a:xfrm>
            <a:off x="801383" y="2498756"/>
            <a:ext cx="5744271" cy="9302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70160C-8CA5-4D75-8EEF-73BCE9665B64}"/>
              </a:ext>
            </a:extLst>
          </p:cNvPr>
          <p:cNvSpPr/>
          <p:nvPr/>
        </p:nvSpPr>
        <p:spPr>
          <a:xfrm>
            <a:off x="533400" y="3721588"/>
            <a:ext cx="8298084" cy="2412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50B63E-3485-EFDB-77B5-14F32C3E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634836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8" grpId="0" animBg="1"/>
      <p:bldP spid="8" grpId="1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Sort: Performance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E46BA-E5C4-4A53-9CBF-B16B08705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1151467"/>
            <a:ext cx="8331200" cy="4985564"/>
          </a:xfrm>
        </p:spPr>
        <p:txBody>
          <a:bodyPr>
            <a:normAutofit/>
          </a:bodyPr>
          <a:lstStyle/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Let say the length of the list is n.</a:t>
            </a:r>
          </a:p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altLang="ja-JP" dirty="0">
              <a:ea typeface="ＭＳ Ｐゴシック" pitchFamily="34" charset="-128"/>
            </a:endParaRPr>
          </a:p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dirty="0">
                <a:ea typeface="ＭＳ Ｐゴシック" pitchFamily="34" charset="-128"/>
              </a:rPr>
              <a:t>The calculation of frequencies takes O(n) time</a:t>
            </a:r>
          </a:p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dirty="0">
                <a:ea typeface="ＭＳ Ｐゴシック" pitchFamily="34" charset="-128"/>
              </a:rPr>
              <a:t>The output is done in nested loop</a:t>
            </a: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ea typeface="ＭＳ Ｐゴシック" pitchFamily="34" charset="-128"/>
              </a:rPr>
              <a:t>Outer loop takes O(MAX+1) iteration</a:t>
            </a: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ea typeface="ＭＳ Ｐゴシック" pitchFamily="34" charset="-128"/>
              </a:rPr>
              <a:t>The total number of output done in the inner loop is O(n) since every number in the list is output only once.</a:t>
            </a: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ea typeface="ＭＳ Ｐゴシック" pitchFamily="34" charset="-128"/>
            </a:endParaRPr>
          </a:p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ea typeface="ＭＳ Ｐゴシック" pitchFamily="34" charset="-128"/>
              </a:rPr>
              <a:t>Total: O(n + MAX + 1 + n) = O(n + MAX)</a:t>
            </a: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E1E375-8DDF-E40F-3413-9C7ED004F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4032614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41193-320E-CE1F-F0CC-EDFF04B43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5638D5C-334C-2222-E657-1E080EE5F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Selection Sort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97065-A147-3C40-26FF-BFCA4508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25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130D92E3-2D4F-A90F-A22A-17430C4F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95D52D2-3CE2-0B29-EA6A-34CEC8DEC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1195753"/>
            <a:ext cx="8331200" cy="4941277"/>
          </a:xfrm>
        </p:spPr>
        <p:txBody>
          <a:bodyPr>
            <a:normAutofit/>
          </a:bodyPr>
          <a:lstStyle/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800" dirty="0">
                <a:solidFill>
                  <a:srgbClr val="C00000"/>
                </a:solidFill>
                <a:ea typeface="ＭＳ Ｐゴシック" pitchFamily="34" charset="-128"/>
              </a:rPr>
              <a:t>Key Idea</a:t>
            </a: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0000FF"/>
                </a:solidFill>
                <a:ea typeface="ＭＳ Ｐゴシック" pitchFamily="34" charset="-128"/>
              </a:rPr>
              <a:t>Find</a:t>
            </a:r>
            <a:r>
              <a:rPr lang="en-US" kern="0" dirty="0">
                <a:ea typeface="ＭＳ Ｐゴシック" pitchFamily="34" charset="-128"/>
              </a:rPr>
              <a:t> the </a:t>
            </a:r>
            <a:r>
              <a:rPr lang="en-US" b="1" kern="0" dirty="0">
                <a:ea typeface="ＭＳ Ｐゴシック" pitchFamily="34" charset="-128"/>
              </a:rPr>
              <a:t>maximum</a:t>
            </a:r>
            <a:r>
              <a:rPr lang="en-US" kern="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en-US" kern="0" dirty="0">
                <a:ea typeface="ＭＳ Ｐゴシック" pitchFamily="34" charset="-128"/>
              </a:rPr>
              <a:t>element in the current list</a:t>
            </a:r>
          </a:p>
          <a:p>
            <a:pPr marL="274320" lvl="1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kern="0" dirty="0">
                <a:solidFill>
                  <a:srgbClr val="0000FF"/>
                </a:solidFill>
                <a:ea typeface="ＭＳ Ｐゴシック" pitchFamily="34" charset="-128"/>
              </a:rPr>
              <a:t>     Swap </a:t>
            </a:r>
            <a:r>
              <a:rPr lang="en-US" kern="0" dirty="0">
                <a:ea typeface="ＭＳ Ｐゴシック" pitchFamily="34" charset="-128"/>
              </a:rPr>
              <a:t>it with the </a:t>
            </a:r>
            <a:r>
              <a:rPr lang="en-US" b="1" kern="0" dirty="0">
                <a:ea typeface="ＭＳ Ｐゴシック" pitchFamily="34" charset="-128"/>
              </a:rPr>
              <a:t>last</a:t>
            </a:r>
            <a:r>
              <a:rPr lang="en-US" kern="0" dirty="0">
                <a:ea typeface="ＭＳ Ｐゴシック" pitchFamily="34" charset="-128"/>
              </a:rPr>
              <a:t> element in the current list</a:t>
            </a:r>
            <a:endParaRPr lang="en-US" kern="0" dirty="0"/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altLang="ja-JP" sz="2400" dirty="0">
              <a:ea typeface="ＭＳ Ｐゴシック" pitchFamily="34" charset="-128"/>
            </a:endParaRP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altLang="ja-JP" sz="2400" dirty="0">
              <a:ea typeface="ＭＳ Ｐゴシック" pitchFamily="34" charset="-128"/>
            </a:endParaRP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E97243-B548-2FC7-880C-BA2A7D44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3" name="Group 114">
            <a:extLst>
              <a:ext uri="{FF2B5EF4-FFF2-40B4-BE49-F238E27FC236}">
                <a16:creationId xmlns:a16="http://schemas.microsoft.com/office/drawing/2014/main" id="{696A156C-C145-D18C-B6BA-23DD61FB0C82}"/>
              </a:ext>
            </a:extLst>
          </p:cNvPr>
          <p:cNvGrpSpPr>
            <a:grpSpLocks/>
          </p:cNvGrpSpPr>
          <p:nvPr/>
        </p:nvGrpSpPr>
        <p:grpSpPr bwMode="auto">
          <a:xfrm>
            <a:off x="2300817" y="2845564"/>
            <a:ext cx="5416550" cy="711200"/>
            <a:chOff x="2091711" y="2136928"/>
            <a:chExt cx="5416835" cy="710464"/>
          </a:xfrm>
        </p:grpSpPr>
        <p:sp>
          <p:nvSpPr>
            <p:cNvPr id="4" name="TextBox 38">
              <a:extLst>
                <a:ext uri="{FF2B5EF4-FFF2-40B4-BE49-F238E27FC236}">
                  <a16:creationId xmlns:a16="http://schemas.microsoft.com/office/drawing/2014/main" id="{5ADDBF2C-B3B8-DBEF-1243-39FF615C36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23</a:t>
              </a:r>
              <a:endParaRPr lang="en-SG" sz="2000"/>
            </a:p>
          </p:txBody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770859F7-3B8C-C343-BFA8-FF19CD0A5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17</a:t>
              </a:r>
              <a:endParaRPr lang="en-SG" sz="2000"/>
            </a:p>
          </p:txBody>
        </p:sp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539A7668-1653-DE5F-AF86-1A15B500E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5</a:t>
              </a:r>
              <a:endParaRPr lang="en-SG" sz="2000"/>
            </a:p>
          </p:txBody>
        </p:sp>
        <p:sp>
          <p:nvSpPr>
            <p:cNvPr id="9" name="TextBox 41">
              <a:extLst>
                <a:ext uri="{FF2B5EF4-FFF2-40B4-BE49-F238E27FC236}">
                  <a16:creationId xmlns:a16="http://schemas.microsoft.com/office/drawing/2014/main" id="{BF30D8C7-C86A-B590-5071-46CBFE1D1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90</a:t>
              </a:r>
              <a:endParaRPr lang="en-SG" sz="2000"/>
            </a:p>
          </p:txBody>
        </p:sp>
        <p:sp>
          <p:nvSpPr>
            <p:cNvPr id="10" name="TextBox 42">
              <a:extLst>
                <a:ext uri="{FF2B5EF4-FFF2-40B4-BE49-F238E27FC236}">
                  <a16:creationId xmlns:a16="http://schemas.microsoft.com/office/drawing/2014/main" id="{88164142-9BA6-005D-B7C0-DC887066B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12</a:t>
              </a:r>
              <a:endParaRPr lang="en-SG" sz="2000" dirty="0"/>
            </a:p>
          </p:txBody>
        </p:sp>
        <p:sp>
          <p:nvSpPr>
            <p:cNvPr id="11" name="TextBox 43">
              <a:extLst>
                <a:ext uri="{FF2B5EF4-FFF2-40B4-BE49-F238E27FC236}">
                  <a16:creationId xmlns:a16="http://schemas.microsoft.com/office/drawing/2014/main" id="{CB3CB056-BA99-F49F-D719-326441B24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44</a:t>
              </a:r>
              <a:endParaRPr lang="en-SG" sz="2000"/>
            </a:p>
          </p:txBody>
        </p:sp>
        <p:sp>
          <p:nvSpPr>
            <p:cNvPr id="13" name="TextBox 44">
              <a:extLst>
                <a:ext uri="{FF2B5EF4-FFF2-40B4-BE49-F238E27FC236}">
                  <a16:creationId xmlns:a16="http://schemas.microsoft.com/office/drawing/2014/main" id="{8FCE2977-E063-8FD7-2C2E-AE4BDC991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0" y="2447282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38</a:t>
              </a:r>
              <a:endParaRPr lang="en-SG" sz="2000"/>
            </a:p>
          </p:txBody>
        </p:sp>
        <p:sp>
          <p:nvSpPr>
            <p:cNvPr id="14" name="TextBox 45">
              <a:extLst>
                <a:ext uri="{FF2B5EF4-FFF2-40B4-BE49-F238E27FC236}">
                  <a16:creationId xmlns:a16="http://schemas.microsoft.com/office/drawing/2014/main" id="{6F2D7BFF-8E91-4067-4694-83F056F17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4622" y="2447282"/>
              <a:ext cx="55450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84</a:t>
              </a:r>
              <a:endParaRPr lang="en-SG" sz="2000"/>
            </a:p>
          </p:txBody>
        </p:sp>
        <p:sp>
          <p:nvSpPr>
            <p:cNvPr id="15" name="TextBox 46">
              <a:extLst>
                <a:ext uri="{FF2B5EF4-FFF2-40B4-BE49-F238E27FC236}">
                  <a16:creationId xmlns:a16="http://schemas.microsoft.com/office/drawing/2014/main" id="{225B6FD4-5184-93A6-6F7B-A97CC7040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123" y="2447282"/>
              <a:ext cx="5494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77</a:t>
              </a:r>
              <a:endParaRPr lang="en-SG" sz="2000" dirty="0"/>
            </a:p>
          </p:txBody>
        </p:sp>
        <p:sp>
          <p:nvSpPr>
            <p:cNvPr id="16" name="TextBox 47">
              <a:extLst>
                <a:ext uri="{FF2B5EF4-FFF2-40B4-BE49-F238E27FC236}">
                  <a16:creationId xmlns:a16="http://schemas.microsoft.com/office/drawing/2014/main" id="{F21920C0-987E-2973-2500-F2E6AA08D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17" name="TextBox 48">
              <a:extLst>
                <a:ext uri="{FF2B5EF4-FFF2-40B4-BE49-F238E27FC236}">
                  <a16:creationId xmlns:a16="http://schemas.microsoft.com/office/drawing/2014/main" id="{ED40F3CB-F949-A3DE-85A4-2E85A50F7B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18" name="TextBox 49">
              <a:extLst>
                <a:ext uri="{FF2B5EF4-FFF2-40B4-BE49-F238E27FC236}">
                  <a16:creationId xmlns:a16="http://schemas.microsoft.com/office/drawing/2014/main" id="{BB30BA2C-47DF-107A-F4CF-FC02985BA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19" name="TextBox 50">
              <a:extLst>
                <a:ext uri="{FF2B5EF4-FFF2-40B4-BE49-F238E27FC236}">
                  <a16:creationId xmlns:a16="http://schemas.microsoft.com/office/drawing/2014/main" id="{F4D4030D-DDE2-441B-C347-776AE2B0E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20" name="TextBox 51">
              <a:extLst>
                <a:ext uri="{FF2B5EF4-FFF2-40B4-BE49-F238E27FC236}">
                  <a16:creationId xmlns:a16="http://schemas.microsoft.com/office/drawing/2014/main" id="{54DF7ACE-509B-2614-063B-85CBA653F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21" name="TextBox 52">
              <a:extLst>
                <a:ext uri="{FF2B5EF4-FFF2-40B4-BE49-F238E27FC236}">
                  <a16:creationId xmlns:a16="http://schemas.microsoft.com/office/drawing/2014/main" id="{3A8531E6-0EF9-50B5-0C43-53F99BDF9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22" name="TextBox 53">
              <a:extLst>
                <a:ext uri="{FF2B5EF4-FFF2-40B4-BE49-F238E27FC236}">
                  <a16:creationId xmlns:a16="http://schemas.microsoft.com/office/drawing/2014/main" id="{23C94FB4-93FA-3963-F7ED-68423DD3C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1" y="2139902"/>
              <a:ext cx="55450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[6]</a:t>
              </a:r>
              <a:endParaRPr lang="en-SG" sz="1400"/>
            </a:p>
          </p:txBody>
        </p:sp>
        <p:sp>
          <p:nvSpPr>
            <p:cNvPr id="23" name="TextBox 54">
              <a:extLst>
                <a:ext uri="{FF2B5EF4-FFF2-40B4-BE49-F238E27FC236}">
                  <a16:creationId xmlns:a16="http://schemas.microsoft.com/office/drawing/2014/main" id="{7CB7FE2D-1769-ECB5-EE2E-28EF2A6F8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4277" y="2138415"/>
              <a:ext cx="568508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[7]</a:t>
              </a:r>
              <a:endParaRPr lang="en-SG" sz="1400"/>
            </a:p>
          </p:txBody>
        </p:sp>
        <p:sp>
          <p:nvSpPr>
            <p:cNvPr id="24" name="TextBox 55">
              <a:extLst>
                <a:ext uri="{FF2B5EF4-FFF2-40B4-BE49-F238E27FC236}">
                  <a16:creationId xmlns:a16="http://schemas.microsoft.com/office/drawing/2014/main" id="{AD1CFD9B-3C70-A9AE-134A-0E8A15485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2139902"/>
              <a:ext cx="54942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[8]</a:t>
              </a:r>
              <a:endParaRPr lang="en-SG" sz="1400"/>
            </a:p>
          </p:txBody>
        </p: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132E8013-3D9A-5BA4-680C-6E6D0CC9D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array</a:t>
              </a:r>
              <a:endParaRPr lang="en-SG" sz="1400"/>
            </a:p>
          </p:txBody>
        </p:sp>
      </p:grpSp>
      <p:grpSp>
        <p:nvGrpSpPr>
          <p:cNvPr id="27" name="Group 225">
            <a:extLst>
              <a:ext uri="{FF2B5EF4-FFF2-40B4-BE49-F238E27FC236}">
                <a16:creationId xmlns:a16="http://schemas.microsoft.com/office/drawing/2014/main" id="{ADE382C4-A9C2-28CA-D468-7FC21706BBB4}"/>
              </a:ext>
            </a:extLst>
          </p:cNvPr>
          <p:cNvGrpSpPr>
            <a:grpSpLocks/>
          </p:cNvGrpSpPr>
          <p:nvPr/>
        </p:nvGrpSpPr>
        <p:grpSpPr bwMode="auto">
          <a:xfrm>
            <a:off x="541867" y="3869242"/>
            <a:ext cx="7175500" cy="404291"/>
            <a:chOff x="322462" y="3604554"/>
            <a:chExt cx="7175301" cy="404492"/>
          </a:xfrm>
        </p:grpSpPr>
        <p:grpSp>
          <p:nvGrpSpPr>
            <p:cNvPr id="28" name="Group 187">
              <a:extLst>
                <a:ext uri="{FF2B5EF4-FFF2-40B4-BE49-F238E27FC236}">
                  <a16:creationId xmlns:a16="http://schemas.microsoft.com/office/drawing/2014/main" id="{EF386456-A504-721B-DDB4-86B0CA8A8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0019" y="3608936"/>
              <a:ext cx="5037744" cy="400110"/>
              <a:chOff x="2460019" y="3608936"/>
              <a:chExt cx="5037744" cy="400110"/>
            </a:xfrm>
          </p:grpSpPr>
          <p:sp>
            <p:nvSpPr>
              <p:cNvPr id="30" name="TextBox 38">
                <a:extLst>
                  <a:ext uri="{FF2B5EF4-FFF2-40B4-BE49-F238E27FC236}">
                    <a16:creationId xmlns:a16="http://schemas.microsoft.com/office/drawing/2014/main" id="{731E5832-100C-9E56-9EE3-BC811EEF23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0019" y="3608936"/>
                <a:ext cx="55816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5</a:t>
                </a:r>
                <a:endParaRPr lang="en-SG" sz="2000" dirty="0"/>
              </a:p>
            </p:txBody>
          </p:sp>
          <p:sp>
            <p:nvSpPr>
              <p:cNvPr id="31" name="TextBox 39">
                <a:extLst>
                  <a:ext uri="{FF2B5EF4-FFF2-40B4-BE49-F238E27FC236}">
                    <a16:creationId xmlns:a16="http://schemas.microsoft.com/office/drawing/2014/main" id="{BFB17BB7-E9F5-9FD2-EACD-D8270A8343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8182" y="3608936"/>
                <a:ext cx="55816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12</a:t>
                </a:r>
                <a:endParaRPr lang="en-SG" sz="2000"/>
              </a:p>
            </p:txBody>
          </p:sp>
          <p:sp>
            <p:nvSpPr>
              <p:cNvPr id="32" name="TextBox 40">
                <a:extLst>
                  <a:ext uri="{FF2B5EF4-FFF2-40B4-BE49-F238E27FC236}">
                    <a16:creationId xmlns:a16="http://schemas.microsoft.com/office/drawing/2014/main" id="{802D3069-1E32-919B-196E-48DE2AF962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6345" y="3608936"/>
                <a:ext cx="5687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17</a:t>
                </a:r>
                <a:endParaRPr lang="en-SG" sz="2000"/>
              </a:p>
            </p:txBody>
          </p:sp>
          <p:sp>
            <p:nvSpPr>
              <p:cNvPr id="33" name="TextBox 41">
                <a:extLst>
                  <a:ext uri="{FF2B5EF4-FFF2-40B4-BE49-F238E27FC236}">
                    <a16:creationId xmlns:a16="http://schemas.microsoft.com/office/drawing/2014/main" id="{18AB441A-DB51-91D4-C828-66A8FED105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1194" y="3608936"/>
                <a:ext cx="562219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23</a:t>
                </a:r>
                <a:endParaRPr lang="en-SG" sz="2000"/>
              </a:p>
            </p:txBody>
          </p:sp>
          <p:sp>
            <p:nvSpPr>
              <p:cNvPr id="34" name="TextBox 42">
                <a:extLst>
                  <a:ext uri="{FF2B5EF4-FFF2-40B4-BE49-F238E27FC236}">
                    <a16:creationId xmlns:a16="http://schemas.microsoft.com/office/drawing/2014/main" id="{329F2E5F-6630-380D-5F1B-B03D659192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3413" y="3608936"/>
                <a:ext cx="567464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38</a:t>
                </a:r>
                <a:endParaRPr lang="en-SG" sz="2000"/>
              </a:p>
            </p:txBody>
          </p:sp>
          <p:sp>
            <p:nvSpPr>
              <p:cNvPr id="35" name="TextBox 43">
                <a:extLst>
                  <a:ext uri="{FF2B5EF4-FFF2-40B4-BE49-F238E27FC236}">
                    <a16:creationId xmlns:a16="http://schemas.microsoft.com/office/drawing/2014/main" id="{92224CD8-7249-E519-C8EA-F6EE97225C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0878" y="3608936"/>
                <a:ext cx="568460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44</a:t>
                </a:r>
                <a:endParaRPr lang="en-SG" sz="2000"/>
              </a:p>
            </p:txBody>
          </p:sp>
          <p:sp>
            <p:nvSpPr>
              <p:cNvPr id="36" name="TextBox 44">
                <a:extLst>
                  <a:ext uri="{FF2B5EF4-FFF2-40B4-BE49-F238E27FC236}">
                    <a16:creationId xmlns:a16="http://schemas.microsoft.com/office/drawing/2014/main" id="{FB7BFF61-E76F-B230-A25A-ED60D6544B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9337" y="3608936"/>
                <a:ext cx="554502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77</a:t>
                </a:r>
                <a:endParaRPr lang="en-SG" sz="2000"/>
              </a:p>
            </p:txBody>
          </p:sp>
          <p:sp>
            <p:nvSpPr>
              <p:cNvPr id="37" name="TextBox 45">
                <a:extLst>
                  <a:ext uri="{FF2B5EF4-FFF2-40B4-BE49-F238E27FC236}">
                    <a16:creationId xmlns:a16="http://schemas.microsoft.com/office/drawing/2014/main" id="{5F77B4B6-1315-407A-9201-B71E6F6703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3839" y="3608936"/>
                <a:ext cx="554501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84</a:t>
                </a:r>
                <a:endParaRPr lang="en-SG" sz="2000"/>
              </a:p>
            </p:txBody>
          </p:sp>
          <p:sp>
            <p:nvSpPr>
              <p:cNvPr id="38" name="TextBox 46">
                <a:extLst>
                  <a:ext uri="{FF2B5EF4-FFF2-40B4-BE49-F238E27FC236}">
                    <a16:creationId xmlns:a16="http://schemas.microsoft.com/office/drawing/2014/main" id="{28DF5F9F-8264-C736-6702-4601B2674D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48340" y="3608936"/>
                <a:ext cx="5494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90</a:t>
                </a:r>
                <a:endParaRPr lang="en-SG" sz="2000" dirty="0"/>
              </a:p>
            </p:txBody>
          </p:sp>
        </p:grpSp>
        <p:sp>
          <p:nvSpPr>
            <p:cNvPr id="29" name="TextBox 198">
              <a:extLst>
                <a:ext uri="{FF2B5EF4-FFF2-40B4-BE49-F238E27FC236}">
                  <a16:creationId xmlns:a16="http://schemas.microsoft.com/office/drawing/2014/main" id="{46AD9E40-54DD-362E-E1CD-332025F04E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462" y="3604554"/>
              <a:ext cx="16052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000" dirty="0"/>
                <a:t>Final array:</a:t>
              </a:r>
              <a:endParaRPr lang="en-SG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7093239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Selection 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41867" y="1195753"/>
            <a:ext cx="8331200" cy="4941277"/>
          </a:xfrm>
        </p:spPr>
        <p:txBody>
          <a:bodyPr>
            <a:normAutofit/>
          </a:bodyPr>
          <a:lstStyle/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800" dirty="0">
                <a:ea typeface="ＭＳ Ｐゴシック" pitchFamily="34" charset="-128"/>
              </a:rPr>
              <a:t>Algorithm</a:t>
            </a: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Pass 1: 	</a:t>
            </a:r>
            <a:r>
              <a:rPr lang="en-US" altLang="ja-JP" sz="2400" dirty="0">
                <a:ea typeface="ＭＳ Ｐゴシック" pitchFamily="34" charset="-128"/>
              </a:rPr>
              <a:t>Find the </a:t>
            </a:r>
            <a:r>
              <a:rPr lang="en-US" altLang="ja-JP" sz="2400" b="1" dirty="0">
                <a:ea typeface="ＭＳ Ｐゴシック" pitchFamily="34" charset="-128"/>
              </a:rPr>
              <a:t>maximum</a:t>
            </a:r>
            <a:r>
              <a:rPr lang="en-US" altLang="ja-JP" sz="2400" dirty="0">
                <a:ea typeface="ＭＳ Ｐゴシック" pitchFamily="34" charset="-128"/>
              </a:rPr>
              <a:t> element in the list array[0]…array[</a:t>
            </a: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n-1</a:t>
            </a:r>
            <a:r>
              <a:rPr lang="en-US" altLang="ja-JP" sz="2400" dirty="0">
                <a:ea typeface="ＭＳ Ｐゴシック" pitchFamily="34" charset="-128"/>
              </a:rPr>
              <a:t>].</a:t>
            </a: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altLang="ja-JP" sz="2400" dirty="0">
                <a:ea typeface="ＭＳ Ｐゴシック" pitchFamily="34" charset="-128"/>
              </a:rPr>
              <a:t>	Swap </a:t>
            </a:r>
            <a:r>
              <a:rPr lang="en-US" sz="2400" kern="0" dirty="0"/>
              <a:t>this with the </a:t>
            </a:r>
            <a:r>
              <a:rPr lang="en-US" sz="2400" b="1" kern="0" dirty="0"/>
              <a:t>last </a:t>
            </a:r>
            <a:r>
              <a:rPr lang="en-US" sz="2400" kern="0" dirty="0"/>
              <a:t>element array[</a:t>
            </a:r>
            <a:r>
              <a:rPr lang="en-US" sz="2400" kern="0" dirty="0">
                <a:solidFill>
                  <a:srgbClr val="0000FF"/>
                </a:solidFill>
              </a:rPr>
              <a:t>n-1</a:t>
            </a:r>
            <a:r>
              <a:rPr lang="en-US" sz="2400" kern="0" dirty="0"/>
              <a:t>]. </a:t>
            </a: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sz="2400" i="1" kern="0" dirty="0"/>
              <a:t>(Now the largest element is in the right place.)</a:t>
            </a: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altLang="ja-JP" sz="2400" dirty="0">
              <a:ea typeface="ＭＳ Ｐゴシック" pitchFamily="34" charset="-128"/>
            </a:endParaRP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altLang="ja-JP" sz="2400" dirty="0">
              <a:ea typeface="ＭＳ Ｐゴシック" pitchFamily="34" charset="-128"/>
            </a:endParaRP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E1166F-091C-46F7-66D4-0D0798DE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4" name="Group 114">
            <a:extLst>
              <a:ext uri="{FF2B5EF4-FFF2-40B4-BE49-F238E27FC236}">
                <a16:creationId xmlns:a16="http://schemas.microsoft.com/office/drawing/2014/main" id="{8679BF17-9130-B58F-67A8-A0B6797344AB}"/>
              </a:ext>
            </a:extLst>
          </p:cNvPr>
          <p:cNvGrpSpPr>
            <a:grpSpLocks/>
          </p:cNvGrpSpPr>
          <p:nvPr/>
        </p:nvGrpSpPr>
        <p:grpSpPr bwMode="auto">
          <a:xfrm>
            <a:off x="2365244" y="4095185"/>
            <a:ext cx="5037479" cy="400524"/>
            <a:chOff x="2470802" y="2447282"/>
            <a:chExt cx="5037744" cy="400110"/>
          </a:xfrm>
        </p:grpSpPr>
        <p:sp>
          <p:nvSpPr>
            <p:cNvPr id="5" name="TextBox 38">
              <a:extLst>
                <a:ext uri="{FF2B5EF4-FFF2-40B4-BE49-F238E27FC236}">
                  <a16:creationId xmlns:a16="http://schemas.microsoft.com/office/drawing/2014/main" id="{13273B9E-E5DA-FD26-0469-56BA0EF53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23</a:t>
              </a:r>
              <a:endParaRPr lang="en-SG" sz="2000"/>
            </a:p>
          </p:txBody>
        </p:sp>
        <p:sp>
          <p:nvSpPr>
            <p:cNvPr id="6" name="TextBox 39">
              <a:extLst>
                <a:ext uri="{FF2B5EF4-FFF2-40B4-BE49-F238E27FC236}">
                  <a16:creationId xmlns:a16="http://schemas.microsoft.com/office/drawing/2014/main" id="{3E040481-4682-D5F6-52EA-0D6143CFAF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17</a:t>
              </a:r>
              <a:endParaRPr lang="en-SG" sz="2000"/>
            </a:p>
          </p:txBody>
        </p:sp>
        <p:sp>
          <p:nvSpPr>
            <p:cNvPr id="9" name="TextBox 40">
              <a:extLst>
                <a:ext uri="{FF2B5EF4-FFF2-40B4-BE49-F238E27FC236}">
                  <a16:creationId xmlns:a16="http://schemas.microsoft.com/office/drawing/2014/main" id="{397CF154-DC9C-5D18-C8F7-254B2F395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5</a:t>
              </a:r>
              <a:endParaRPr lang="en-SG" sz="2000"/>
            </a:p>
          </p:txBody>
        </p:sp>
        <p:sp>
          <p:nvSpPr>
            <p:cNvPr id="10" name="TextBox 41">
              <a:extLst>
                <a:ext uri="{FF2B5EF4-FFF2-40B4-BE49-F238E27FC236}">
                  <a16:creationId xmlns:a16="http://schemas.microsoft.com/office/drawing/2014/main" id="{F08E258B-BFA3-CBEA-06FC-2450FCA595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90</a:t>
              </a:r>
              <a:endParaRPr lang="en-SG" sz="2000"/>
            </a:p>
          </p:txBody>
        </p:sp>
        <p:sp>
          <p:nvSpPr>
            <p:cNvPr id="11" name="TextBox 42">
              <a:extLst>
                <a:ext uri="{FF2B5EF4-FFF2-40B4-BE49-F238E27FC236}">
                  <a16:creationId xmlns:a16="http://schemas.microsoft.com/office/drawing/2014/main" id="{813E946D-3041-965E-D855-4EBC2AAEE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12</a:t>
              </a:r>
              <a:endParaRPr lang="en-SG" sz="2000" dirty="0"/>
            </a:p>
          </p:txBody>
        </p:sp>
        <p:sp>
          <p:nvSpPr>
            <p:cNvPr id="13" name="TextBox 43">
              <a:extLst>
                <a:ext uri="{FF2B5EF4-FFF2-40B4-BE49-F238E27FC236}">
                  <a16:creationId xmlns:a16="http://schemas.microsoft.com/office/drawing/2014/main" id="{12E26B5E-0833-3541-8B4C-9B72D58C22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44</a:t>
              </a:r>
              <a:endParaRPr lang="en-SG" sz="2000"/>
            </a:p>
          </p:txBody>
        </p:sp>
        <p:sp>
          <p:nvSpPr>
            <p:cNvPr id="14" name="TextBox 44">
              <a:extLst>
                <a:ext uri="{FF2B5EF4-FFF2-40B4-BE49-F238E27FC236}">
                  <a16:creationId xmlns:a16="http://schemas.microsoft.com/office/drawing/2014/main" id="{B47B820C-4E15-A0B9-0339-0FD1860A8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0" y="2447282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38</a:t>
              </a:r>
              <a:endParaRPr lang="en-SG" sz="2000"/>
            </a:p>
          </p:txBody>
        </p:sp>
        <p:sp>
          <p:nvSpPr>
            <p:cNvPr id="15" name="TextBox 45">
              <a:extLst>
                <a:ext uri="{FF2B5EF4-FFF2-40B4-BE49-F238E27FC236}">
                  <a16:creationId xmlns:a16="http://schemas.microsoft.com/office/drawing/2014/main" id="{810D3246-6CC0-D597-BAAE-54160B3B5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4622" y="2447282"/>
              <a:ext cx="55450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84</a:t>
              </a:r>
              <a:endParaRPr lang="en-SG" sz="2000"/>
            </a:p>
          </p:txBody>
        </p: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F4B240A5-A094-E241-25AD-A9DFA0A5C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123" y="2447282"/>
              <a:ext cx="5494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77</a:t>
              </a:r>
              <a:endParaRPr lang="en-SG" sz="2000" dirty="0"/>
            </a:p>
          </p:txBody>
        </p:sp>
      </p:grpSp>
      <p:sp>
        <p:nvSpPr>
          <p:cNvPr id="34" name="Freeform 37">
            <a:extLst>
              <a:ext uri="{FF2B5EF4-FFF2-40B4-BE49-F238E27FC236}">
                <a16:creationId xmlns:a16="http://schemas.microsoft.com/office/drawing/2014/main" id="{9AB1BA7A-4FC3-01DB-EC4A-6A31C03AA1C6}"/>
              </a:ext>
            </a:extLst>
          </p:cNvPr>
          <p:cNvSpPr>
            <a:spLocks/>
          </p:cNvSpPr>
          <p:nvPr/>
        </p:nvSpPr>
        <p:spPr bwMode="auto">
          <a:xfrm>
            <a:off x="4546681" y="3809260"/>
            <a:ext cx="2395405" cy="199883"/>
          </a:xfrm>
          <a:custGeom>
            <a:avLst/>
            <a:gdLst>
              <a:gd name="T0" fmla="*/ 0 w 646176"/>
              <a:gd name="T1" fmla="*/ 3495 h 331216"/>
              <a:gd name="T2" fmla="*/ 1412204 w 646176"/>
              <a:gd name="T3" fmla="*/ 22 h 331216"/>
              <a:gd name="T4" fmla="*/ 2993874 w 646176"/>
              <a:gd name="T5" fmla="*/ 3366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36" name="Group 187">
            <a:extLst>
              <a:ext uri="{FF2B5EF4-FFF2-40B4-BE49-F238E27FC236}">
                <a16:creationId xmlns:a16="http://schemas.microsoft.com/office/drawing/2014/main" id="{74CC45EB-4CE5-C31D-9B36-C011A5B54949}"/>
              </a:ext>
            </a:extLst>
          </p:cNvPr>
          <p:cNvGrpSpPr>
            <a:grpSpLocks/>
          </p:cNvGrpSpPr>
          <p:nvPr/>
        </p:nvGrpSpPr>
        <p:grpSpPr bwMode="auto">
          <a:xfrm>
            <a:off x="2353727" y="4667792"/>
            <a:ext cx="5037884" cy="399911"/>
            <a:chOff x="2460019" y="3608935"/>
            <a:chExt cx="5037744" cy="400111"/>
          </a:xfrm>
        </p:grpSpPr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2CBAE9FC-880D-5E94-D928-35CF8B6E9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0019" y="3608935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23</a:t>
              </a:r>
              <a:endParaRPr lang="en-SG" sz="2000" dirty="0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0C55D2F8-B3C2-E29F-71AC-A6DADA8D5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182" y="3608936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17</a:t>
              </a:r>
              <a:endParaRPr lang="en-SG" sz="2000"/>
            </a:p>
          </p:txBody>
        </p:sp>
        <p:sp>
          <p:nvSpPr>
            <p:cNvPr id="40" name="TextBox 40">
              <a:extLst>
                <a:ext uri="{FF2B5EF4-FFF2-40B4-BE49-F238E27FC236}">
                  <a16:creationId xmlns:a16="http://schemas.microsoft.com/office/drawing/2014/main" id="{9EC60C2F-D826-4765-E1B4-79B85CB4D5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6345" y="3608936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5</a:t>
              </a:r>
              <a:endParaRPr lang="en-SG" sz="2000" dirty="0"/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1B21B610-340E-7851-5A0E-5BFB538A8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194" y="3608936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77</a:t>
              </a:r>
              <a:endParaRPr lang="en-SG" sz="2000" dirty="0"/>
            </a:p>
          </p:txBody>
        </p: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4FBE20B0-E801-4DEB-6036-3F871A452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3413" y="3608936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12</a:t>
              </a:r>
              <a:endParaRPr lang="en-SG" sz="2000"/>
            </a:p>
          </p:txBody>
        </p:sp>
        <p:sp>
          <p:nvSpPr>
            <p:cNvPr id="43" name="TextBox 43">
              <a:extLst>
                <a:ext uri="{FF2B5EF4-FFF2-40B4-BE49-F238E27FC236}">
                  <a16:creationId xmlns:a16="http://schemas.microsoft.com/office/drawing/2014/main" id="{17224D17-CEE3-E922-5BE5-E9C8FA315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878" y="3608936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44</a:t>
              </a:r>
              <a:endParaRPr lang="en-SG" sz="2000"/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A43EF3E1-5289-BA4D-33D4-66FCCC400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9337" y="3608936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38</a:t>
              </a:r>
              <a:endParaRPr lang="en-SG" sz="2000"/>
            </a:p>
          </p:txBody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03D6FF4D-2808-27A6-A6BD-575EF1F178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3839" y="3608936"/>
              <a:ext cx="55450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84</a:t>
              </a:r>
              <a:endParaRPr lang="en-SG" sz="2000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7B0259BE-51A4-0C64-A03A-4E7E55816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3608936"/>
              <a:ext cx="549423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90</a:t>
              </a:r>
              <a:endParaRPr lang="en-SG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982279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C68C9-B2C9-3976-AF5E-E225CC91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66E95AA-F853-0B07-2292-CE7D585F23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Selection Sort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B2524-82CE-32B9-2815-75ABBCCD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27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C5CCDAEA-C05C-74FD-5A0E-9384EB7C57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D6306E9-B188-1022-CE84-47160E1C2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1195753"/>
            <a:ext cx="8331200" cy="4941277"/>
          </a:xfrm>
        </p:spPr>
        <p:txBody>
          <a:bodyPr>
            <a:normAutofit/>
          </a:bodyPr>
          <a:lstStyle/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800" dirty="0">
                <a:ea typeface="ＭＳ Ｐゴシック" pitchFamily="34" charset="-128"/>
              </a:rPr>
              <a:t>Algorithm</a:t>
            </a: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altLang="ja-JP" sz="2400" kern="0" dirty="0">
                <a:solidFill>
                  <a:srgbClr val="0000FF"/>
                </a:solidFill>
                <a:ea typeface="ＭＳ Ｐゴシック" pitchFamily="34" charset="-128"/>
              </a:rPr>
              <a:t>Pass 2: 	</a:t>
            </a:r>
            <a:r>
              <a:rPr lang="en-US" altLang="ja-JP" sz="2400" dirty="0">
                <a:ea typeface="ＭＳ Ｐゴシック" pitchFamily="34" charset="-128"/>
              </a:rPr>
              <a:t>Find the </a:t>
            </a:r>
            <a:r>
              <a:rPr lang="en-US" altLang="ja-JP" sz="2400" b="1" dirty="0">
                <a:ea typeface="ＭＳ Ｐゴシック" pitchFamily="34" charset="-128"/>
              </a:rPr>
              <a:t>maximum</a:t>
            </a:r>
            <a:r>
              <a:rPr lang="en-US" altLang="ja-JP" sz="2400" dirty="0">
                <a:ea typeface="ＭＳ Ｐゴシック" pitchFamily="34" charset="-128"/>
              </a:rPr>
              <a:t> element in the list array[0]…array[</a:t>
            </a: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n-2</a:t>
            </a:r>
            <a:r>
              <a:rPr lang="en-US" altLang="ja-JP" sz="2400" dirty="0">
                <a:ea typeface="ＭＳ Ｐゴシック" pitchFamily="34" charset="-128"/>
              </a:rPr>
              <a:t>]. </a:t>
            </a: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altLang="ja-JP" sz="2400" dirty="0">
                <a:ea typeface="ＭＳ Ｐゴシック" pitchFamily="34" charset="-128"/>
              </a:rPr>
              <a:t>	Swap </a:t>
            </a:r>
            <a:r>
              <a:rPr lang="en-US" sz="2400" kern="0" dirty="0"/>
              <a:t>this with the </a:t>
            </a:r>
            <a:r>
              <a:rPr lang="en-US" sz="2400" kern="0" dirty="0">
                <a:solidFill>
                  <a:srgbClr val="0000FF"/>
                </a:solidFill>
              </a:rPr>
              <a:t>last</a:t>
            </a:r>
            <a:r>
              <a:rPr lang="en-US" sz="2400" kern="0" dirty="0"/>
              <a:t> element array[</a:t>
            </a:r>
            <a:r>
              <a:rPr lang="en-US" sz="2400" kern="0" dirty="0">
                <a:solidFill>
                  <a:srgbClr val="0000FF"/>
                </a:solidFill>
              </a:rPr>
              <a:t>n-2</a:t>
            </a:r>
            <a:r>
              <a:rPr lang="en-US" sz="2400" kern="0" dirty="0"/>
              <a:t>].</a:t>
            </a: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sz="2400" kern="0" dirty="0"/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sz="2400" kern="0" dirty="0"/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sz="2400" kern="0" dirty="0"/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sz="2400" kern="0" dirty="0"/>
              <a:t>….</a:t>
            </a: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altLang="ja-JP" sz="2400" dirty="0">
              <a:ea typeface="ＭＳ Ｐゴシック" pitchFamily="34" charset="-128"/>
            </a:endParaRP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altLang="ja-JP" sz="2400" dirty="0">
              <a:ea typeface="ＭＳ Ｐゴシック" pitchFamily="34" charset="-128"/>
            </a:endParaRP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62DAC2-A8DE-F166-618D-1C34AAC7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45" name="Group 187">
            <a:extLst>
              <a:ext uri="{FF2B5EF4-FFF2-40B4-BE49-F238E27FC236}">
                <a16:creationId xmlns:a16="http://schemas.microsoft.com/office/drawing/2014/main" id="{D575B56F-A5FC-D895-EDF4-1EB844DE2C0E}"/>
              </a:ext>
            </a:extLst>
          </p:cNvPr>
          <p:cNvGrpSpPr>
            <a:grpSpLocks/>
          </p:cNvGrpSpPr>
          <p:nvPr/>
        </p:nvGrpSpPr>
        <p:grpSpPr bwMode="auto">
          <a:xfrm>
            <a:off x="2369345" y="3373140"/>
            <a:ext cx="5037884" cy="399911"/>
            <a:chOff x="2460019" y="3608935"/>
            <a:chExt cx="5037744" cy="400111"/>
          </a:xfrm>
        </p:grpSpPr>
        <p:sp>
          <p:nvSpPr>
            <p:cNvPr id="47" name="TextBox 38">
              <a:extLst>
                <a:ext uri="{FF2B5EF4-FFF2-40B4-BE49-F238E27FC236}">
                  <a16:creationId xmlns:a16="http://schemas.microsoft.com/office/drawing/2014/main" id="{993ED661-2DA9-70C1-AA91-E1C9B3E94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0019" y="3608935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23</a:t>
              </a:r>
              <a:endParaRPr lang="en-SG" sz="2000" dirty="0"/>
            </a:p>
          </p:txBody>
        </p:sp>
        <p:sp>
          <p:nvSpPr>
            <p:cNvPr id="48" name="TextBox 39">
              <a:extLst>
                <a:ext uri="{FF2B5EF4-FFF2-40B4-BE49-F238E27FC236}">
                  <a16:creationId xmlns:a16="http://schemas.microsoft.com/office/drawing/2014/main" id="{1966207B-45B6-ED49-D494-6458D9CEA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182" y="3608936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17</a:t>
              </a:r>
              <a:endParaRPr lang="en-SG" sz="2000"/>
            </a:p>
          </p:txBody>
        </p:sp>
        <p:sp>
          <p:nvSpPr>
            <p:cNvPr id="49" name="TextBox 40">
              <a:extLst>
                <a:ext uri="{FF2B5EF4-FFF2-40B4-BE49-F238E27FC236}">
                  <a16:creationId xmlns:a16="http://schemas.microsoft.com/office/drawing/2014/main" id="{43FF2DBD-0E36-85DC-A7B9-BADF02421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6345" y="3608936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5</a:t>
              </a:r>
              <a:endParaRPr lang="en-SG" sz="2000" dirty="0"/>
            </a:p>
          </p:txBody>
        </p:sp>
        <p:sp>
          <p:nvSpPr>
            <p:cNvPr id="50" name="TextBox 41">
              <a:extLst>
                <a:ext uri="{FF2B5EF4-FFF2-40B4-BE49-F238E27FC236}">
                  <a16:creationId xmlns:a16="http://schemas.microsoft.com/office/drawing/2014/main" id="{CE49243A-96D3-38BB-A63E-457B8512D8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194" y="3608936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77</a:t>
              </a:r>
              <a:endParaRPr lang="en-SG" sz="2000" dirty="0"/>
            </a:p>
          </p:txBody>
        </p:sp>
        <p:sp>
          <p:nvSpPr>
            <p:cNvPr id="51" name="TextBox 42">
              <a:extLst>
                <a:ext uri="{FF2B5EF4-FFF2-40B4-BE49-F238E27FC236}">
                  <a16:creationId xmlns:a16="http://schemas.microsoft.com/office/drawing/2014/main" id="{52E2B7DF-4A5E-98C4-A49B-2DB8A38E9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3413" y="3608936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12</a:t>
              </a:r>
              <a:endParaRPr lang="en-SG" sz="2000"/>
            </a:p>
          </p:txBody>
        </p:sp>
        <p:sp>
          <p:nvSpPr>
            <p:cNvPr id="52" name="TextBox 43">
              <a:extLst>
                <a:ext uri="{FF2B5EF4-FFF2-40B4-BE49-F238E27FC236}">
                  <a16:creationId xmlns:a16="http://schemas.microsoft.com/office/drawing/2014/main" id="{0DC404B2-D874-0602-58A7-BF266BFFA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878" y="3608936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44</a:t>
              </a:r>
              <a:endParaRPr lang="en-SG" sz="2000"/>
            </a:p>
          </p:txBody>
        </p:sp>
        <p:sp>
          <p:nvSpPr>
            <p:cNvPr id="53" name="TextBox 44">
              <a:extLst>
                <a:ext uri="{FF2B5EF4-FFF2-40B4-BE49-F238E27FC236}">
                  <a16:creationId xmlns:a16="http://schemas.microsoft.com/office/drawing/2014/main" id="{F0232900-BC34-537F-1F62-5180B76B7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9337" y="3608936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38</a:t>
              </a:r>
              <a:endParaRPr lang="en-SG" sz="2000"/>
            </a:p>
          </p:txBody>
        </p:sp>
        <p:sp>
          <p:nvSpPr>
            <p:cNvPr id="54" name="TextBox 45">
              <a:extLst>
                <a:ext uri="{FF2B5EF4-FFF2-40B4-BE49-F238E27FC236}">
                  <a16:creationId xmlns:a16="http://schemas.microsoft.com/office/drawing/2014/main" id="{C7FE5B53-9699-2C34-BD3F-73F328C97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3839" y="3608936"/>
              <a:ext cx="55450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84</a:t>
              </a:r>
              <a:endParaRPr lang="en-SG" sz="2000"/>
            </a:p>
          </p:txBody>
        </p:sp>
        <p:sp>
          <p:nvSpPr>
            <p:cNvPr id="55" name="TextBox 46">
              <a:extLst>
                <a:ext uri="{FF2B5EF4-FFF2-40B4-BE49-F238E27FC236}">
                  <a16:creationId xmlns:a16="http://schemas.microsoft.com/office/drawing/2014/main" id="{653B2790-CFBF-5BF3-3719-AA7AAB187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3608936"/>
              <a:ext cx="549423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90</a:t>
              </a:r>
              <a:endParaRPr lang="en-SG" sz="2000" dirty="0"/>
            </a:p>
          </p:txBody>
        </p:sp>
      </p:grpSp>
      <p:sp>
        <p:nvSpPr>
          <p:cNvPr id="62" name="Freeform 56">
            <a:extLst>
              <a:ext uri="{FF2B5EF4-FFF2-40B4-BE49-F238E27FC236}">
                <a16:creationId xmlns:a16="http://schemas.microsoft.com/office/drawing/2014/main" id="{582F7319-A69A-FFBD-4212-5E101AEA09D9}"/>
              </a:ext>
            </a:extLst>
          </p:cNvPr>
          <p:cNvSpPr>
            <a:spLocks/>
          </p:cNvSpPr>
          <p:nvPr/>
        </p:nvSpPr>
        <p:spPr bwMode="auto">
          <a:xfrm>
            <a:off x="6473180" y="3148908"/>
            <a:ext cx="214703" cy="199608"/>
          </a:xfrm>
          <a:custGeom>
            <a:avLst/>
            <a:gdLst>
              <a:gd name="T0" fmla="*/ 0 w 646176"/>
              <a:gd name="T1" fmla="*/ 396212 h 331216"/>
              <a:gd name="T2" fmla="*/ 2147483647 w 646176"/>
              <a:gd name="T3" fmla="*/ 2430 h 331216"/>
              <a:gd name="T4" fmla="*/ 2147483647 w 646176"/>
              <a:gd name="T5" fmla="*/ 381628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14336" name="Group 187">
            <a:extLst>
              <a:ext uri="{FF2B5EF4-FFF2-40B4-BE49-F238E27FC236}">
                <a16:creationId xmlns:a16="http://schemas.microsoft.com/office/drawing/2014/main" id="{49728020-F7DF-EC67-C6B0-9946A7E7075F}"/>
              </a:ext>
            </a:extLst>
          </p:cNvPr>
          <p:cNvGrpSpPr>
            <a:grpSpLocks/>
          </p:cNvGrpSpPr>
          <p:nvPr/>
        </p:nvGrpSpPr>
        <p:grpSpPr bwMode="auto">
          <a:xfrm>
            <a:off x="2369345" y="3939602"/>
            <a:ext cx="5037884" cy="399910"/>
            <a:chOff x="2460019" y="3608936"/>
            <a:chExt cx="5037744" cy="400110"/>
          </a:xfrm>
        </p:grpSpPr>
        <p:sp>
          <p:nvSpPr>
            <p:cNvPr id="14339" name="TextBox 38">
              <a:extLst>
                <a:ext uri="{FF2B5EF4-FFF2-40B4-BE49-F238E27FC236}">
                  <a16:creationId xmlns:a16="http://schemas.microsoft.com/office/drawing/2014/main" id="{72011F69-2DAD-3E73-CCA3-4DD681CB1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0019" y="3608936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23</a:t>
              </a:r>
              <a:endParaRPr lang="en-SG" sz="2000" dirty="0"/>
            </a:p>
          </p:txBody>
        </p:sp>
        <p:sp>
          <p:nvSpPr>
            <p:cNvPr id="14340" name="TextBox 39">
              <a:extLst>
                <a:ext uri="{FF2B5EF4-FFF2-40B4-BE49-F238E27FC236}">
                  <a16:creationId xmlns:a16="http://schemas.microsoft.com/office/drawing/2014/main" id="{E01D13B6-0561-DAE1-2308-3243C5C0C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182" y="3608936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17</a:t>
              </a:r>
              <a:endParaRPr lang="en-SG" sz="2000" dirty="0"/>
            </a:p>
          </p:txBody>
        </p:sp>
        <p:sp>
          <p:nvSpPr>
            <p:cNvPr id="14341" name="TextBox 40">
              <a:extLst>
                <a:ext uri="{FF2B5EF4-FFF2-40B4-BE49-F238E27FC236}">
                  <a16:creationId xmlns:a16="http://schemas.microsoft.com/office/drawing/2014/main" id="{497F75BB-B497-FD9F-1C70-30E92E8AA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6345" y="3608936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5</a:t>
              </a:r>
              <a:endParaRPr lang="en-SG" sz="2000" dirty="0"/>
            </a:p>
          </p:txBody>
        </p:sp>
        <p:sp>
          <p:nvSpPr>
            <p:cNvPr id="14342" name="TextBox 41">
              <a:extLst>
                <a:ext uri="{FF2B5EF4-FFF2-40B4-BE49-F238E27FC236}">
                  <a16:creationId xmlns:a16="http://schemas.microsoft.com/office/drawing/2014/main" id="{1B1D28BC-7E3A-B634-7ED2-DC67F26F4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194" y="3608936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77</a:t>
              </a:r>
              <a:endParaRPr lang="en-SG" sz="2000" dirty="0"/>
            </a:p>
          </p:txBody>
        </p:sp>
        <p:sp>
          <p:nvSpPr>
            <p:cNvPr id="14343" name="TextBox 42">
              <a:extLst>
                <a:ext uri="{FF2B5EF4-FFF2-40B4-BE49-F238E27FC236}">
                  <a16:creationId xmlns:a16="http://schemas.microsoft.com/office/drawing/2014/main" id="{C3A01337-8C63-99AE-73D8-30C21E797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3413" y="3608936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12</a:t>
              </a:r>
              <a:endParaRPr lang="en-SG" sz="2000" dirty="0"/>
            </a:p>
          </p:txBody>
        </p:sp>
        <p:sp>
          <p:nvSpPr>
            <p:cNvPr id="14344" name="TextBox 43">
              <a:extLst>
                <a:ext uri="{FF2B5EF4-FFF2-40B4-BE49-F238E27FC236}">
                  <a16:creationId xmlns:a16="http://schemas.microsoft.com/office/drawing/2014/main" id="{ACF99959-4198-BD6B-43C5-54BD82313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878" y="3608936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44</a:t>
              </a:r>
              <a:endParaRPr lang="en-SG" sz="2000"/>
            </a:p>
          </p:txBody>
        </p:sp>
        <p:sp>
          <p:nvSpPr>
            <p:cNvPr id="14345" name="TextBox 44">
              <a:extLst>
                <a:ext uri="{FF2B5EF4-FFF2-40B4-BE49-F238E27FC236}">
                  <a16:creationId xmlns:a16="http://schemas.microsoft.com/office/drawing/2014/main" id="{9C9CCEFA-5154-083C-291C-7A4C67B8A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9337" y="3608936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38</a:t>
              </a:r>
              <a:endParaRPr lang="en-SG" sz="2000"/>
            </a:p>
          </p:txBody>
        </p:sp>
        <p:sp>
          <p:nvSpPr>
            <p:cNvPr id="14346" name="TextBox 45">
              <a:extLst>
                <a:ext uri="{FF2B5EF4-FFF2-40B4-BE49-F238E27FC236}">
                  <a16:creationId xmlns:a16="http://schemas.microsoft.com/office/drawing/2014/main" id="{7411E2A4-FECE-F3F5-8B18-2C443E7AA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3839" y="3608936"/>
              <a:ext cx="554501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84</a:t>
              </a:r>
              <a:endParaRPr lang="en-SG" sz="2000" dirty="0"/>
            </a:p>
          </p:txBody>
        </p:sp>
        <p:sp>
          <p:nvSpPr>
            <p:cNvPr id="14347" name="TextBox 46">
              <a:extLst>
                <a:ext uri="{FF2B5EF4-FFF2-40B4-BE49-F238E27FC236}">
                  <a16:creationId xmlns:a16="http://schemas.microsoft.com/office/drawing/2014/main" id="{96432DE9-C563-5C6C-C7FE-C12540DA3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3608936"/>
              <a:ext cx="549423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90</a:t>
              </a:r>
              <a:endParaRPr lang="en-SG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4396527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E24A-1ADC-81CB-94B7-6280F7D9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BCE464D-89B6-FD3D-1B9D-E4C459C5B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Selection Sort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93965-051A-5621-F43F-A507D99FD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28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6C4C05A9-190C-2D64-D9FB-75ABB0D38D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7EEFDA9-78F3-848D-AA1E-6A8518A91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1195753"/>
            <a:ext cx="8331200" cy="4941277"/>
          </a:xfrm>
        </p:spPr>
        <p:txBody>
          <a:bodyPr>
            <a:normAutofit/>
          </a:bodyPr>
          <a:lstStyle/>
          <a:p>
            <a:pPr marL="338138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ja-JP" sz="2800" dirty="0">
                <a:solidFill>
                  <a:srgbClr val="C00000"/>
                </a:solidFill>
                <a:ea typeface="ＭＳ Ｐゴシック" pitchFamily="34" charset="-128"/>
              </a:rPr>
              <a:t>Selection Sort </a:t>
            </a:r>
            <a:r>
              <a:rPr lang="en-US" altLang="ja-JP" sz="2800" dirty="0">
                <a:ea typeface="ＭＳ Ｐゴシック" pitchFamily="34" charset="-128"/>
              </a:rPr>
              <a:t>algorithm</a:t>
            </a: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altLang="ja-JP" sz="2400" kern="0" dirty="0">
                <a:solidFill>
                  <a:srgbClr val="0000FF"/>
                </a:solidFill>
                <a:ea typeface="ＭＳ Ｐゴシック" pitchFamily="34" charset="-128"/>
              </a:rPr>
              <a:t>Pass n-1: </a:t>
            </a:r>
            <a:r>
              <a:rPr lang="en-US" altLang="ja-JP" sz="2400" dirty="0">
                <a:ea typeface="ＭＳ Ｐゴシック" pitchFamily="34" charset="-128"/>
              </a:rPr>
              <a:t>Find the </a:t>
            </a:r>
            <a:r>
              <a:rPr lang="en-US" altLang="ja-JP" sz="2400" b="1" dirty="0">
                <a:ea typeface="ＭＳ Ｐゴシック" pitchFamily="34" charset="-128"/>
              </a:rPr>
              <a:t>maximum</a:t>
            </a:r>
            <a:r>
              <a:rPr lang="en-US" altLang="ja-JP" sz="2400" dirty="0">
                <a:ea typeface="ＭＳ Ｐゴシック" pitchFamily="34" charset="-128"/>
              </a:rPr>
              <a:t> element in the list array[0]…array[</a:t>
            </a:r>
            <a:r>
              <a:rPr lang="en-US" altLang="ja-JP" sz="2400" dirty="0">
                <a:solidFill>
                  <a:srgbClr val="0000FF"/>
                </a:solidFill>
                <a:ea typeface="ＭＳ Ｐゴシック" pitchFamily="34" charset="-128"/>
              </a:rPr>
              <a:t>1</a:t>
            </a:r>
            <a:r>
              <a:rPr lang="en-US" altLang="ja-JP" sz="2400" dirty="0">
                <a:ea typeface="ＭＳ Ｐゴシック" pitchFamily="34" charset="-128"/>
              </a:rPr>
              <a:t>] </a:t>
            </a: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altLang="ja-JP" sz="2400" dirty="0">
                <a:ea typeface="ＭＳ Ｐゴシック" pitchFamily="34" charset="-128"/>
              </a:rPr>
              <a:t>                Swap </a:t>
            </a:r>
            <a:r>
              <a:rPr lang="en-US" sz="2400" kern="0" dirty="0"/>
              <a:t>this with the last element array[</a:t>
            </a:r>
            <a:r>
              <a:rPr lang="en-US" sz="2400" kern="0" dirty="0">
                <a:solidFill>
                  <a:srgbClr val="0000FF"/>
                </a:solidFill>
              </a:rPr>
              <a:t>1</a:t>
            </a:r>
            <a:r>
              <a:rPr lang="en-US" sz="2400" kern="0" dirty="0"/>
              <a:t>].</a:t>
            </a: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altLang="ja-JP" sz="2400" dirty="0">
              <a:ea typeface="ＭＳ Ｐゴシック" pitchFamily="34" charset="-128"/>
            </a:endParaRPr>
          </a:p>
          <a:p>
            <a:pPr marL="1724025" lvl="1" indent="-11509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altLang="ja-JP" sz="2400" dirty="0">
              <a:ea typeface="ＭＳ Ｐゴシック" pitchFamily="34" charset="-128"/>
            </a:endParaRPr>
          </a:p>
          <a:p>
            <a:pPr marL="612458" lvl="1" indent="-338138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59249F-9B7C-D0AE-B523-13901F9E0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4" name="Group 187">
            <a:extLst>
              <a:ext uri="{FF2B5EF4-FFF2-40B4-BE49-F238E27FC236}">
                <a16:creationId xmlns:a16="http://schemas.microsoft.com/office/drawing/2014/main" id="{2DABFC38-5C3B-77A8-468B-371EC1158661}"/>
              </a:ext>
            </a:extLst>
          </p:cNvPr>
          <p:cNvGrpSpPr>
            <a:grpSpLocks/>
          </p:cNvGrpSpPr>
          <p:nvPr/>
        </p:nvGrpSpPr>
        <p:grpSpPr bwMode="auto">
          <a:xfrm>
            <a:off x="2582116" y="3429000"/>
            <a:ext cx="5037884" cy="399910"/>
            <a:chOff x="2460019" y="3608936"/>
            <a:chExt cx="5037744" cy="400110"/>
          </a:xfrm>
        </p:grpSpPr>
        <p:sp>
          <p:nvSpPr>
            <p:cNvPr id="6" name="TextBox 38">
              <a:extLst>
                <a:ext uri="{FF2B5EF4-FFF2-40B4-BE49-F238E27FC236}">
                  <a16:creationId xmlns:a16="http://schemas.microsoft.com/office/drawing/2014/main" id="{DA9317B6-4D11-A65A-1FE9-060DDCBDB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0019" y="3608936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12</a:t>
              </a:r>
              <a:endParaRPr lang="en-SG" sz="2000" dirty="0"/>
            </a:p>
          </p:txBody>
        </p:sp>
        <p:sp>
          <p:nvSpPr>
            <p:cNvPr id="9" name="TextBox 39">
              <a:extLst>
                <a:ext uri="{FF2B5EF4-FFF2-40B4-BE49-F238E27FC236}">
                  <a16:creationId xmlns:a16="http://schemas.microsoft.com/office/drawing/2014/main" id="{934D977B-522E-6051-903D-2988E1C7E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182" y="3608936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5</a:t>
              </a:r>
              <a:endParaRPr lang="en-SG" sz="2000" dirty="0"/>
            </a:p>
          </p:txBody>
        </p:sp>
        <p:sp>
          <p:nvSpPr>
            <p:cNvPr id="10" name="TextBox 40">
              <a:extLst>
                <a:ext uri="{FF2B5EF4-FFF2-40B4-BE49-F238E27FC236}">
                  <a16:creationId xmlns:a16="http://schemas.microsoft.com/office/drawing/2014/main" id="{AD038AD4-DB3D-3F3D-D57F-6885A6D21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6345" y="3608936"/>
              <a:ext cx="568723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17</a:t>
              </a:r>
              <a:endParaRPr lang="en-SG" sz="2000" dirty="0"/>
            </a:p>
          </p:txBody>
        </p:sp>
        <p:sp>
          <p:nvSpPr>
            <p:cNvPr id="11" name="TextBox 41">
              <a:extLst>
                <a:ext uri="{FF2B5EF4-FFF2-40B4-BE49-F238E27FC236}">
                  <a16:creationId xmlns:a16="http://schemas.microsoft.com/office/drawing/2014/main" id="{6048209C-B351-A8D1-FC79-8857500CC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194" y="3608936"/>
              <a:ext cx="562219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23</a:t>
              </a:r>
              <a:endParaRPr lang="en-SG" sz="2000" dirty="0"/>
            </a:p>
          </p:txBody>
        </p:sp>
        <p:sp>
          <p:nvSpPr>
            <p:cNvPr id="13" name="TextBox 42">
              <a:extLst>
                <a:ext uri="{FF2B5EF4-FFF2-40B4-BE49-F238E27FC236}">
                  <a16:creationId xmlns:a16="http://schemas.microsoft.com/office/drawing/2014/main" id="{1D12E2D4-488B-E4C0-C337-00B5637CA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3413" y="3608936"/>
              <a:ext cx="567464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38</a:t>
              </a:r>
              <a:endParaRPr lang="en-SG" sz="2000" dirty="0"/>
            </a:p>
          </p:txBody>
        </p:sp>
        <p:sp>
          <p:nvSpPr>
            <p:cNvPr id="14" name="TextBox 43">
              <a:extLst>
                <a:ext uri="{FF2B5EF4-FFF2-40B4-BE49-F238E27FC236}">
                  <a16:creationId xmlns:a16="http://schemas.microsoft.com/office/drawing/2014/main" id="{A7781E4A-B9B1-83BA-D9D2-596B133822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878" y="3608936"/>
              <a:ext cx="568460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44</a:t>
              </a:r>
              <a:endParaRPr lang="en-SG" sz="2000"/>
            </a:p>
          </p:txBody>
        </p:sp>
        <p:sp>
          <p:nvSpPr>
            <p:cNvPr id="15" name="TextBox 44">
              <a:extLst>
                <a:ext uri="{FF2B5EF4-FFF2-40B4-BE49-F238E27FC236}">
                  <a16:creationId xmlns:a16="http://schemas.microsoft.com/office/drawing/2014/main" id="{0C76557B-77AC-BF64-0258-5DF8C30848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9337" y="3608936"/>
              <a:ext cx="554502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77</a:t>
              </a:r>
              <a:endParaRPr lang="en-SG" sz="2000"/>
            </a:p>
          </p:txBody>
        </p:sp>
        <p:sp>
          <p:nvSpPr>
            <p:cNvPr id="16" name="TextBox 45">
              <a:extLst>
                <a:ext uri="{FF2B5EF4-FFF2-40B4-BE49-F238E27FC236}">
                  <a16:creationId xmlns:a16="http://schemas.microsoft.com/office/drawing/2014/main" id="{EE5092B2-CF89-E624-E036-13D6609EE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3839" y="3608936"/>
              <a:ext cx="554501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84</a:t>
              </a:r>
              <a:endParaRPr lang="en-SG" sz="2000"/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02201356-C0C3-6E4F-6567-21BA6A7EF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3608936"/>
              <a:ext cx="549423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90</a:t>
              </a:r>
              <a:endParaRPr lang="en-SG" sz="2000" dirty="0"/>
            </a:p>
          </p:txBody>
        </p:sp>
      </p:grpSp>
      <p:sp>
        <p:nvSpPr>
          <p:cNvPr id="18" name="Freeform 169">
            <a:extLst>
              <a:ext uri="{FF2B5EF4-FFF2-40B4-BE49-F238E27FC236}">
                <a16:creationId xmlns:a16="http://schemas.microsoft.com/office/drawing/2014/main" id="{54CE2979-EEBF-7BE6-7B60-09BA628BFFC9}"/>
              </a:ext>
            </a:extLst>
          </p:cNvPr>
          <p:cNvSpPr>
            <a:spLocks/>
          </p:cNvSpPr>
          <p:nvPr/>
        </p:nvSpPr>
        <p:spPr bwMode="auto">
          <a:xfrm>
            <a:off x="3033507" y="3221979"/>
            <a:ext cx="226040" cy="161925"/>
          </a:xfrm>
          <a:custGeom>
            <a:avLst/>
            <a:gdLst>
              <a:gd name="T0" fmla="*/ 0 w 646176"/>
              <a:gd name="T1" fmla="*/ 3 h 331216"/>
              <a:gd name="T2" fmla="*/ 0 w 646176"/>
              <a:gd name="T3" fmla="*/ 0 h 331216"/>
              <a:gd name="T4" fmla="*/ 0 w 646176"/>
              <a:gd name="T5" fmla="*/ 3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20" name="Group 187">
            <a:extLst>
              <a:ext uri="{FF2B5EF4-FFF2-40B4-BE49-F238E27FC236}">
                <a16:creationId xmlns:a16="http://schemas.microsoft.com/office/drawing/2014/main" id="{8A3F472E-B46B-5C7A-4FFD-AD4C8DDE8F94}"/>
              </a:ext>
            </a:extLst>
          </p:cNvPr>
          <p:cNvGrpSpPr>
            <a:grpSpLocks/>
          </p:cNvGrpSpPr>
          <p:nvPr/>
        </p:nvGrpSpPr>
        <p:grpSpPr bwMode="auto">
          <a:xfrm>
            <a:off x="2582116" y="3946403"/>
            <a:ext cx="5037884" cy="399910"/>
            <a:chOff x="2460019" y="3608936"/>
            <a:chExt cx="5037744" cy="400110"/>
          </a:xfrm>
        </p:grpSpPr>
        <p:sp>
          <p:nvSpPr>
            <p:cNvPr id="22" name="TextBox 38">
              <a:extLst>
                <a:ext uri="{FF2B5EF4-FFF2-40B4-BE49-F238E27FC236}">
                  <a16:creationId xmlns:a16="http://schemas.microsoft.com/office/drawing/2014/main" id="{418705E5-BC45-E90E-E13F-092555CE38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0019" y="3608936"/>
              <a:ext cx="558163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5</a:t>
              </a:r>
              <a:endParaRPr lang="en-SG" sz="2000" dirty="0"/>
            </a:p>
          </p:txBody>
        </p:sp>
        <p:sp>
          <p:nvSpPr>
            <p:cNvPr id="23" name="TextBox 39">
              <a:extLst>
                <a:ext uri="{FF2B5EF4-FFF2-40B4-BE49-F238E27FC236}">
                  <a16:creationId xmlns:a16="http://schemas.microsoft.com/office/drawing/2014/main" id="{A550E486-6BCC-8324-0245-A7F4DDB12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182" y="3608936"/>
              <a:ext cx="558163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12</a:t>
              </a:r>
              <a:endParaRPr lang="en-SG" sz="2000"/>
            </a:p>
          </p:txBody>
        </p:sp>
        <p:sp>
          <p:nvSpPr>
            <p:cNvPr id="24" name="TextBox 40">
              <a:extLst>
                <a:ext uri="{FF2B5EF4-FFF2-40B4-BE49-F238E27FC236}">
                  <a16:creationId xmlns:a16="http://schemas.microsoft.com/office/drawing/2014/main" id="{309A4D3C-DD8D-9872-EAC4-8434525976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6345" y="3608936"/>
              <a:ext cx="568723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17</a:t>
              </a:r>
              <a:endParaRPr lang="en-SG" sz="2000"/>
            </a:p>
          </p:txBody>
        </p:sp>
        <p:sp>
          <p:nvSpPr>
            <p:cNvPr id="25" name="TextBox 41">
              <a:extLst>
                <a:ext uri="{FF2B5EF4-FFF2-40B4-BE49-F238E27FC236}">
                  <a16:creationId xmlns:a16="http://schemas.microsoft.com/office/drawing/2014/main" id="{7DFB7346-A1C8-D9C0-2BEA-9691964ED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194" y="3608936"/>
              <a:ext cx="562219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23</a:t>
              </a:r>
              <a:endParaRPr lang="en-SG" sz="2000"/>
            </a:p>
          </p:txBody>
        </p:sp>
        <p:sp>
          <p:nvSpPr>
            <p:cNvPr id="26" name="TextBox 42">
              <a:extLst>
                <a:ext uri="{FF2B5EF4-FFF2-40B4-BE49-F238E27FC236}">
                  <a16:creationId xmlns:a16="http://schemas.microsoft.com/office/drawing/2014/main" id="{01280DAB-207F-388A-FA97-6CB5FB712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3413" y="3608936"/>
              <a:ext cx="567464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38</a:t>
              </a:r>
              <a:endParaRPr lang="en-SG" sz="2000"/>
            </a:p>
          </p:txBody>
        </p:sp>
        <p:sp>
          <p:nvSpPr>
            <p:cNvPr id="27" name="TextBox 43">
              <a:extLst>
                <a:ext uri="{FF2B5EF4-FFF2-40B4-BE49-F238E27FC236}">
                  <a16:creationId xmlns:a16="http://schemas.microsoft.com/office/drawing/2014/main" id="{0E77D46C-336F-CC8C-D64F-7C0AA0975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878" y="3608936"/>
              <a:ext cx="568460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44</a:t>
              </a:r>
              <a:endParaRPr lang="en-SG" sz="2000"/>
            </a:p>
          </p:txBody>
        </p:sp>
        <p:sp>
          <p:nvSpPr>
            <p:cNvPr id="28" name="TextBox 44">
              <a:extLst>
                <a:ext uri="{FF2B5EF4-FFF2-40B4-BE49-F238E27FC236}">
                  <a16:creationId xmlns:a16="http://schemas.microsoft.com/office/drawing/2014/main" id="{FC9BEA6B-B90B-2619-F40E-08BBFC633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9337" y="3608936"/>
              <a:ext cx="554502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77</a:t>
              </a:r>
              <a:endParaRPr lang="en-SG" sz="2000"/>
            </a:p>
          </p:txBody>
        </p:sp>
        <p:sp>
          <p:nvSpPr>
            <p:cNvPr id="29" name="TextBox 45">
              <a:extLst>
                <a:ext uri="{FF2B5EF4-FFF2-40B4-BE49-F238E27FC236}">
                  <a16:creationId xmlns:a16="http://schemas.microsoft.com/office/drawing/2014/main" id="{76000949-6220-9C4B-4F85-C2C4CE66C4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3839" y="3608936"/>
              <a:ext cx="554501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84</a:t>
              </a:r>
              <a:endParaRPr lang="en-SG" sz="2000"/>
            </a:p>
          </p:txBody>
        </p:sp>
        <p:sp>
          <p:nvSpPr>
            <p:cNvPr id="30" name="TextBox 46">
              <a:extLst>
                <a:ext uri="{FF2B5EF4-FFF2-40B4-BE49-F238E27FC236}">
                  <a16:creationId xmlns:a16="http://schemas.microsoft.com/office/drawing/2014/main" id="{D11C2F13-4D94-E3C4-FBA4-98DAFBE4E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3608936"/>
              <a:ext cx="549423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90</a:t>
              </a:r>
              <a:endParaRPr lang="en-SG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5615481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Selection 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9" name="TextBox 84"/>
          <p:cNvSpPr txBox="1">
            <a:spLocks noChangeArrowheads="1"/>
          </p:cNvSpPr>
          <p:nvPr/>
        </p:nvSpPr>
        <p:spPr bwMode="auto">
          <a:xfrm>
            <a:off x="333375" y="1427163"/>
            <a:ext cx="12731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i="1"/>
              <a:t>n</a:t>
            </a:r>
            <a:r>
              <a:rPr lang="en-US" sz="2400"/>
              <a:t> = 9</a:t>
            </a:r>
            <a:endParaRPr lang="en-SG" sz="2400"/>
          </a:p>
        </p:txBody>
      </p:sp>
      <p:grpSp>
        <p:nvGrpSpPr>
          <p:cNvPr id="10" name="Group 114"/>
          <p:cNvGrpSpPr>
            <a:grpSpLocks/>
          </p:cNvGrpSpPr>
          <p:nvPr/>
        </p:nvGrpSpPr>
        <p:grpSpPr bwMode="auto">
          <a:xfrm>
            <a:off x="2092325" y="2136775"/>
            <a:ext cx="5416550" cy="711200"/>
            <a:chOff x="2091711" y="2136928"/>
            <a:chExt cx="5416835" cy="710464"/>
          </a:xfrm>
        </p:grpSpPr>
        <p:sp>
          <p:nvSpPr>
            <p:cNvPr id="11" name="TextBox 38"/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23</a:t>
              </a:r>
              <a:endParaRPr lang="en-SG" sz="2000"/>
            </a:p>
          </p:txBody>
        </p:sp>
        <p:sp>
          <p:nvSpPr>
            <p:cNvPr id="13" name="TextBox 39"/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17</a:t>
              </a:r>
              <a:endParaRPr lang="en-SG" sz="2000"/>
            </a:p>
          </p:txBody>
        </p:sp>
        <p:sp>
          <p:nvSpPr>
            <p:cNvPr id="14" name="TextBox 40"/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5</a:t>
              </a:r>
              <a:endParaRPr lang="en-SG" sz="2000"/>
            </a:p>
          </p:txBody>
        </p:sp>
        <p:sp>
          <p:nvSpPr>
            <p:cNvPr id="15" name="TextBox 41"/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90</a:t>
              </a:r>
              <a:endParaRPr lang="en-SG" sz="2000"/>
            </a:p>
          </p:txBody>
        </p:sp>
        <p:sp>
          <p:nvSpPr>
            <p:cNvPr id="16" name="TextBox 42"/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12</a:t>
              </a:r>
              <a:endParaRPr lang="en-SG" sz="2000" dirty="0"/>
            </a:p>
          </p:txBody>
        </p:sp>
        <p:sp>
          <p:nvSpPr>
            <p:cNvPr id="17" name="TextBox 43"/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44</a:t>
              </a:r>
              <a:endParaRPr lang="en-SG" sz="2000"/>
            </a:p>
          </p:txBody>
        </p:sp>
        <p:sp>
          <p:nvSpPr>
            <p:cNvPr id="18" name="TextBox 44"/>
            <p:cNvSpPr txBox="1">
              <a:spLocks noChangeArrowheads="1"/>
            </p:cNvSpPr>
            <p:nvPr/>
          </p:nvSpPr>
          <p:spPr bwMode="auto">
            <a:xfrm>
              <a:off x="5850120" y="2447282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38</a:t>
              </a:r>
              <a:endParaRPr lang="en-SG" sz="2000"/>
            </a:p>
          </p:txBody>
        </p:sp>
        <p:sp>
          <p:nvSpPr>
            <p:cNvPr id="19" name="TextBox 45"/>
            <p:cNvSpPr txBox="1">
              <a:spLocks noChangeArrowheads="1"/>
            </p:cNvSpPr>
            <p:nvPr/>
          </p:nvSpPr>
          <p:spPr bwMode="auto">
            <a:xfrm>
              <a:off x="6404622" y="2447282"/>
              <a:ext cx="55450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84</a:t>
              </a:r>
              <a:endParaRPr lang="en-SG" sz="2000"/>
            </a:p>
          </p:txBody>
        </p:sp>
        <p:sp>
          <p:nvSpPr>
            <p:cNvPr id="20" name="TextBox 46"/>
            <p:cNvSpPr txBox="1">
              <a:spLocks noChangeArrowheads="1"/>
            </p:cNvSpPr>
            <p:nvPr/>
          </p:nvSpPr>
          <p:spPr bwMode="auto">
            <a:xfrm>
              <a:off x="6959123" y="2447282"/>
              <a:ext cx="5494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77</a:t>
              </a:r>
              <a:endParaRPr lang="en-SG" sz="2000" dirty="0"/>
            </a:p>
          </p:txBody>
        </p:sp>
        <p:sp>
          <p:nvSpPr>
            <p:cNvPr id="21" name="TextBox 47"/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22" name="TextBox 48"/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23" name="TextBox 49"/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24" name="TextBox 50"/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25" name="TextBox 51"/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26" name="TextBox 52"/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27" name="TextBox 53"/>
            <p:cNvSpPr txBox="1">
              <a:spLocks noChangeArrowheads="1"/>
            </p:cNvSpPr>
            <p:nvPr/>
          </p:nvSpPr>
          <p:spPr bwMode="auto">
            <a:xfrm>
              <a:off x="5850121" y="2139902"/>
              <a:ext cx="55450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[6]</a:t>
              </a:r>
              <a:endParaRPr lang="en-SG" sz="1400"/>
            </a:p>
          </p:txBody>
        </p:sp>
        <p:sp>
          <p:nvSpPr>
            <p:cNvPr id="28" name="TextBox 54"/>
            <p:cNvSpPr txBox="1">
              <a:spLocks noChangeArrowheads="1"/>
            </p:cNvSpPr>
            <p:nvPr/>
          </p:nvSpPr>
          <p:spPr bwMode="auto">
            <a:xfrm>
              <a:off x="6394277" y="2138415"/>
              <a:ext cx="568508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[7]</a:t>
              </a:r>
              <a:endParaRPr lang="en-SG" sz="1400"/>
            </a:p>
          </p:txBody>
        </p:sp>
        <p:sp>
          <p:nvSpPr>
            <p:cNvPr id="29" name="TextBox 55"/>
            <p:cNvSpPr txBox="1">
              <a:spLocks noChangeArrowheads="1"/>
            </p:cNvSpPr>
            <p:nvPr/>
          </p:nvSpPr>
          <p:spPr bwMode="auto">
            <a:xfrm>
              <a:off x="6948340" y="2139902"/>
              <a:ext cx="54942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[8]</a:t>
              </a:r>
              <a:endParaRPr lang="en-SG" sz="1400"/>
            </a:p>
          </p:txBody>
        </p:sp>
        <p:sp>
          <p:nvSpPr>
            <p:cNvPr id="30" name="TextBox 56"/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array</a:t>
              </a:r>
              <a:endParaRPr lang="en-SG" sz="1400"/>
            </a:p>
          </p:txBody>
        </p:sp>
      </p:grp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333375" y="2360613"/>
            <a:ext cx="12731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/>
              <a:t>1</a:t>
            </a:r>
            <a:r>
              <a:rPr lang="en-US" sz="2000" baseline="30000"/>
              <a:t>st</a:t>
            </a:r>
            <a:r>
              <a:rPr lang="en-US" sz="2000"/>
              <a:t> pass:</a:t>
            </a:r>
            <a:endParaRPr lang="en-SG" sz="2000"/>
          </a:p>
        </p:txBody>
      </p:sp>
      <p:grpSp>
        <p:nvGrpSpPr>
          <p:cNvPr id="32" name="Group 164"/>
          <p:cNvGrpSpPr>
            <a:grpSpLocks/>
          </p:cNvGrpSpPr>
          <p:nvPr/>
        </p:nvGrpSpPr>
        <p:grpSpPr bwMode="auto">
          <a:xfrm>
            <a:off x="6989286" y="1552575"/>
            <a:ext cx="568325" cy="585788"/>
            <a:chOff x="2489358" y="1553340"/>
            <a:chExt cx="568905" cy="584382"/>
          </a:xfrm>
        </p:grpSpPr>
        <p:cxnSp>
          <p:nvCxnSpPr>
            <p:cNvPr id="33" name="Straight Arrow Connector 110"/>
            <p:cNvCxnSpPr>
              <a:cxnSpLocks noChangeShapeType="1"/>
            </p:cNvCxnSpPr>
            <p:nvPr/>
          </p:nvCxnSpPr>
          <p:spPr bwMode="auto">
            <a:xfrm rot="5400000">
              <a:off x="2623882" y="202831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TextBox 112"/>
            <p:cNvSpPr txBox="1">
              <a:spLocks noChangeArrowheads="1"/>
            </p:cNvSpPr>
            <p:nvPr/>
          </p:nvSpPr>
          <p:spPr bwMode="auto">
            <a:xfrm>
              <a:off x="2489358" y="1553340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dirty="0"/>
                <a:t>last</a:t>
              </a:r>
              <a:endParaRPr lang="en-SG" sz="1600" dirty="0"/>
            </a:p>
          </p:txBody>
        </p:sp>
      </p:grpSp>
      <p:grpSp>
        <p:nvGrpSpPr>
          <p:cNvPr id="35" name="Group 165"/>
          <p:cNvGrpSpPr>
            <a:grpSpLocks/>
          </p:cNvGrpSpPr>
          <p:nvPr/>
        </p:nvGrpSpPr>
        <p:grpSpPr bwMode="auto">
          <a:xfrm>
            <a:off x="4193529" y="1552575"/>
            <a:ext cx="572593" cy="587375"/>
            <a:chOff x="3680472" y="1553340"/>
            <a:chExt cx="571425" cy="586562"/>
          </a:xfrm>
        </p:grpSpPr>
        <p:cxnSp>
          <p:nvCxnSpPr>
            <p:cNvPr id="36" name="Straight Arrow Connector 111"/>
            <p:cNvCxnSpPr>
              <a:cxnSpLocks noChangeShapeType="1"/>
            </p:cNvCxnSpPr>
            <p:nvPr/>
          </p:nvCxnSpPr>
          <p:spPr bwMode="auto">
            <a:xfrm rot="5400000">
              <a:off x="3849345" y="203049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" name="Rectangle 113"/>
            <p:cNvSpPr>
              <a:spLocks noChangeArrowheads="1"/>
            </p:cNvSpPr>
            <p:nvPr/>
          </p:nvSpPr>
          <p:spPr bwMode="auto">
            <a:xfrm>
              <a:off x="3680472" y="1553340"/>
              <a:ext cx="571425" cy="338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/>
                <a:t>max</a:t>
              </a:r>
              <a:endParaRPr lang="en-SG" sz="1600" dirty="0"/>
            </a:p>
          </p:txBody>
        </p:sp>
      </p:grpSp>
      <p:sp>
        <p:nvSpPr>
          <p:cNvPr id="38" name="Freeform 37"/>
          <p:cNvSpPr>
            <a:spLocks/>
          </p:cNvSpPr>
          <p:nvPr/>
        </p:nvSpPr>
        <p:spPr bwMode="auto">
          <a:xfrm>
            <a:off x="4671622" y="1887539"/>
            <a:ext cx="2395405" cy="199883"/>
          </a:xfrm>
          <a:custGeom>
            <a:avLst/>
            <a:gdLst>
              <a:gd name="T0" fmla="*/ 0 w 646176"/>
              <a:gd name="T1" fmla="*/ 3495 h 331216"/>
              <a:gd name="T2" fmla="*/ 1412204 w 646176"/>
              <a:gd name="T3" fmla="*/ 22 h 331216"/>
              <a:gd name="T4" fmla="*/ 2993874 w 646176"/>
              <a:gd name="T5" fmla="*/ 3366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39" name="Group 188"/>
          <p:cNvGrpSpPr>
            <a:grpSpLocks/>
          </p:cNvGrpSpPr>
          <p:nvPr/>
        </p:nvGrpSpPr>
        <p:grpSpPr bwMode="auto">
          <a:xfrm>
            <a:off x="322263" y="3522663"/>
            <a:ext cx="7175500" cy="485775"/>
            <a:chOff x="322462" y="3523028"/>
            <a:chExt cx="7175301" cy="486018"/>
          </a:xfrm>
        </p:grpSpPr>
        <p:grpSp>
          <p:nvGrpSpPr>
            <p:cNvPr id="40" name="Group 187"/>
            <p:cNvGrpSpPr>
              <a:grpSpLocks/>
            </p:cNvGrpSpPr>
            <p:nvPr/>
          </p:nvGrpSpPr>
          <p:grpSpPr bwMode="auto">
            <a:xfrm>
              <a:off x="2460019" y="3608935"/>
              <a:ext cx="5037744" cy="400111"/>
              <a:chOff x="2460019" y="3608935"/>
              <a:chExt cx="5037744" cy="400111"/>
            </a:xfrm>
          </p:grpSpPr>
          <p:sp>
            <p:nvSpPr>
              <p:cNvPr id="42" name="TextBox 38"/>
              <p:cNvSpPr txBox="1">
                <a:spLocks noChangeArrowheads="1"/>
              </p:cNvSpPr>
              <p:nvPr/>
            </p:nvSpPr>
            <p:spPr bwMode="auto">
              <a:xfrm>
                <a:off x="2460019" y="3608935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23</a:t>
                </a:r>
                <a:endParaRPr lang="en-SG" sz="2000" dirty="0"/>
              </a:p>
            </p:txBody>
          </p:sp>
          <p:sp>
            <p:nvSpPr>
              <p:cNvPr id="43" name="TextBox 39"/>
              <p:cNvSpPr txBox="1">
                <a:spLocks noChangeArrowheads="1"/>
              </p:cNvSpPr>
              <p:nvPr/>
            </p:nvSpPr>
            <p:spPr bwMode="auto">
              <a:xfrm>
                <a:off x="3018182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17</a:t>
                </a:r>
                <a:endParaRPr lang="en-SG" sz="2000"/>
              </a:p>
            </p:txBody>
          </p:sp>
          <p:sp>
            <p:nvSpPr>
              <p:cNvPr id="44" name="TextBox 40"/>
              <p:cNvSpPr txBox="1">
                <a:spLocks noChangeArrowheads="1"/>
              </p:cNvSpPr>
              <p:nvPr/>
            </p:nvSpPr>
            <p:spPr bwMode="auto">
              <a:xfrm>
                <a:off x="3576345" y="3608936"/>
                <a:ext cx="56872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5</a:t>
                </a:r>
                <a:endParaRPr lang="en-SG" sz="2000" dirty="0"/>
              </a:p>
            </p:txBody>
          </p:sp>
          <p:sp>
            <p:nvSpPr>
              <p:cNvPr id="45" name="TextBox 41"/>
              <p:cNvSpPr txBox="1">
                <a:spLocks noChangeArrowheads="1"/>
              </p:cNvSpPr>
              <p:nvPr/>
            </p:nvSpPr>
            <p:spPr bwMode="auto">
              <a:xfrm>
                <a:off x="4141194" y="3608936"/>
                <a:ext cx="562219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77</a:t>
                </a:r>
                <a:endParaRPr lang="en-SG" sz="2000" dirty="0"/>
              </a:p>
            </p:txBody>
          </p:sp>
          <p:sp>
            <p:nvSpPr>
              <p:cNvPr id="46" name="TextBox 42"/>
              <p:cNvSpPr txBox="1">
                <a:spLocks noChangeArrowheads="1"/>
              </p:cNvSpPr>
              <p:nvPr/>
            </p:nvSpPr>
            <p:spPr bwMode="auto">
              <a:xfrm>
                <a:off x="4703413" y="3608936"/>
                <a:ext cx="567464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12</a:t>
                </a:r>
                <a:endParaRPr lang="en-SG" sz="2000"/>
              </a:p>
            </p:txBody>
          </p:sp>
          <p:sp>
            <p:nvSpPr>
              <p:cNvPr id="47" name="TextBox 43"/>
              <p:cNvSpPr txBox="1">
                <a:spLocks noChangeArrowheads="1"/>
              </p:cNvSpPr>
              <p:nvPr/>
            </p:nvSpPr>
            <p:spPr bwMode="auto">
              <a:xfrm>
                <a:off x="5270878" y="3608936"/>
                <a:ext cx="568460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44</a:t>
                </a:r>
                <a:endParaRPr lang="en-SG" sz="2000"/>
              </a:p>
            </p:txBody>
          </p:sp>
          <p:sp>
            <p:nvSpPr>
              <p:cNvPr id="48" name="TextBox 44"/>
              <p:cNvSpPr txBox="1">
                <a:spLocks noChangeArrowheads="1"/>
              </p:cNvSpPr>
              <p:nvPr/>
            </p:nvSpPr>
            <p:spPr bwMode="auto">
              <a:xfrm>
                <a:off x="5839337" y="3608936"/>
                <a:ext cx="554502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38</a:t>
                </a:r>
                <a:endParaRPr lang="en-SG" sz="2000"/>
              </a:p>
            </p:txBody>
          </p:sp>
          <p:sp>
            <p:nvSpPr>
              <p:cNvPr id="49" name="TextBox 45"/>
              <p:cNvSpPr txBox="1">
                <a:spLocks noChangeArrowheads="1"/>
              </p:cNvSpPr>
              <p:nvPr/>
            </p:nvSpPr>
            <p:spPr bwMode="auto">
              <a:xfrm>
                <a:off x="6393839" y="3608936"/>
                <a:ext cx="554501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84</a:t>
                </a:r>
                <a:endParaRPr lang="en-SG" sz="2000"/>
              </a:p>
            </p:txBody>
          </p:sp>
          <p:sp>
            <p:nvSpPr>
              <p:cNvPr id="50" name="TextBox 46"/>
              <p:cNvSpPr txBox="1">
                <a:spLocks noChangeArrowheads="1"/>
              </p:cNvSpPr>
              <p:nvPr/>
            </p:nvSpPr>
            <p:spPr bwMode="auto">
              <a:xfrm>
                <a:off x="6948340" y="3608936"/>
                <a:ext cx="5494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90</a:t>
                </a:r>
                <a:endParaRPr lang="en-SG" sz="2000" dirty="0"/>
              </a:p>
            </p:txBody>
          </p:sp>
        </p:grpSp>
        <p:sp>
          <p:nvSpPr>
            <p:cNvPr id="41" name="TextBox 186"/>
            <p:cNvSpPr txBox="1">
              <a:spLocks noChangeArrowheads="1"/>
            </p:cNvSpPr>
            <p:nvPr/>
          </p:nvSpPr>
          <p:spPr bwMode="auto">
            <a:xfrm>
              <a:off x="322462" y="3523028"/>
              <a:ext cx="12733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000"/>
                <a:t>2</a:t>
              </a:r>
              <a:r>
                <a:rPr lang="en-US" sz="2000" baseline="30000"/>
                <a:t>nd</a:t>
              </a:r>
              <a:r>
                <a:rPr lang="en-US" sz="2000"/>
                <a:t> pass:</a:t>
              </a:r>
              <a:endParaRPr lang="en-SG" sz="2000"/>
            </a:p>
          </p:txBody>
        </p:sp>
      </p:grpSp>
      <p:grpSp>
        <p:nvGrpSpPr>
          <p:cNvPr id="51" name="Group 199"/>
          <p:cNvGrpSpPr>
            <a:grpSpLocks/>
          </p:cNvGrpSpPr>
          <p:nvPr/>
        </p:nvGrpSpPr>
        <p:grpSpPr bwMode="auto">
          <a:xfrm>
            <a:off x="6625590" y="3024188"/>
            <a:ext cx="568325" cy="584200"/>
            <a:chOff x="6143072" y="1553340"/>
            <a:chExt cx="568905" cy="584382"/>
          </a:xfrm>
        </p:grpSpPr>
        <p:cxnSp>
          <p:nvCxnSpPr>
            <p:cNvPr id="52" name="Straight Arrow Connector 200"/>
            <p:cNvCxnSpPr>
              <a:cxnSpLocks noChangeShapeType="1"/>
            </p:cNvCxnSpPr>
            <p:nvPr/>
          </p:nvCxnSpPr>
          <p:spPr bwMode="auto">
            <a:xfrm rot="5400000">
              <a:off x="6277595" y="202831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3" name="TextBox 201"/>
            <p:cNvSpPr txBox="1">
              <a:spLocks noChangeArrowheads="1"/>
            </p:cNvSpPr>
            <p:nvPr/>
          </p:nvSpPr>
          <p:spPr bwMode="auto">
            <a:xfrm>
              <a:off x="6143072" y="1553340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dirty="0"/>
                <a:t>last</a:t>
              </a:r>
              <a:endParaRPr lang="en-SG" sz="1600" dirty="0"/>
            </a:p>
          </p:txBody>
        </p:sp>
      </p:grpSp>
      <p:grpSp>
        <p:nvGrpSpPr>
          <p:cNvPr id="54" name="Group 202"/>
          <p:cNvGrpSpPr>
            <a:grpSpLocks/>
          </p:cNvGrpSpPr>
          <p:nvPr/>
        </p:nvGrpSpPr>
        <p:grpSpPr bwMode="auto">
          <a:xfrm>
            <a:off x="6204907" y="3022600"/>
            <a:ext cx="572593" cy="585788"/>
            <a:chOff x="3512656" y="1553340"/>
            <a:chExt cx="573188" cy="586562"/>
          </a:xfrm>
        </p:grpSpPr>
        <p:cxnSp>
          <p:nvCxnSpPr>
            <p:cNvPr id="55" name="Straight Arrow Connector 203"/>
            <p:cNvCxnSpPr>
              <a:cxnSpLocks noChangeShapeType="1"/>
            </p:cNvCxnSpPr>
            <p:nvPr/>
          </p:nvCxnSpPr>
          <p:spPr bwMode="auto">
            <a:xfrm rot="5400000">
              <a:off x="3681532" y="203049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Rectangle 204"/>
            <p:cNvSpPr>
              <a:spLocks noChangeArrowheads="1"/>
            </p:cNvSpPr>
            <p:nvPr/>
          </p:nvSpPr>
          <p:spPr bwMode="auto">
            <a:xfrm>
              <a:off x="3512656" y="1553340"/>
              <a:ext cx="573188" cy="339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/>
                <a:t>max</a:t>
              </a:r>
              <a:endParaRPr lang="en-SG" sz="1600" dirty="0"/>
            </a:p>
          </p:txBody>
        </p:sp>
      </p:grpSp>
      <p:sp>
        <p:nvSpPr>
          <p:cNvPr id="57" name="Freeform 56"/>
          <p:cNvSpPr>
            <a:spLocks/>
          </p:cNvSpPr>
          <p:nvPr/>
        </p:nvSpPr>
        <p:spPr bwMode="auto">
          <a:xfrm>
            <a:off x="6563714" y="3384295"/>
            <a:ext cx="214703" cy="199608"/>
          </a:xfrm>
          <a:custGeom>
            <a:avLst/>
            <a:gdLst>
              <a:gd name="T0" fmla="*/ 0 w 646176"/>
              <a:gd name="T1" fmla="*/ 396212 h 331216"/>
              <a:gd name="T2" fmla="*/ 2147483647 w 646176"/>
              <a:gd name="T3" fmla="*/ 2430 h 331216"/>
              <a:gd name="T4" fmla="*/ 2147483647 w 646176"/>
              <a:gd name="T5" fmla="*/ 381628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58" name="Group 206"/>
          <p:cNvGrpSpPr>
            <a:grpSpLocks/>
          </p:cNvGrpSpPr>
          <p:nvPr/>
        </p:nvGrpSpPr>
        <p:grpSpPr bwMode="auto">
          <a:xfrm>
            <a:off x="322263" y="4632325"/>
            <a:ext cx="7175500" cy="485775"/>
            <a:chOff x="322462" y="3523028"/>
            <a:chExt cx="7175301" cy="486018"/>
          </a:xfrm>
        </p:grpSpPr>
        <p:grpSp>
          <p:nvGrpSpPr>
            <p:cNvPr id="59" name="Group 187"/>
            <p:cNvGrpSpPr>
              <a:grpSpLocks/>
            </p:cNvGrpSpPr>
            <p:nvPr/>
          </p:nvGrpSpPr>
          <p:grpSpPr bwMode="auto">
            <a:xfrm>
              <a:off x="2460019" y="3608936"/>
              <a:ext cx="5037744" cy="400110"/>
              <a:chOff x="2460019" y="3608936"/>
              <a:chExt cx="5037744" cy="400110"/>
            </a:xfrm>
          </p:grpSpPr>
          <p:sp>
            <p:nvSpPr>
              <p:cNvPr id="61" name="TextBox 38"/>
              <p:cNvSpPr txBox="1">
                <a:spLocks noChangeArrowheads="1"/>
              </p:cNvSpPr>
              <p:nvPr/>
            </p:nvSpPr>
            <p:spPr bwMode="auto">
              <a:xfrm>
                <a:off x="2460019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23</a:t>
                </a:r>
                <a:endParaRPr lang="en-SG" sz="2000" dirty="0"/>
              </a:p>
            </p:txBody>
          </p:sp>
          <p:sp>
            <p:nvSpPr>
              <p:cNvPr id="62" name="TextBox 39"/>
              <p:cNvSpPr txBox="1">
                <a:spLocks noChangeArrowheads="1"/>
              </p:cNvSpPr>
              <p:nvPr/>
            </p:nvSpPr>
            <p:spPr bwMode="auto">
              <a:xfrm>
                <a:off x="3018182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17</a:t>
                </a:r>
                <a:endParaRPr lang="en-SG" sz="2000" dirty="0"/>
              </a:p>
            </p:txBody>
          </p:sp>
          <p:sp>
            <p:nvSpPr>
              <p:cNvPr id="63" name="TextBox 40"/>
              <p:cNvSpPr txBox="1">
                <a:spLocks noChangeArrowheads="1"/>
              </p:cNvSpPr>
              <p:nvPr/>
            </p:nvSpPr>
            <p:spPr bwMode="auto">
              <a:xfrm>
                <a:off x="3576345" y="3608936"/>
                <a:ext cx="56872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5</a:t>
                </a:r>
                <a:endParaRPr lang="en-SG" sz="2000" dirty="0"/>
              </a:p>
            </p:txBody>
          </p:sp>
          <p:sp>
            <p:nvSpPr>
              <p:cNvPr id="64" name="TextBox 41"/>
              <p:cNvSpPr txBox="1">
                <a:spLocks noChangeArrowheads="1"/>
              </p:cNvSpPr>
              <p:nvPr/>
            </p:nvSpPr>
            <p:spPr bwMode="auto">
              <a:xfrm>
                <a:off x="4141194" y="3608936"/>
                <a:ext cx="562219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77</a:t>
                </a:r>
                <a:endParaRPr lang="en-SG" sz="2000" dirty="0"/>
              </a:p>
            </p:txBody>
          </p:sp>
          <p:sp>
            <p:nvSpPr>
              <p:cNvPr id="65" name="TextBox 42"/>
              <p:cNvSpPr txBox="1">
                <a:spLocks noChangeArrowheads="1"/>
              </p:cNvSpPr>
              <p:nvPr/>
            </p:nvSpPr>
            <p:spPr bwMode="auto">
              <a:xfrm>
                <a:off x="4703413" y="3608936"/>
                <a:ext cx="567464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12</a:t>
                </a:r>
                <a:endParaRPr lang="en-SG" sz="2000" dirty="0"/>
              </a:p>
            </p:txBody>
          </p:sp>
          <p:sp>
            <p:nvSpPr>
              <p:cNvPr id="66" name="TextBox 43"/>
              <p:cNvSpPr txBox="1">
                <a:spLocks noChangeArrowheads="1"/>
              </p:cNvSpPr>
              <p:nvPr/>
            </p:nvSpPr>
            <p:spPr bwMode="auto">
              <a:xfrm>
                <a:off x="5270878" y="3608936"/>
                <a:ext cx="568460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44</a:t>
                </a:r>
                <a:endParaRPr lang="en-SG" sz="2000"/>
              </a:p>
            </p:txBody>
          </p:sp>
          <p:sp>
            <p:nvSpPr>
              <p:cNvPr id="67" name="TextBox 44"/>
              <p:cNvSpPr txBox="1">
                <a:spLocks noChangeArrowheads="1"/>
              </p:cNvSpPr>
              <p:nvPr/>
            </p:nvSpPr>
            <p:spPr bwMode="auto">
              <a:xfrm>
                <a:off x="5839337" y="3608936"/>
                <a:ext cx="554502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38</a:t>
                </a:r>
                <a:endParaRPr lang="en-SG" sz="2000"/>
              </a:p>
            </p:txBody>
          </p:sp>
          <p:sp>
            <p:nvSpPr>
              <p:cNvPr id="68" name="TextBox 45"/>
              <p:cNvSpPr txBox="1">
                <a:spLocks noChangeArrowheads="1"/>
              </p:cNvSpPr>
              <p:nvPr/>
            </p:nvSpPr>
            <p:spPr bwMode="auto">
              <a:xfrm>
                <a:off x="6393839" y="3608936"/>
                <a:ext cx="554501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84</a:t>
                </a:r>
                <a:endParaRPr lang="en-SG" sz="2000" dirty="0"/>
              </a:p>
            </p:txBody>
          </p:sp>
          <p:sp>
            <p:nvSpPr>
              <p:cNvPr id="69" name="TextBox 46"/>
              <p:cNvSpPr txBox="1">
                <a:spLocks noChangeArrowheads="1"/>
              </p:cNvSpPr>
              <p:nvPr/>
            </p:nvSpPr>
            <p:spPr bwMode="auto">
              <a:xfrm>
                <a:off x="6948340" y="3608936"/>
                <a:ext cx="5494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90</a:t>
                </a:r>
                <a:endParaRPr lang="en-SG" sz="2000" dirty="0"/>
              </a:p>
            </p:txBody>
          </p:sp>
        </p:grpSp>
        <p:sp>
          <p:nvSpPr>
            <p:cNvPr id="60" name="TextBox 208"/>
            <p:cNvSpPr txBox="1">
              <a:spLocks noChangeArrowheads="1"/>
            </p:cNvSpPr>
            <p:nvPr/>
          </p:nvSpPr>
          <p:spPr bwMode="auto">
            <a:xfrm>
              <a:off x="322462" y="3523028"/>
              <a:ext cx="12733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000"/>
                <a:t>3</a:t>
              </a:r>
              <a:r>
                <a:rPr lang="en-US" sz="2000" baseline="30000"/>
                <a:t>rd</a:t>
              </a:r>
              <a:r>
                <a:rPr lang="en-US" sz="2000"/>
                <a:t> pass:</a:t>
              </a:r>
              <a:endParaRPr lang="en-SG" sz="2000"/>
            </a:p>
          </p:txBody>
        </p:sp>
      </p:grpSp>
      <p:grpSp>
        <p:nvGrpSpPr>
          <p:cNvPr id="70" name="Group 218"/>
          <p:cNvGrpSpPr>
            <a:grpSpLocks/>
          </p:cNvGrpSpPr>
          <p:nvPr/>
        </p:nvGrpSpPr>
        <p:grpSpPr bwMode="auto">
          <a:xfrm>
            <a:off x="5889943" y="4133850"/>
            <a:ext cx="569912" cy="584200"/>
            <a:chOff x="4725681" y="1553340"/>
            <a:chExt cx="568905" cy="584382"/>
          </a:xfrm>
        </p:grpSpPr>
        <p:cxnSp>
          <p:nvCxnSpPr>
            <p:cNvPr id="71" name="Straight Arrow Connector 219"/>
            <p:cNvCxnSpPr>
              <a:cxnSpLocks noChangeShapeType="1"/>
            </p:cNvCxnSpPr>
            <p:nvPr/>
          </p:nvCxnSpPr>
          <p:spPr bwMode="auto">
            <a:xfrm rot="5400000">
              <a:off x="4860220" y="202831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2" name="TextBox 220"/>
            <p:cNvSpPr txBox="1">
              <a:spLocks noChangeArrowheads="1"/>
            </p:cNvSpPr>
            <p:nvPr/>
          </p:nvSpPr>
          <p:spPr bwMode="auto">
            <a:xfrm>
              <a:off x="4725681" y="1553340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dirty="0"/>
                <a:t>last</a:t>
              </a:r>
              <a:endParaRPr lang="en-SG" sz="1600" dirty="0"/>
            </a:p>
          </p:txBody>
        </p:sp>
      </p:grpSp>
      <p:grpSp>
        <p:nvGrpSpPr>
          <p:cNvPr id="73" name="Group 221"/>
          <p:cNvGrpSpPr>
            <a:grpSpLocks/>
          </p:cNvGrpSpPr>
          <p:nvPr/>
        </p:nvGrpSpPr>
        <p:grpSpPr bwMode="auto">
          <a:xfrm>
            <a:off x="4161794" y="4132263"/>
            <a:ext cx="572593" cy="585787"/>
            <a:chOff x="3680472" y="1553340"/>
            <a:chExt cx="573188" cy="586562"/>
          </a:xfrm>
        </p:grpSpPr>
        <p:cxnSp>
          <p:nvCxnSpPr>
            <p:cNvPr id="74" name="Straight Arrow Connector 222"/>
            <p:cNvCxnSpPr>
              <a:cxnSpLocks noChangeShapeType="1"/>
            </p:cNvCxnSpPr>
            <p:nvPr/>
          </p:nvCxnSpPr>
          <p:spPr bwMode="auto">
            <a:xfrm rot="5400000">
              <a:off x="3849345" y="203049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" name="Rectangle 223"/>
            <p:cNvSpPr>
              <a:spLocks noChangeArrowheads="1"/>
            </p:cNvSpPr>
            <p:nvPr/>
          </p:nvSpPr>
          <p:spPr bwMode="auto">
            <a:xfrm>
              <a:off x="3680472" y="1553340"/>
              <a:ext cx="573188" cy="339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/>
                <a:t>max</a:t>
              </a:r>
              <a:endParaRPr lang="en-SG" sz="1600" dirty="0"/>
            </a:p>
          </p:txBody>
        </p:sp>
      </p:grpSp>
      <p:sp>
        <p:nvSpPr>
          <p:cNvPr id="76" name="Freeform 75"/>
          <p:cNvSpPr>
            <a:spLocks/>
          </p:cNvSpPr>
          <p:nvPr/>
        </p:nvSpPr>
        <p:spPr bwMode="auto">
          <a:xfrm>
            <a:off x="4567238" y="4333875"/>
            <a:ext cx="1398882" cy="334963"/>
          </a:xfrm>
          <a:custGeom>
            <a:avLst/>
            <a:gdLst>
              <a:gd name="T0" fmla="*/ 0 w 646176"/>
              <a:gd name="T1" fmla="*/ 396230 h 331216"/>
              <a:gd name="T2" fmla="*/ 283825211 w 646176"/>
              <a:gd name="T3" fmla="*/ 2430 h 331216"/>
              <a:gd name="T4" fmla="*/ 601708643 w 646176"/>
              <a:gd name="T5" fmla="*/ 381645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77" name="Group 225"/>
          <p:cNvGrpSpPr>
            <a:grpSpLocks/>
          </p:cNvGrpSpPr>
          <p:nvPr/>
        </p:nvGrpSpPr>
        <p:grpSpPr bwMode="auto">
          <a:xfrm>
            <a:off x="322263" y="5762625"/>
            <a:ext cx="7175500" cy="485775"/>
            <a:chOff x="322462" y="3523028"/>
            <a:chExt cx="7175301" cy="486018"/>
          </a:xfrm>
        </p:grpSpPr>
        <p:grpSp>
          <p:nvGrpSpPr>
            <p:cNvPr id="78" name="Group 187"/>
            <p:cNvGrpSpPr>
              <a:grpSpLocks/>
            </p:cNvGrpSpPr>
            <p:nvPr/>
          </p:nvGrpSpPr>
          <p:grpSpPr bwMode="auto">
            <a:xfrm>
              <a:off x="2460019" y="3608936"/>
              <a:ext cx="5037744" cy="400110"/>
              <a:chOff x="2460019" y="3608936"/>
              <a:chExt cx="5037744" cy="400110"/>
            </a:xfrm>
          </p:grpSpPr>
          <p:sp>
            <p:nvSpPr>
              <p:cNvPr id="80" name="TextBox 38"/>
              <p:cNvSpPr txBox="1">
                <a:spLocks noChangeArrowheads="1"/>
              </p:cNvSpPr>
              <p:nvPr/>
            </p:nvSpPr>
            <p:spPr bwMode="auto">
              <a:xfrm>
                <a:off x="2460019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23</a:t>
                </a:r>
                <a:endParaRPr lang="en-SG" sz="2000" dirty="0"/>
              </a:p>
            </p:txBody>
          </p:sp>
          <p:sp>
            <p:nvSpPr>
              <p:cNvPr id="81" name="TextBox 39"/>
              <p:cNvSpPr txBox="1">
                <a:spLocks noChangeArrowheads="1"/>
              </p:cNvSpPr>
              <p:nvPr/>
            </p:nvSpPr>
            <p:spPr bwMode="auto">
              <a:xfrm>
                <a:off x="3018182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17</a:t>
                </a:r>
                <a:endParaRPr lang="en-SG" sz="2000" dirty="0"/>
              </a:p>
            </p:txBody>
          </p:sp>
          <p:sp>
            <p:nvSpPr>
              <p:cNvPr id="82" name="TextBox 40"/>
              <p:cNvSpPr txBox="1">
                <a:spLocks noChangeArrowheads="1"/>
              </p:cNvSpPr>
              <p:nvPr/>
            </p:nvSpPr>
            <p:spPr bwMode="auto">
              <a:xfrm>
                <a:off x="3576345" y="3608936"/>
                <a:ext cx="56872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5</a:t>
                </a:r>
                <a:endParaRPr lang="en-SG" sz="2000" dirty="0"/>
              </a:p>
            </p:txBody>
          </p:sp>
          <p:sp>
            <p:nvSpPr>
              <p:cNvPr id="83" name="TextBox 41"/>
              <p:cNvSpPr txBox="1">
                <a:spLocks noChangeArrowheads="1"/>
              </p:cNvSpPr>
              <p:nvPr/>
            </p:nvSpPr>
            <p:spPr bwMode="auto">
              <a:xfrm>
                <a:off x="4141194" y="3608936"/>
                <a:ext cx="562219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38</a:t>
                </a:r>
                <a:endParaRPr lang="en-SG" sz="2000" dirty="0"/>
              </a:p>
            </p:txBody>
          </p:sp>
          <p:sp>
            <p:nvSpPr>
              <p:cNvPr id="84" name="TextBox 42"/>
              <p:cNvSpPr txBox="1">
                <a:spLocks noChangeArrowheads="1"/>
              </p:cNvSpPr>
              <p:nvPr/>
            </p:nvSpPr>
            <p:spPr bwMode="auto">
              <a:xfrm>
                <a:off x="4703413" y="3608936"/>
                <a:ext cx="567464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12</a:t>
                </a:r>
                <a:endParaRPr lang="en-SG" sz="2000" dirty="0"/>
              </a:p>
            </p:txBody>
          </p:sp>
          <p:sp>
            <p:nvSpPr>
              <p:cNvPr id="85" name="TextBox 43"/>
              <p:cNvSpPr txBox="1">
                <a:spLocks noChangeArrowheads="1"/>
              </p:cNvSpPr>
              <p:nvPr/>
            </p:nvSpPr>
            <p:spPr bwMode="auto">
              <a:xfrm>
                <a:off x="5270878" y="3608936"/>
                <a:ext cx="568460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44</a:t>
                </a:r>
                <a:endParaRPr lang="en-SG" sz="2000"/>
              </a:p>
            </p:txBody>
          </p:sp>
          <p:sp>
            <p:nvSpPr>
              <p:cNvPr id="86" name="TextBox 44"/>
              <p:cNvSpPr txBox="1">
                <a:spLocks noChangeArrowheads="1"/>
              </p:cNvSpPr>
              <p:nvPr/>
            </p:nvSpPr>
            <p:spPr bwMode="auto">
              <a:xfrm>
                <a:off x="5839337" y="3608936"/>
                <a:ext cx="554502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77</a:t>
                </a:r>
                <a:endParaRPr lang="en-SG" sz="2000" dirty="0"/>
              </a:p>
            </p:txBody>
          </p:sp>
          <p:sp>
            <p:nvSpPr>
              <p:cNvPr id="87" name="TextBox 45"/>
              <p:cNvSpPr txBox="1">
                <a:spLocks noChangeArrowheads="1"/>
              </p:cNvSpPr>
              <p:nvPr/>
            </p:nvSpPr>
            <p:spPr bwMode="auto">
              <a:xfrm>
                <a:off x="6393839" y="3608936"/>
                <a:ext cx="554501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84</a:t>
                </a:r>
                <a:endParaRPr lang="en-SG" sz="2000"/>
              </a:p>
            </p:txBody>
          </p:sp>
          <p:sp>
            <p:nvSpPr>
              <p:cNvPr id="88" name="TextBox 46"/>
              <p:cNvSpPr txBox="1">
                <a:spLocks noChangeArrowheads="1"/>
              </p:cNvSpPr>
              <p:nvPr/>
            </p:nvSpPr>
            <p:spPr bwMode="auto">
              <a:xfrm>
                <a:off x="6948340" y="3608936"/>
                <a:ext cx="5494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90</a:t>
                </a:r>
                <a:endParaRPr lang="en-SG" sz="2000" dirty="0"/>
              </a:p>
            </p:txBody>
          </p:sp>
        </p:grpSp>
        <p:sp>
          <p:nvSpPr>
            <p:cNvPr id="79" name="TextBox 227"/>
            <p:cNvSpPr txBox="1">
              <a:spLocks noChangeArrowheads="1"/>
            </p:cNvSpPr>
            <p:nvPr/>
          </p:nvSpPr>
          <p:spPr bwMode="auto">
            <a:xfrm>
              <a:off x="322462" y="3523028"/>
              <a:ext cx="12733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000"/>
                <a:t>4</a:t>
              </a:r>
              <a:r>
                <a:rPr lang="en-US" sz="2000" baseline="30000"/>
                <a:t>th</a:t>
              </a:r>
              <a:r>
                <a:rPr lang="en-US" sz="2000"/>
                <a:t> pass:</a:t>
              </a:r>
              <a:endParaRPr lang="en-SG" sz="2000"/>
            </a:p>
          </p:txBody>
        </p:sp>
      </p:grpSp>
      <p:grpSp>
        <p:nvGrpSpPr>
          <p:cNvPr id="89" name="Group 237"/>
          <p:cNvGrpSpPr>
            <a:grpSpLocks/>
          </p:cNvGrpSpPr>
          <p:nvPr/>
        </p:nvGrpSpPr>
        <p:grpSpPr bwMode="auto">
          <a:xfrm>
            <a:off x="5514975" y="5264150"/>
            <a:ext cx="568325" cy="584200"/>
            <a:chOff x="3786085" y="1553340"/>
            <a:chExt cx="568905" cy="584382"/>
          </a:xfrm>
        </p:grpSpPr>
        <p:cxnSp>
          <p:nvCxnSpPr>
            <p:cNvPr id="90" name="Straight Arrow Connector 238"/>
            <p:cNvCxnSpPr>
              <a:cxnSpLocks noChangeShapeType="1"/>
            </p:cNvCxnSpPr>
            <p:nvPr/>
          </p:nvCxnSpPr>
          <p:spPr bwMode="auto">
            <a:xfrm rot="5400000">
              <a:off x="3920608" y="202831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1" name="TextBox 239"/>
            <p:cNvSpPr txBox="1">
              <a:spLocks noChangeArrowheads="1"/>
            </p:cNvSpPr>
            <p:nvPr/>
          </p:nvSpPr>
          <p:spPr bwMode="auto">
            <a:xfrm>
              <a:off x="3786085" y="1553340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dirty="0"/>
                <a:t>last</a:t>
              </a:r>
              <a:endParaRPr lang="en-SG" sz="1600" dirty="0"/>
            </a:p>
          </p:txBody>
        </p:sp>
      </p:grpSp>
      <p:grpSp>
        <p:nvGrpSpPr>
          <p:cNvPr id="92" name="Group 240"/>
          <p:cNvGrpSpPr>
            <a:grpSpLocks/>
          </p:cNvGrpSpPr>
          <p:nvPr/>
        </p:nvGrpSpPr>
        <p:grpSpPr bwMode="auto">
          <a:xfrm>
            <a:off x="5077147" y="5260975"/>
            <a:ext cx="572593" cy="587375"/>
            <a:chOff x="3680472" y="1553340"/>
            <a:chExt cx="573188" cy="586562"/>
          </a:xfrm>
        </p:grpSpPr>
        <p:cxnSp>
          <p:nvCxnSpPr>
            <p:cNvPr id="93" name="Straight Arrow Connector 241"/>
            <p:cNvCxnSpPr>
              <a:cxnSpLocks noChangeShapeType="1"/>
            </p:cNvCxnSpPr>
            <p:nvPr/>
          </p:nvCxnSpPr>
          <p:spPr bwMode="auto">
            <a:xfrm rot="5400000">
              <a:off x="3849345" y="203049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4" name="Rectangle 242"/>
            <p:cNvSpPr>
              <a:spLocks noChangeArrowheads="1"/>
            </p:cNvSpPr>
            <p:nvPr/>
          </p:nvSpPr>
          <p:spPr bwMode="auto">
            <a:xfrm>
              <a:off x="3680472" y="1553340"/>
              <a:ext cx="573188" cy="338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/>
                <a:t>max</a:t>
              </a:r>
              <a:endParaRPr lang="en-SG" sz="1600" dirty="0"/>
            </a:p>
          </p:txBody>
        </p:sp>
      </p:grpSp>
      <p:sp>
        <p:nvSpPr>
          <p:cNvPr id="95" name="Freeform 94"/>
          <p:cNvSpPr>
            <a:spLocks/>
          </p:cNvSpPr>
          <p:nvPr/>
        </p:nvSpPr>
        <p:spPr bwMode="auto">
          <a:xfrm>
            <a:off x="5454016" y="5630863"/>
            <a:ext cx="220836" cy="217487"/>
          </a:xfrm>
          <a:custGeom>
            <a:avLst/>
            <a:gdLst>
              <a:gd name="T0" fmla="*/ 0 w 646176"/>
              <a:gd name="T1" fmla="*/ 395 h 331216"/>
              <a:gd name="T2" fmla="*/ 1421 w 646176"/>
              <a:gd name="T3" fmla="*/ 3 h 331216"/>
              <a:gd name="T4" fmla="*/ 3011 w 646176"/>
              <a:gd name="T5" fmla="*/ 381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4EFB2C-07B7-A3E4-A9A0-EAF7F15E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4652115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8" grpId="0" animBg="1"/>
      <p:bldP spid="57" grpId="0" animBg="1"/>
      <p:bldP spid="76" grpId="0" animBg="1"/>
      <p:bldP spid="9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Selection 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96" name="TextBox 84"/>
          <p:cNvSpPr txBox="1">
            <a:spLocks noChangeArrowheads="1"/>
          </p:cNvSpPr>
          <p:nvPr/>
        </p:nvSpPr>
        <p:spPr bwMode="auto">
          <a:xfrm>
            <a:off x="333375" y="1427163"/>
            <a:ext cx="12731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i="1"/>
              <a:t>n</a:t>
            </a:r>
            <a:r>
              <a:rPr lang="en-US" sz="2400"/>
              <a:t> = 9</a:t>
            </a:r>
            <a:endParaRPr lang="en-SG" sz="2400"/>
          </a:p>
        </p:txBody>
      </p:sp>
      <p:grpSp>
        <p:nvGrpSpPr>
          <p:cNvPr id="97" name="Group 225"/>
          <p:cNvGrpSpPr>
            <a:grpSpLocks/>
          </p:cNvGrpSpPr>
          <p:nvPr/>
        </p:nvGrpSpPr>
        <p:grpSpPr bwMode="auto">
          <a:xfrm>
            <a:off x="322263" y="2060575"/>
            <a:ext cx="7175500" cy="485775"/>
            <a:chOff x="322462" y="3523028"/>
            <a:chExt cx="7175301" cy="486018"/>
          </a:xfrm>
        </p:grpSpPr>
        <p:grpSp>
          <p:nvGrpSpPr>
            <p:cNvPr id="98" name="Group 187"/>
            <p:cNvGrpSpPr>
              <a:grpSpLocks/>
            </p:cNvGrpSpPr>
            <p:nvPr/>
          </p:nvGrpSpPr>
          <p:grpSpPr bwMode="auto">
            <a:xfrm>
              <a:off x="2460019" y="3608936"/>
              <a:ext cx="5037744" cy="400110"/>
              <a:chOff x="2460019" y="3608936"/>
              <a:chExt cx="5037744" cy="400110"/>
            </a:xfrm>
          </p:grpSpPr>
          <p:sp>
            <p:nvSpPr>
              <p:cNvPr id="100" name="TextBox 38"/>
              <p:cNvSpPr txBox="1">
                <a:spLocks noChangeArrowheads="1"/>
              </p:cNvSpPr>
              <p:nvPr/>
            </p:nvSpPr>
            <p:spPr bwMode="auto">
              <a:xfrm>
                <a:off x="2460019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23</a:t>
                </a:r>
                <a:endParaRPr lang="en-SG" sz="2000" dirty="0"/>
              </a:p>
            </p:txBody>
          </p:sp>
          <p:sp>
            <p:nvSpPr>
              <p:cNvPr id="101" name="TextBox 39"/>
              <p:cNvSpPr txBox="1">
                <a:spLocks noChangeArrowheads="1"/>
              </p:cNvSpPr>
              <p:nvPr/>
            </p:nvSpPr>
            <p:spPr bwMode="auto">
              <a:xfrm>
                <a:off x="3018182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17</a:t>
                </a:r>
                <a:endParaRPr lang="en-SG" sz="2000" dirty="0"/>
              </a:p>
            </p:txBody>
          </p:sp>
          <p:sp>
            <p:nvSpPr>
              <p:cNvPr id="102" name="TextBox 40"/>
              <p:cNvSpPr txBox="1">
                <a:spLocks noChangeArrowheads="1"/>
              </p:cNvSpPr>
              <p:nvPr/>
            </p:nvSpPr>
            <p:spPr bwMode="auto">
              <a:xfrm>
                <a:off x="3576345" y="3608936"/>
                <a:ext cx="56872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5</a:t>
                </a:r>
                <a:endParaRPr lang="en-SG" sz="2000" dirty="0"/>
              </a:p>
            </p:txBody>
          </p:sp>
          <p:sp>
            <p:nvSpPr>
              <p:cNvPr id="103" name="TextBox 41"/>
              <p:cNvSpPr txBox="1">
                <a:spLocks noChangeArrowheads="1"/>
              </p:cNvSpPr>
              <p:nvPr/>
            </p:nvSpPr>
            <p:spPr bwMode="auto">
              <a:xfrm>
                <a:off x="4141194" y="3608936"/>
                <a:ext cx="562219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38</a:t>
                </a:r>
                <a:endParaRPr lang="en-SG" sz="2000" dirty="0"/>
              </a:p>
            </p:txBody>
          </p:sp>
          <p:sp>
            <p:nvSpPr>
              <p:cNvPr id="104" name="TextBox 42"/>
              <p:cNvSpPr txBox="1">
                <a:spLocks noChangeArrowheads="1"/>
              </p:cNvSpPr>
              <p:nvPr/>
            </p:nvSpPr>
            <p:spPr bwMode="auto">
              <a:xfrm>
                <a:off x="4703413" y="3608936"/>
                <a:ext cx="567464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12</a:t>
                </a:r>
                <a:endParaRPr lang="en-SG" sz="2000" dirty="0"/>
              </a:p>
            </p:txBody>
          </p:sp>
          <p:sp>
            <p:nvSpPr>
              <p:cNvPr id="105" name="TextBox 43"/>
              <p:cNvSpPr txBox="1">
                <a:spLocks noChangeArrowheads="1"/>
              </p:cNvSpPr>
              <p:nvPr/>
            </p:nvSpPr>
            <p:spPr bwMode="auto">
              <a:xfrm>
                <a:off x="5270878" y="3608936"/>
                <a:ext cx="568460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44</a:t>
                </a:r>
                <a:endParaRPr lang="en-SG" sz="2000" dirty="0"/>
              </a:p>
            </p:txBody>
          </p:sp>
          <p:sp>
            <p:nvSpPr>
              <p:cNvPr id="106" name="TextBox 44"/>
              <p:cNvSpPr txBox="1">
                <a:spLocks noChangeArrowheads="1"/>
              </p:cNvSpPr>
              <p:nvPr/>
            </p:nvSpPr>
            <p:spPr bwMode="auto">
              <a:xfrm>
                <a:off x="5839337" y="3608936"/>
                <a:ext cx="554502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77</a:t>
                </a:r>
                <a:endParaRPr lang="en-SG" sz="2000" dirty="0"/>
              </a:p>
            </p:txBody>
          </p:sp>
          <p:sp>
            <p:nvSpPr>
              <p:cNvPr id="107" name="TextBox 45"/>
              <p:cNvSpPr txBox="1">
                <a:spLocks noChangeArrowheads="1"/>
              </p:cNvSpPr>
              <p:nvPr/>
            </p:nvSpPr>
            <p:spPr bwMode="auto">
              <a:xfrm>
                <a:off x="6393839" y="3608936"/>
                <a:ext cx="554501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84</a:t>
                </a:r>
                <a:endParaRPr lang="en-SG" sz="2000" dirty="0"/>
              </a:p>
            </p:txBody>
          </p:sp>
          <p:sp>
            <p:nvSpPr>
              <p:cNvPr id="108" name="TextBox 46"/>
              <p:cNvSpPr txBox="1">
                <a:spLocks noChangeArrowheads="1"/>
              </p:cNvSpPr>
              <p:nvPr/>
            </p:nvSpPr>
            <p:spPr bwMode="auto">
              <a:xfrm>
                <a:off x="6948340" y="3608936"/>
                <a:ext cx="5494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90</a:t>
                </a:r>
                <a:endParaRPr lang="en-SG" sz="2000" dirty="0"/>
              </a:p>
            </p:txBody>
          </p:sp>
        </p:grpSp>
        <p:sp>
          <p:nvSpPr>
            <p:cNvPr id="99" name="TextBox 227"/>
            <p:cNvSpPr txBox="1">
              <a:spLocks noChangeArrowheads="1"/>
            </p:cNvSpPr>
            <p:nvPr/>
          </p:nvSpPr>
          <p:spPr bwMode="auto">
            <a:xfrm>
              <a:off x="322462" y="3523028"/>
              <a:ext cx="12733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000"/>
                <a:t>5</a:t>
              </a:r>
              <a:r>
                <a:rPr lang="en-US" sz="2000" baseline="30000"/>
                <a:t>th</a:t>
              </a:r>
              <a:r>
                <a:rPr lang="en-US" sz="2000"/>
                <a:t> pass:</a:t>
              </a:r>
              <a:endParaRPr lang="en-SG" sz="2000"/>
            </a:p>
          </p:txBody>
        </p:sp>
      </p:grpSp>
      <p:grpSp>
        <p:nvGrpSpPr>
          <p:cNvPr id="109" name="Group 237"/>
          <p:cNvGrpSpPr>
            <a:grpSpLocks/>
          </p:cNvGrpSpPr>
          <p:nvPr/>
        </p:nvGrpSpPr>
        <p:grpSpPr bwMode="auto">
          <a:xfrm>
            <a:off x="4733925" y="1562100"/>
            <a:ext cx="568325" cy="584200"/>
            <a:chOff x="2489358" y="1553340"/>
            <a:chExt cx="568905" cy="584382"/>
          </a:xfrm>
        </p:grpSpPr>
        <p:cxnSp>
          <p:nvCxnSpPr>
            <p:cNvPr id="110" name="Straight Arrow Connector 238"/>
            <p:cNvCxnSpPr>
              <a:cxnSpLocks noChangeShapeType="1"/>
            </p:cNvCxnSpPr>
            <p:nvPr/>
          </p:nvCxnSpPr>
          <p:spPr bwMode="auto">
            <a:xfrm rot="5400000">
              <a:off x="2623882" y="202831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1" name="TextBox 239"/>
            <p:cNvSpPr txBox="1">
              <a:spLocks noChangeArrowheads="1"/>
            </p:cNvSpPr>
            <p:nvPr/>
          </p:nvSpPr>
          <p:spPr bwMode="auto">
            <a:xfrm>
              <a:off x="2489358" y="1553340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dirty="0"/>
                <a:t>last</a:t>
              </a:r>
              <a:endParaRPr lang="en-SG" sz="1600" dirty="0"/>
            </a:p>
          </p:txBody>
        </p:sp>
      </p:grpSp>
      <p:grpSp>
        <p:nvGrpSpPr>
          <p:cNvPr id="112" name="Group 240"/>
          <p:cNvGrpSpPr>
            <a:grpSpLocks/>
          </p:cNvGrpSpPr>
          <p:nvPr/>
        </p:nvGrpSpPr>
        <p:grpSpPr bwMode="auto">
          <a:xfrm>
            <a:off x="4138609" y="1558925"/>
            <a:ext cx="572593" cy="587375"/>
            <a:chOff x="1944121" y="1553340"/>
            <a:chExt cx="571426" cy="586562"/>
          </a:xfrm>
        </p:grpSpPr>
        <p:cxnSp>
          <p:nvCxnSpPr>
            <p:cNvPr id="113" name="Straight Arrow Connector 241"/>
            <p:cNvCxnSpPr>
              <a:cxnSpLocks noChangeShapeType="1"/>
            </p:cNvCxnSpPr>
            <p:nvPr/>
          </p:nvCxnSpPr>
          <p:spPr bwMode="auto">
            <a:xfrm rot="5400000">
              <a:off x="2113007" y="203049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4" name="Rectangle 242"/>
            <p:cNvSpPr>
              <a:spLocks noChangeArrowheads="1"/>
            </p:cNvSpPr>
            <p:nvPr/>
          </p:nvSpPr>
          <p:spPr bwMode="auto">
            <a:xfrm>
              <a:off x="1944121" y="1553340"/>
              <a:ext cx="571426" cy="338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/>
                <a:t>max</a:t>
              </a:r>
              <a:endParaRPr lang="en-SG" sz="1600" dirty="0"/>
            </a:p>
          </p:txBody>
        </p:sp>
      </p:grpSp>
      <p:sp>
        <p:nvSpPr>
          <p:cNvPr id="115" name="Freeform 114"/>
          <p:cNvSpPr>
            <a:spLocks/>
          </p:cNvSpPr>
          <p:nvPr/>
        </p:nvSpPr>
        <p:spPr bwMode="auto">
          <a:xfrm>
            <a:off x="4481513" y="1933635"/>
            <a:ext cx="420687" cy="180915"/>
          </a:xfrm>
          <a:custGeom>
            <a:avLst/>
            <a:gdLst>
              <a:gd name="T0" fmla="*/ 0 w 646176"/>
              <a:gd name="T1" fmla="*/ 132207 h 331216"/>
              <a:gd name="T2" fmla="*/ 531957692 w 646176"/>
              <a:gd name="T3" fmla="*/ 811 h 331216"/>
              <a:gd name="T4" fmla="*/ 1127748357 w 646176"/>
              <a:gd name="T5" fmla="*/ 127339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134" name="Group 225"/>
          <p:cNvGrpSpPr>
            <a:grpSpLocks/>
          </p:cNvGrpSpPr>
          <p:nvPr/>
        </p:nvGrpSpPr>
        <p:grpSpPr bwMode="auto">
          <a:xfrm>
            <a:off x="322263" y="4073525"/>
            <a:ext cx="7175500" cy="485975"/>
            <a:chOff x="322462" y="3523028"/>
            <a:chExt cx="7175301" cy="486218"/>
          </a:xfrm>
        </p:grpSpPr>
        <p:grpSp>
          <p:nvGrpSpPr>
            <p:cNvPr id="135" name="Group 187"/>
            <p:cNvGrpSpPr>
              <a:grpSpLocks/>
            </p:cNvGrpSpPr>
            <p:nvPr/>
          </p:nvGrpSpPr>
          <p:grpSpPr bwMode="auto">
            <a:xfrm>
              <a:off x="2460019" y="3608936"/>
              <a:ext cx="5037744" cy="400310"/>
              <a:chOff x="2460019" y="3608936"/>
              <a:chExt cx="5037744" cy="400310"/>
            </a:xfrm>
          </p:grpSpPr>
          <p:sp>
            <p:nvSpPr>
              <p:cNvPr id="137" name="TextBox 38"/>
              <p:cNvSpPr txBox="1">
                <a:spLocks noChangeArrowheads="1"/>
              </p:cNvSpPr>
              <p:nvPr/>
            </p:nvSpPr>
            <p:spPr bwMode="auto">
              <a:xfrm>
                <a:off x="2460019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12</a:t>
                </a:r>
                <a:endParaRPr lang="en-SG" sz="2000" dirty="0"/>
              </a:p>
            </p:txBody>
          </p:sp>
          <p:sp>
            <p:nvSpPr>
              <p:cNvPr id="138" name="TextBox 39"/>
              <p:cNvSpPr txBox="1">
                <a:spLocks noChangeArrowheads="1"/>
              </p:cNvSpPr>
              <p:nvPr/>
            </p:nvSpPr>
            <p:spPr bwMode="auto">
              <a:xfrm>
                <a:off x="3018182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17</a:t>
                </a:r>
                <a:endParaRPr lang="en-SG" sz="2000" dirty="0"/>
              </a:p>
            </p:txBody>
          </p:sp>
          <p:sp>
            <p:nvSpPr>
              <p:cNvPr id="139" name="TextBox 40"/>
              <p:cNvSpPr txBox="1">
                <a:spLocks noChangeArrowheads="1"/>
              </p:cNvSpPr>
              <p:nvPr/>
            </p:nvSpPr>
            <p:spPr bwMode="auto">
              <a:xfrm>
                <a:off x="3576345" y="3608936"/>
                <a:ext cx="56872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5</a:t>
                </a:r>
                <a:endParaRPr lang="en-SG" sz="2000" dirty="0"/>
              </a:p>
            </p:txBody>
          </p:sp>
          <p:sp>
            <p:nvSpPr>
              <p:cNvPr id="140" name="TextBox 41"/>
              <p:cNvSpPr txBox="1">
                <a:spLocks noChangeArrowheads="1"/>
              </p:cNvSpPr>
              <p:nvPr/>
            </p:nvSpPr>
            <p:spPr bwMode="auto">
              <a:xfrm>
                <a:off x="4141194" y="3608936"/>
                <a:ext cx="562219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23</a:t>
                </a:r>
                <a:endParaRPr lang="en-SG" sz="2000" dirty="0"/>
              </a:p>
            </p:txBody>
          </p:sp>
          <p:sp>
            <p:nvSpPr>
              <p:cNvPr id="141" name="TextBox 42"/>
              <p:cNvSpPr txBox="1">
                <a:spLocks noChangeArrowheads="1"/>
              </p:cNvSpPr>
              <p:nvPr/>
            </p:nvSpPr>
            <p:spPr bwMode="auto">
              <a:xfrm>
                <a:off x="4703413" y="3608936"/>
                <a:ext cx="567464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38</a:t>
                </a:r>
                <a:endParaRPr lang="en-SG" sz="2000" dirty="0"/>
              </a:p>
            </p:txBody>
          </p:sp>
          <p:sp>
            <p:nvSpPr>
              <p:cNvPr id="142" name="TextBox 43"/>
              <p:cNvSpPr txBox="1">
                <a:spLocks noChangeArrowheads="1"/>
              </p:cNvSpPr>
              <p:nvPr/>
            </p:nvSpPr>
            <p:spPr bwMode="auto">
              <a:xfrm>
                <a:off x="5270878" y="3608936"/>
                <a:ext cx="568460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44</a:t>
                </a:r>
                <a:endParaRPr lang="en-SG" sz="2000" dirty="0"/>
              </a:p>
            </p:txBody>
          </p:sp>
          <p:sp>
            <p:nvSpPr>
              <p:cNvPr id="143" name="TextBox 44"/>
              <p:cNvSpPr txBox="1">
                <a:spLocks noChangeArrowheads="1"/>
              </p:cNvSpPr>
              <p:nvPr/>
            </p:nvSpPr>
            <p:spPr bwMode="auto">
              <a:xfrm>
                <a:off x="5839337" y="3608936"/>
                <a:ext cx="554502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77</a:t>
                </a:r>
                <a:endParaRPr lang="en-SG" sz="2000" dirty="0"/>
              </a:p>
            </p:txBody>
          </p:sp>
          <p:sp>
            <p:nvSpPr>
              <p:cNvPr id="144" name="TextBox 45"/>
              <p:cNvSpPr txBox="1">
                <a:spLocks noChangeArrowheads="1"/>
              </p:cNvSpPr>
              <p:nvPr/>
            </p:nvSpPr>
            <p:spPr bwMode="auto">
              <a:xfrm>
                <a:off x="6393839" y="3608936"/>
                <a:ext cx="554501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84</a:t>
                </a:r>
                <a:endParaRPr lang="en-SG" sz="2000"/>
              </a:p>
            </p:txBody>
          </p:sp>
          <p:sp>
            <p:nvSpPr>
              <p:cNvPr id="145" name="TextBox 46"/>
              <p:cNvSpPr txBox="1">
                <a:spLocks noChangeArrowheads="1"/>
              </p:cNvSpPr>
              <p:nvPr/>
            </p:nvSpPr>
            <p:spPr bwMode="auto">
              <a:xfrm>
                <a:off x="6948340" y="3608936"/>
                <a:ext cx="549423" cy="4003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90</a:t>
                </a:r>
                <a:endParaRPr lang="en-SG" sz="2000" dirty="0"/>
              </a:p>
            </p:txBody>
          </p:sp>
        </p:grpSp>
        <p:sp>
          <p:nvSpPr>
            <p:cNvPr id="136" name="TextBox 137"/>
            <p:cNvSpPr txBox="1">
              <a:spLocks noChangeArrowheads="1"/>
            </p:cNvSpPr>
            <p:nvPr/>
          </p:nvSpPr>
          <p:spPr bwMode="auto">
            <a:xfrm>
              <a:off x="322462" y="3523028"/>
              <a:ext cx="12733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000"/>
                <a:t>7</a:t>
              </a:r>
              <a:r>
                <a:rPr lang="en-US" sz="2000" baseline="30000"/>
                <a:t>th</a:t>
              </a:r>
              <a:r>
                <a:rPr lang="en-US" sz="2000"/>
                <a:t> pass:</a:t>
              </a:r>
              <a:endParaRPr lang="en-SG" sz="2000"/>
            </a:p>
          </p:txBody>
        </p:sp>
      </p:grpSp>
      <p:grpSp>
        <p:nvGrpSpPr>
          <p:cNvPr id="146" name="Group 237"/>
          <p:cNvGrpSpPr>
            <a:grpSpLocks/>
          </p:cNvGrpSpPr>
          <p:nvPr/>
        </p:nvGrpSpPr>
        <p:grpSpPr bwMode="auto">
          <a:xfrm>
            <a:off x="3617539" y="3570438"/>
            <a:ext cx="569913" cy="584200"/>
            <a:chOff x="3250010" y="1553340"/>
            <a:chExt cx="568905" cy="584382"/>
          </a:xfrm>
        </p:grpSpPr>
        <p:cxnSp>
          <p:nvCxnSpPr>
            <p:cNvPr id="147" name="Straight Arrow Connector 148"/>
            <p:cNvCxnSpPr>
              <a:cxnSpLocks noChangeShapeType="1"/>
            </p:cNvCxnSpPr>
            <p:nvPr/>
          </p:nvCxnSpPr>
          <p:spPr bwMode="auto">
            <a:xfrm rot="5400000">
              <a:off x="3384521" y="202831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8" name="TextBox 149"/>
            <p:cNvSpPr txBox="1">
              <a:spLocks noChangeArrowheads="1"/>
            </p:cNvSpPr>
            <p:nvPr/>
          </p:nvSpPr>
          <p:spPr bwMode="auto">
            <a:xfrm>
              <a:off x="3250010" y="1553340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dirty="0"/>
                <a:t>last</a:t>
              </a:r>
              <a:endParaRPr lang="en-SG" sz="1600" dirty="0"/>
            </a:p>
          </p:txBody>
        </p:sp>
      </p:grpSp>
      <p:grpSp>
        <p:nvGrpSpPr>
          <p:cNvPr id="149" name="Group 240"/>
          <p:cNvGrpSpPr>
            <a:grpSpLocks/>
          </p:cNvGrpSpPr>
          <p:nvPr/>
        </p:nvGrpSpPr>
        <p:grpSpPr bwMode="auto">
          <a:xfrm>
            <a:off x="3015881" y="3568851"/>
            <a:ext cx="572593" cy="585787"/>
            <a:chOff x="2803262" y="1553340"/>
            <a:chExt cx="573188" cy="586562"/>
          </a:xfrm>
        </p:grpSpPr>
        <p:cxnSp>
          <p:nvCxnSpPr>
            <p:cNvPr id="150" name="Straight Arrow Connector 151"/>
            <p:cNvCxnSpPr>
              <a:cxnSpLocks noChangeShapeType="1"/>
            </p:cNvCxnSpPr>
            <p:nvPr/>
          </p:nvCxnSpPr>
          <p:spPr bwMode="auto">
            <a:xfrm rot="5400000">
              <a:off x="2972112" y="203049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1" name="Rectangle 152"/>
            <p:cNvSpPr>
              <a:spLocks noChangeArrowheads="1"/>
            </p:cNvSpPr>
            <p:nvPr/>
          </p:nvSpPr>
          <p:spPr bwMode="auto">
            <a:xfrm>
              <a:off x="2803262" y="1553340"/>
              <a:ext cx="573188" cy="339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/>
                <a:t>max</a:t>
              </a:r>
              <a:endParaRPr lang="en-SG" sz="1600" dirty="0"/>
            </a:p>
          </p:txBody>
        </p:sp>
      </p:grpSp>
      <p:sp>
        <p:nvSpPr>
          <p:cNvPr id="152" name="Freeform 151"/>
          <p:cNvSpPr>
            <a:spLocks/>
          </p:cNvSpPr>
          <p:nvPr/>
        </p:nvSpPr>
        <p:spPr bwMode="auto">
          <a:xfrm>
            <a:off x="3409937" y="3935993"/>
            <a:ext cx="325437" cy="158320"/>
          </a:xfrm>
          <a:custGeom>
            <a:avLst/>
            <a:gdLst>
              <a:gd name="T0" fmla="*/ 0 w 646176"/>
              <a:gd name="T1" fmla="*/ 132207 h 331216"/>
              <a:gd name="T2" fmla="*/ 44776396 w 646176"/>
              <a:gd name="T3" fmla="*/ 811 h 331216"/>
              <a:gd name="T4" fmla="*/ 94925555 w 646176"/>
              <a:gd name="T5" fmla="*/ 127339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153" name="Group 225"/>
          <p:cNvGrpSpPr>
            <a:grpSpLocks/>
          </p:cNvGrpSpPr>
          <p:nvPr/>
        </p:nvGrpSpPr>
        <p:grpSpPr bwMode="auto">
          <a:xfrm>
            <a:off x="322263" y="5048250"/>
            <a:ext cx="7175500" cy="485775"/>
            <a:chOff x="322462" y="3523028"/>
            <a:chExt cx="7175301" cy="486018"/>
          </a:xfrm>
        </p:grpSpPr>
        <p:grpSp>
          <p:nvGrpSpPr>
            <p:cNvPr id="154" name="Group 187"/>
            <p:cNvGrpSpPr>
              <a:grpSpLocks/>
            </p:cNvGrpSpPr>
            <p:nvPr/>
          </p:nvGrpSpPr>
          <p:grpSpPr bwMode="auto">
            <a:xfrm>
              <a:off x="2460019" y="3608936"/>
              <a:ext cx="5037744" cy="400110"/>
              <a:chOff x="2460019" y="3608936"/>
              <a:chExt cx="5037744" cy="400110"/>
            </a:xfrm>
          </p:grpSpPr>
          <p:sp>
            <p:nvSpPr>
              <p:cNvPr id="156" name="TextBox 38"/>
              <p:cNvSpPr txBox="1">
                <a:spLocks noChangeArrowheads="1"/>
              </p:cNvSpPr>
              <p:nvPr/>
            </p:nvSpPr>
            <p:spPr bwMode="auto">
              <a:xfrm>
                <a:off x="2460019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12</a:t>
                </a:r>
                <a:endParaRPr lang="en-SG" sz="2000" dirty="0"/>
              </a:p>
            </p:txBody>
          </p:sp>
          <p:sp>
            <p:nvSpPr>
              <p:cNvPr id="157" name="TextBox 39"/>
              <p:cNvSpPr txBox="1">
                <a:spLocks noChangeArrowheads="1"/>
              </p:cNvSpPr>
              <p:nvPr/>
            </p:nvSpPr>
            <p:spPr bwMode="auto">
              <a:xfrm>
                <a:off x="3018182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5</a:t>
                </a:r>
                <a:endParaRPr lang="en-SG" sz="2000" dirty="0"/>
              </a:p>
            </p:txBody>
          </p:sp>
          <p:sp>
            <p:nvSpPr>
              <p:cNvPr id="158" name="TextBox 40"/>
              <p:cNvSpPr txBox="1">
                <a:spLocks noChangeArrowheads="1"/>
              </p:cNvSpPr>
              <p:nvPr/>
            </p:nvSpPr>
            <p:spPr bwMode="auto">
              <a:xfrm>
                <a:off x="3576345" y="3608936"/>
                <a:ext cx="5687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17</a:t>
                </a:r>
                <a:endParaRPr lang="en-SG" sz="2000" dirty="0"/>
              </a:p>
            </p:txBody>
          </p:sp>
          <p:sp>
            <p:nvSpPr>
              <p:cNvPr id="159" name="TextBox 41"/>
              <p:cNvSpPr txBox="1">
                <a:spLocks noChangeArrowheads="1"/>
              </p:cNvSpPr>
              <p:nvPr/>
            </p:nvSpPr>
            <p:spPr bwMode="auto">
              <a:xfrm>
                <a:off x="4141194" y="3608936"/>
                <a:ext cx="562219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23</a:t>
                </a:r>
                <a:endParaRPr lang="en-SG" sz="2000" dirty="0"/>
              </a:p>
            </p:txBody>
          </p:sp>
          <p:sp>
            <p:nvSpPr>
              <p:cNvPr id="160" name="TextBox 42"/>
              <p:cNvSpPr txBox="1">
                <a:spLocks noChangeArrowheads="1"/>
              </p:cNvSpPr>
              <p:nvPr/>
            </p:nvSpPr>
            <p:spPr bwMode="auto">
              <a:xfrm>
                <a:off x="4703413" y="3608936"/>
                <a:ext cx="567464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38</a:t>
                </a:r>
                <a:endParaRPr lang="en-SG" sz="2000" dirty="0"/>
              </a:p>
            </p:txBody>
          </p:sp>
          <p:sp>
            <p:nvSpPr>
              <p:cNvPr id="161" name="TextBox 43"/>
              <p:cNvSpPr txBox="1">
                <a:spLocks noChangeArrowheads="1"/>
              </p:cNvSpPr>
              <p:nvPr/>
            </p:nvSpPr>
            <p:spPr bwMode="auto">
              <a:xfrm>
                <a:off x="5270878" y="3608936"/>
                <a:ext cx="568460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44</a:t>
                </a:r>
                <a:endParaRPr lang="en-SG" sz="2000"/>
              </a:p>
            </p:txBody>
          </p:sp>
          <p:sp>
            <p:nvSpPr>
              <p:cNvPr id="162" name="TextBox 44"/>
              <p:cNvSpPr txBox="1">
                <a:spLocks noChangeArrowheads="1"/>
              </p:cNvSpPr>
              <p:nvPr/>
            </p:nvSpPr>
            <p:spPr bwMode="auto">
              <a:xfrm>
                <a:off x="5839337" y="3608936"/>
                <a:ext cx="554502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77</a:t>
                </a:r>
                <a:endParaRPr lang="en-SG" sz="2000"/>
              </a:p>
            </p:txBody>
          </p:sp>
          <p:sp>
            <p:nvSpPr>
              <p:cNvPr id="163" name="TextBox 45"/>
              <p:cNvSpPr txBox="1">
                <a:spLocks noChangeArrowheads="1"/>
              </p:cNvSpPr>
              <p:nvPr/>
            </p:nvSpPr>
            <p:spPr bwMode="auto">
              <a:xfrm>
                <a:off x="6393839" y="3608936"/>
                <a:ext cx="554501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84</a:t>
                </a:r>
                <a:endParaRPr lang="en-SG" sz="2000"/>
              </a:p>
            </p:txBody>
          </p:sp>
          <p:sp>
            <p:nvSpPr>
              <p:cNvPr id="164" name="TextBox 46"/>
              <p:cNvSpPr txBox="1">
                <a:spLocks noChangeArrowheads="1"/>
              </p:cNvSpPr>
              <p:nvPr/>
            </p:nvSpPr>
            <p:spPr bwMode="auto">
              <a:xfrm>
                <a:off x="6948340" y="3608936"/>
                <a:ext cx="5494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90</a:t>
                </a:r>
                <a:endParaRPr lang="en-SG" sz="2000" dirty="0"/>
              </a:p>
            </p:txBody>
          </p:sp>
        </p:grpSp>
        <p:sp>
          <p:nvSpPr>
            <p:cNvPr id="155" name="TextBox 156"/>
            <p:cNvSpPr txBox="1">
              <a:spLocks noChangeArrowheads="1"/>
            </p:cNvSpPr>
            <p:nvPr/>
          </p:nvSpPr>
          <p:spPr bwMode="auto">
            <a:xfrm>
              <a:off x="322462" y="3523028"/>
              <a:ext cx="12733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000"/>
                <a:t>8</a:t>
              </a:r>
              <a:r>
                <a:rPr lang="en-US" sz="2000" baseline="30000"/>
                <a:t>th</a:t>
              </a:r>
              <a:r>
                <a:rPr lang="en-US" sz="2000"/>
                <a:t> pass:</a:t>
              </a:r>
              <a:endParaRPr lang="en-SG" sz="2000"/>
            </a:p>
          </p:txBody>
        </p:sp>
      </p:grpSp>
      <p:grpSp>
        <p:nvGrpSpPr>
          <p:cNvPr id="165" name="Group 188"/>
          <p:cNvGrpSpPr>
            <a:grpSpLocks/>
          </p:cNvGrpSpPr>
          <p:nvPr/>
        </p:nvGrpSpPr>
        <p:grpSpPr bwMode="auto">
          <a:xfrm>
            <a:off x="2454968" y="4559302"/>
            <a:ext cx="1125858" cy="574813"/>
            <a:chOff x="4925327" y="2733283"/>
            <a:chExt cx="1125029" cy="574020"/>
          </a:xfrm>
        </p:grpSpPr>
        <p:cxnSp>
          <p:nvCxnSpPr>
            <p:cNvPr id="166" name="Straight Arrow Connector 189"/>
            <p:cNvCxnSpPr>
              <a:cxnSpLocks noChangeShapeType="1"/>
              <a:stCxn id="167" idx="2"/>
              <a:endCxn id="157" idx="0"/>
            </p:cNvCxnSpPr>
            <p:nvPr/>
          </p:nvCxnSpPr>
          <p:spPr bwMode="auto">
            <a:xfrm>
              <a:off x="5765903" y="3074020"/>
              <a:ext cx="989" cy="233283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7" name="TextBox 190"/>
            <p:cNvSpPr txBox="1">
              <a:spLocks noChangeArrowheads="1"/>
            </p:cNvSpPr>
            <p:nvPr/>
          </p:nvSpPr>
          <p:spPr bwMode="auto">
            <a:xfrm>
              <a:off x="5481451" y="2735466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dirty="0"/>
                <a:t>last</a:t>
              </a:r>
              <a:endParaRPr lang="en-SG" sz="1600" dirty="0"/>
            </a:p>
          </p:txBody>
        </p:sp>
        <p:cxnSp>
          <p:nvCxnSpPr>
            <p:cNvPr id="168" name="Straight Arrow Connector 191"/>
            <p:cNvCxnSpPr>
              <a:cxnSpLocks noChangeShapeType="1"/>
              <a:stCxn id="169" idx="2"/>
            </p:cNvCxnSpPr>
            <p:nvPr/>
          </p:nvCxnSpPr>
          <p:spPr bwMode="auto">
            <a:xfrm flipH="1">
              <a:off x="5202299" y="3071370"/>
              <a:ext cx="9105" cy="233285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9" name="Rectangle 192"/>
            <p:cNvSpPr>
              <a:spLocks noChangeArrowheads="1"/>
            </p:cNvSpPr>
            <p:nvPr/>
          </p:nvSpPr>
          <p:spPr bwMode="auto">
            <a:xfrm>
              <a:off x="4925327" y="2733283"/>
              <a:ext cx="572173" cy="338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/>
                <a:t>max</a:t>
              </a:r>
              <a:endParaRPr lang="en-SG" sz="1600" dirty="0"/>
            </a:p>
          </p:txBody>
        </p:sp>
      </p:grpSp>
      <p:sp>
        <p:nvSpPr>
          <p:cNvPr id="170" name="Freeform 169"/>
          <p:cNvSpPr>
            <a:spLocks/>
          </p:cNvSpPr>
          <p:nvPr/>
        </p:nvSpPr>
        <p:spPr bwMode="auto">
          <a:xfrm>
            <a:off x="2911270" y="4927094"/>
            <a:ext cx="226040" cy="161925"/>
          </a:xfrm>
          <a:custGeom>
            <a:avLst/>
            <a:gdLst>
              <a:gd name="T0" fmla="*/ 0 w 646176"/>
              <a:gd name="T1" fmla="*/ 3 h 331216"/>
              <a:gd name="T2" fmla="*/ 0 w 646176"/>
              <a:gd name="T3" fmla="*/ 0 h 331216"/>
              <a:gd name="T4" fmla="*/ 0 w 646176"/>
              <a:gd name="T5" fmla="*/ 3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171" name="Group 225"/>
          <p:cNvGrpSpPr>
            <a:grpSpLocks/>
          </p:cNvGrpSpPr>
          <p:nvPr/>
        </p:nvGrpSpPr>
        <p:grpSpPr bwMode="auto">
          <a:xfrm>
            <a:off x="333375" y="6010275"/>
            <a:ext cx="7175500" cy="485775"/>
            <a:chOff x="322462" y="3523028"/>
            <a:chExt cx="7175301" cy="486018"/>
          </a:xfrm>
        </p:grpSpPr>
        <p:grpSp>
          <p:nvGrpSpPr>
            <p:cNvPr id="172" name="Group 187"/>
            <p:cNvGrpSpPr>
              <a:grpSpLocks/>
            </p:cNvGrpSpPr>
            <p:nvPr/>
          </p:nvGrpSpPr>
          <p:grpSpPr bwMode="auto">
            <a:xfrm>
              <a:off x="2460019" y="3608936"/>
              <a:ext cx="5037744" cy="400110"/>
              <a:chOff x="2460019" y="3608936"/>
              <a:chExt cx="5037744" cy="400110"/>
            </a:xfrm>
          </p:grpSpPr>
          <p:sp>
            <p:nvSpPr>
              <p:cNvPr id="174" name="TextBox 38"/>
              <p:cNvSpPr txBox="1">
                <a:spLocks noChangeArrowheads="1"/>
              </p:cNvSpPr>
              <p:nvPr/>
            </p:nvSpPr>
            <p:spPr bwMode="auto">
              <a:xfrm>
                <a:off x="2460019" y="3608936"/>
                <a:ext cx="55816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5</a:t>
                </a:r>
                <a:endParaRPr lang="en-SG" sz="2000" dirty="0"/>
              </a:p>
            </p:txBody>
          </p:sp>
          <p:sp>
            <p:nvSpPr>
              <p:cNvPr id="175" name="TextBox 39"/>
              <p:cNvSpPr txBox="1">
                <a:spLocks noChangeArrowheads="1"/>
              </p:cNvSpPr>
              <p:nvPr/>
            </p:nvSpPr>
            <p:spPr bwMode="auto">
              <a:xfrm>
                <a:off x="3018182" y="3608936"/>
                <a:ext cx="55816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12</a:t>
                </a:r>
                <a:endParaRPr lang="en-SG" sz="2000"/>
              </a:p>
            </p:txBody>
          </p:sp>
          <p:sp>
            <p:nvSpPr>
              <p:cNvPr id="176" name="TextBox 40"/>
              <p:cNvSpPr txBox="1">
                <a:spLocks noChangeArrowheads="1"/>
              </p:cNvSpPr>
              <p:nvPr/>
            </p:nvSpPr>
            <p:spPr bwMode="auto">
              <a:xfrm>
                <a:off x="3576345" y="3608936"/>
                <a:ext cx="5687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17</a:t>
                </a:r>
                <a:endParaRPr lang="en-SG" sz="2000"/>
              </a:p>
            </p:txBody>
          </p:sp>
          <p:sp>
            <p:nvSpPr>
              <p:cNvPr id="177" name="TextBox 41"/>
              <p:cNvSpPr txBox="1">
                <a:spLocks noChangeArrowheads="1"/>
              </p:cNvSpPr>
              <p:nvPr/>
            </p:nvSpPr>
            <p:spPr bwMode="auto">
              <a:xfrm>
                <a:off x="4141194" y="3608936"/>
                <a:ext cx="562219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23</a:t>
                </a:r>
                <a:endParaRPr lang="en-SG" sz="2000"/>
              </a:p>
            </p:txBody>
          </p:sp>
          <p:sp>
            <p:nvSpPr>
              <p:cNvPr id="178" name="TextBox 42"/>
              <p:cNvSpPr txBox="1">
                <a:spLocks noChangeArrowheads="1"/>
              </p:cNvSpPr>
              <p:nvPr/>
            </p:nvSpPr>
            <p:spPr bwMode="auto">
              <a:xfrm>
                <a:off x="4703413" y="3608936"/>
                <a:ext cx="567464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38</a:t>
                </a:r>
                <a:endParaRPr lang="en-SG" sz="2000"/>
              </a:p>
            </p:txBody>
          </p:sp>
          <p:sp>
            <p:nvSpPr>
              <p:cNvPr id="179" name="TextBox 43"/>
              <p:cNvSpPr txBox="1">
                <a:spLocks noChangeArrowheads="1"/>
              </p:cNvSpPr>
              <p:nvPr/>
            </p:nvSpPr>
            <p:spPr bwMode="auto">
              <a:xfrm>
                <a:off x="5270878" y="3608936"/>
                <a:ext cx="568460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44</a:t>
                </a:r>
                <a:endParaRPr lang="en-SG" sz="2000"/>
              </a:p>
            </p:txBody>
          </p:sp>
          <p:sp>
            <p:nvSpPr>
              <p:cNvPr id="180" name="TextBox 44"/>
              <p:cNvSpPr txBox="1">
                <a:spLocks noChangeArrowheads="1"/>
              </p:cNvSpPr>
              <p:nvPr/>
            </p:nvSpPr>
            <p:spPr bwMode="auto">
              <a:xfrm>
                <a:off x="5839337" y="3608936"/>
                <a:ext cx="554502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77</a:t>
                </a:r>
                <a:endParaRPr lang="en-SG" sz="2000"/>
              </a:p>
            </p:txBody>
          </p:sp>
          <p:sp>
            <p:nvSpPr>
              <p:cNvPr id="181" name="TextBox 45"/>
              <p:cNvSpPr txBox="1">
                <a:spLocks noChangeArrowheads="1"/>
              </p:cNvSpPr>
              <p:nvPr/>
            </p:nvSpPr>
            <p:spPr bwMode="auto">
              <a:xfrm>
                <a:off x="6393839" y="3608936"/>
                <a:ext cx="554501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84</a:t>
                </a:r>
                <a:endParaRPr lang="en-SG" sz="2000"/>
              </a:p>
            </p:txBody>
          </p:sp>
          <p:sp>
            <p:nvSpPr>
              <p:cNvPr id="182" name="TextBox 46"/>
              <p:cNvSpPr txBox="1">
                <a:spLocks noChangeArrowheads="1"/>
              </p:cNvSpPr>
              <p:nvPr/>
            </p:nvSpPr>
            <p:spPr bwMode="auto">
              <a:xfrm>
                <a:off x="6948340" y="3608936"/>
                <a:ext cx="5494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90</a:t>
                </a:r>
                <a:endParaRPr lang="en-SG" sz="2000" dirty="0"/>
              </a:p>
            </p:txBody>
          </p:sp>
        </p:grpSp>
        <p:sp>
          <p:nvSpPr>
            <p:cNvPr id="173" name="TextBox 198"/>
            <p:cNvSpPr txBox="1">
              <a:spLocks noChangeArrowheads="1"/>
            </p:cNvSpPr>
            <p:nvPr/>
          </p:nvSpPr>
          <p:spPr bwMode="auto">
            <a:xfrm>
              <a:off x="322462" y="3523028"/>
              <a:ext cx="16052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000"/>
                <a:t>Final array:</a:t>
              </a:r>
              <a:endParaRPr lang="en-SG" sz="2000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6EB52B-0E8E-4B5B-63B1-150AE6F0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3" name="Group 225">
            <a:extLst>
              <a:ext uri="{FF2B5EF4-FFF2-40B4-BE49-F238E27FC236}">
                <a16:creationId xmlns:a16="http://schemas.microsoft.com/office/drawing/2014/main" id="{92C3E70A-8CDF-6EA3-81B8-31C534792492}"/>
              </a:ext>
            </a:extLst>
          </p:cNvPr>
          <p:cNvGrpSpPr>
            <a:grpSpLocks/>
          </p:cNvGrpSpPr>
          <p:nvPr/>
        </p:nvGrpSpPr>
        <p:grpSpPr bwMode="auto">
          <a:xfrm>
            <a:off x="333375" y="3074192"/>
            <a:ext cx="7175500" cy="485975"/>
            <a:chOff x="322462" y="3523028"/>
            <a:chExt cx="7175301" cy="486218"/>
          </a:xfrm>
        </p:grpSpPr>
        <p:grpSp>
          <p:nvGrpSpPr>
            <p:cNvPr id="4" name="Group 187">
              <a:extLst>
                <a:ext uri="{FF2B5EF4-FFF2-40B4-BE49-F238E27FC236}">
                  <a16:creationId xmlns:a16="http://schemas.microsoft.com/office/drawing/2014/main" id="{0E25EF18-A253-BA37-793A-8B0EC68CA3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0019" y="3608936"/>
              <a:ext cx="5037744" cy="400310"/>
              <a:chOff x="2460019" y="3608936"/>
              <a:chExt cx="5037744" cy="400310"/>
            </a:xfrm>
          </p:grpSpPr>
          <p:sp>
            <p:nvSpPr>
              <p:cNvPr id="6" name="TextBox 38">
                <a:extLst>
                  <a:ext uri="{FF2B5EF4-FFF2-40B4-BE49-F238E27FC236}">
                    <a16:creationId xmlns:a16="http://schemas.microsoft.com/office/drawing/2014/main" id="{C882C616-BAEB-866B-AAC2-9144A81C67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0019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23</a:t>
                </a:r>
                <a:endParaRPr lang="en-SG" sz="2000" dirty="0"/>
              </a:p>
            </p:txBody>
          </p:sp>
          <p:sp>
            <p:nvSpPr>
              <p:cNvPr id="8" name="TextBox 39">
                <a:extLst>
                  <a:ext uri="{FF2B5EF4-FFF2-40B4-BE49-F238E27FC236}">
                    <a16:creationId xmlns:a16="http://schemas.microsoft.com/office/drawing/2014/main" id="{2FB6A6AF-C2E0-1401-6CC8-9966CA9843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8182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17</a:t>
                </a:r>
                <a:endParaRPr lang="en-SG" sz="2000" dirty="0"/>
              </a:p>
            </p:txBody>
          </p:sp>
          <p:sp>
            <p:nvSpPr>
              <p:cNvPr id="9" name="TextBox 40">
                <a:extLst>
                  <a:ext uri="{FF2B5EF4-FFF2-40B4-BE49-F238E27FC236}">
                    <a16:creationId xmlns:a16="http://schemas.microsoft.com/office/drawing/2014/main" id="{3FE9872A-8728-EC2B-997A-50F3704F7E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6345" y="3608936"/>
                <a:ext cx="56872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5</a:t>
                </a:r>
                <a:endParaRPr lang="en-SG" sz="2000" dirty="0"/>
              </a:p>
            </p:txBody>
          </p:sp>
          <p:sp>
            <p:nvSpPr>
              <p:cNvPr id="10" name="TextBox 41">
                <a:extLst>
                  <a:ext uri="{FF2B5EF4-FFF2-40B4-BE49-F238E27FC236}">
                    <a16:creationId xmlns:a16="http://schemas.microsoft.com/office/drawing/2014/main" id="{9CC36C46-6F6B-8088-FA80-AC6546BE2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1194" y="3608936"/>
                <a:ext cx="562219" cy="4003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12</a:t>
                </a:r>
                <a:endParaRPr lang="en-SG" sz="2000" dirty="0"/>
              </a:p>
            </p:txBody>
          </p:sp>
          <p:sp>
            <p:nvSpPr>
              <p:cNvPr id="11" name="TextBox 42">
                <a:extLst>
                  <a:ext uri="{FF2B5EF4-FFF2-40B4-BE49-F238E27FC236}">
                    <a16:creationId xmlns:a16="http://schemas.microsoft.com/office/drawing/2014/main" id="{0EE44E28-AC04-D85D-525E-8A6C9F9EF9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3413" y="3608938"/>
                <a:ext cx="567464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38</a:t>
                </a:r>
                <a:endParaRPr lang="en-SG" sz="2000" dirty="0"/>
              </a:p>
            </p:txBody>
          </p:sp>
          <p:sp>
            <p:nvSpPr>
              <p:cNvPr id="13" name="TextBox 43">
                <a:extLst>
                  <a:ext uri="{FF2B5EF4-FFF2-40B4-BE49-F238E27FC236}">
                    <a16:creationId xmlns:a16="http://schemas.microsoft.com/office/drawing/2014/main" id="{95227BA2-0F63-6A99-D3FF-E886EC6215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0878" y="3608936"/>
                <a:ext cx="568460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44</a:t>
                </a:r>
                <a:endParaRPr lang="en-SG" sz="2000" dirty="0"/>
              </a:p>
            </p:txBody>
          </p:sp>
          <p:sp>
            <p:nvSpPr>
              <p:cNvPr id="14" name="TextBox 44">
                <a:extLst>
                  <a:ext uri="{FF2B5EF4-FFF2-40B4-BE49-F238E27FC236}">
                    <a16:creationId xmlns:a16="http://schemas.microsoft.com/office/drawing/2014/main" id="{5FF5DD7A-2425-D7BD-7E81-2EF46B08B8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9337" y="3608936"/>
                <a:ext cx="554502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77</a:t>
                </a:r>
                <a:endParaRPr lang="en-SG" sz="2000" dirty="0"/>
              </a:p>
            </p:txBody>
          </p:sp>
          <p:sp>
            <p:nvSpPr>
              <p:cNvPr id="15" name="TextBox 45">
                <a:extLst>
                  <a:ext uri="{FF2B5EF4-FFF2-40B4-BE49-F238E27FC236}">
                    <a16:creationId xmlns:a16="http://schemas.microsoft.com/office/drawing/2014/main" id="{BCFE6BC2-2375-23F5-F043-E3BDA35A9B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3839" y="3608936"/>
                <a:ext cx="554501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84</a:t>
                </a:r>
                <a:endParaRPr lang="en-SG" sz="2000" dirty="0"/>
              </a:p>
            </p:txBody>
          </p:sp>
          <p:sp>
            <p:nvSpPr>
              <p:cNvPr id="16" name="TextBox 46">
                <a:extLst>
                  <a:ext uri="{FF2B5EF4-FFF2-40B4-BE49-F238E27FC236}">
                    <a16:creationId xmlns:a16="http://schemas.microsoft.com/office/drawing/2014/main" id="{A98296DF-EBBA-45C6-E7EC-A63344D25A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48340" y="3608936"/>
                <a:ext cx="5494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dirty="0"/>
                  <a:t>90</a:t>
                </a:r>
                <a:endParaRPr lang="en-SG" sz="2000" dirty="0"/>
              </a:p>
            </p:txBody>
          </p:sp>
        </p:grpSp>
        <p:sp>
          <p:nvSpPr>
            <p:cNvPr id="5" name="TextBox 227">
              <a:extLst>
                <a:ext uri="{FF2B5EF4-FFF2-40B4-BE49-F238E27FC236}">
                  <a16:creationId xmlns:a16="http://schemas.microsoft.com/office/drawing/2014/main" id="{BB525580-6B7D-688F-1169-734BC5A20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462" y="3523028"/>
              <a:ext cx="12733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000" dirty="0"/>
                <a:t>6</a:t>
              </a:r>
              <a:r>
                <a:rPr lang="en-US" sz="2000" baseline="30000" dirty="0"/>
                <a:t>th</a:t>
              </a:r>
              <a:r>
                <a:rPr lang="en-US" sz="2000" dirty="0"/>
                <a:t> pass:</a:t>
              </a:r>
              <a:endParaRPr lang="en-SG" sz="2000" dirty="0"/>
            </a:p>
          </p:txBody>
        </p:sp>
      </p:grpSp>
      <p:sp>
        <p:nvSpPr>
          <p:cNvPr id="17" name="Freeform 114">
            <a:extLst>
              <a:ext uri="{FF2B5EF4-FFF2-40B4-BE49-F238E27FC236}">
                <a16:creationId xmlns:a16="http://schemas.microsoft.com/office/drawing/2014/main" id="{E5D48930-8C02-131E-C87F-726B23A95E39}"/>
              </a:ext>
            </a:extLst>
          </p:cNvPr>
          <p:cNvSpPr>
            <a:spLocks/>
          </p:cNvSpPr>
          <p:nvPr/>
        </p:nvSpPr>
        <p:spPr bwMode="auto">
          <a:xfrm>
            <a:off x="2826133" y="2868452"/>
            <a:ext cx="1474598" cy="214934"/>
          </a:xfrm>
          <a:custGeom>
            <a:avLst/>
            <a:gdLst>
              <a:gd name="T0" fmla="*/ 0 w 646176"/>
              <a:gd name="T1" fmla="*/ 132207 h 331216"/>
              <a:gd name="T2" fmla="*/ 531957692 w 646176"/>
              <a:gd name="T3" fmla="*/ 811 h 331216"/>
              <a:gd name="T4" fmla="*/ 1127748357 w 646176"/>
              <a:gd name="T5" fmla="*/ 127339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18" name="Group 237">
            <a:extLst>
              <a:ext uri="{FF2B5EF4-FFF2-40B4-BE49-F238E27FC236}">
                <a16:creationId xmlns:a16="http://schemas.microsoft.com/office/drawing/2014/main" id="{43F2BAFA-357C-B943-5BD4-83E0CCF03329}"/>
              </a:ext>
            </a:extLst>
          </p:cNvPr>
          <p:cNvGrpSpPr>
            <a:grpSpLocks/>
          </p:cNvGrpSpPr>
          <p:nvPr/>
        </p:nvGrpSpPr>
        <p:grpSpPr bwMode="auto">
          <a:xfrm>
            <a:off x="4198222" y="2583304"/>
            <a:ext cx="568325" cy="584200"/>
            <a:chOff x="2489358" y="1553340"/>
            <a:chExt cx="568905" cy="584382"/>
          </a:xfrm>
        </p:grpSpPr>
        <p:cxnSp>
          <p:nvCxnSpPr>
            <p:cNvPr id="19" name="Straight Arrow Connector 238">
              <a:extLst>
                <a:ext uri="{FF2B5EF4-FFF2-40B4-BE49-F238E27FC236}">
                  <a16:creationId xmlns:a16="http://schemas.microsoft.com/office/drawing/2014/main" id="{4BE408A5-D51E-69DF-6B6A-16D6186B49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623882" y="202831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Box 239">
              <a:extLst>
                <a:ext uri="{FF2B5EF4-FFF2-40B4-BE49-F238E27FC236}">
                  <a16:creationId xmlns:a16="http://schemas.microsoft.com/office/drawing/2014/main" id="{15F6246A-A96C-0F7E-74DF-6424C6F44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9358" y="1553340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dirty="0"/>
                <a:t>last</a:t>
              </a:r>
              <a:endParaRPr lang="en-SG" sz="1600" dirty="0"/>
            </a:p>
          </p:txBody>
        </p:sp>
      </p:grpSp>
      <p:grpSp>
        <p:nvGrpSpPr>
          <p:cNvPr id="21" name="Group 240">
            <a:extLst>
              <a:ext uri="{FF2B5EF4-FFF2-40B4-BE49-F238E27FC236}">
                <a16:creationId xmlns:a16="http://schemas.microsoft.com/office/drawing/2014/main" id="{ACBAA469-B69F-A1C2-05EA-F34B97426E58}"/>
              </a:ext>
            </a:extLst>
          </p:cNvPr>
          <p:cNvGrpSpPr>
            <a:grpSpLocks/>
          </p:cNvGrpSpPr>
          <p:nvPr/>
        </p:nvGrpSpPr>
        <p:grpSpPr bwMode="auto">
          <a:xfrm>
            <a:off x="2477536" y="2570306"/>
            <a:ext cx="572593" cy="587375"/>
            <a:chOff x="1944121" y="1553340"/>
            <a:chExt cx="571426" cy="586562"/>
          </a:xfrm>
        </p:grpSpPr>
        <p:cxnSp>
          <p:nvCxnSpPr>
            <p:cNvPr id="22" name="Straight Arrow Connector 241">
              <a:extLst>
                <a:ext uri="{FF2B5EF4-FFF2-40B4-BE49-F238E27FC236}">
                  <a16:creationId xmlns:a16="http://schemas.microsoft.com/office/drawing/2014/main" id="{45629A95-9E06-046F-7CCA-C2879906B5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113007" y="203049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242">
              <a:extLst>
                <a:ext uri="{FF2B5EF4-FFF2-40B4-BE49-F238E27FC236}">
                  <a16:creationId xmlns:a16="http://schemas.microsoft.com/office/drawing/2014/main" id="{80291566-F302-F0AE-B9C8-6565797FC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121" y="1553340"/>
              <a:ext cx="571426" cy="338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/>
                <a:t>max</a:t>
              </a:r>
              <a:endParaRPr lang="en-SG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874672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  <p:bldP spid="152" grpId="0" animBg="1"/>
      <p:bldP spid="170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Selection Sort: Implementation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85" name="TextBox 184"/>
          <p:cNvSpPr txBox="1"/>
          <p:nvPr/>
        </p:nvSpPr>
        <p:spPr bwMode="auto">
          <a:xfrm>
            <a:off x="460375" y="1210054"/>
            <a:ext cx="8466138" cy="5632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max(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last, 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long 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list[]){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max_so_far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list[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max_index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for 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&lt;= last;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if 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(list[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&gt;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max_so_far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max_so_far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list[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max_index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max_index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endParaRPr lang="en-SG" sz="20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selection_sort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list[]){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j = n -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j &gt;=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j -=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max_pos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max(j, list);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swap(list, </a:t>
            </a:r>
            <a:r>
              <a:rPr lang="en-SG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max_pos</a:t>
            </a: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j);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eaLnBrk="1" hangingPunct="1">
              <a:tabLst>
                <a:tab pos="465138" algn="l"/>
                <a:tab pos="862013" algn="l"/>
                <a:tab pos="1379538" algn="l"/>
                <a:tab pos="1776413" algn="l"/>
              </a:tabLst>
            </a:pPr>
            <a:r>
              <a:rPr lang="en-SG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SG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533174-A3B8-7F35-EA92-38B548CA5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0951C7-0508-0EE1-5ACC-64E9A46A9D4A}"/>
              </a:ext>
            </a:extLst>
          </p:cNvPr>
          <p:cNvSpPr/>
          <p:nvPr/>
        </p:nvSpPr>
        <p:spPr>
          <a:xfrm>
            <a:off x="533400" y="5196687"/>
            <a:ext cx="8298084" cy="12131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2BCF3-6883-1A67-5346-13F7AC202C0E}"/>
              </a:ext>
            </a:extLst>
          </p:cNvPr>
          <p:cNvSpPr/>
          <p:nvPr/>
        </p:nvSpPr>
        <p:spPr>
          <a:xfrm>
            <a:off x="533400" y="1564739"/>
            <a:ext cx="8298084" cy="2760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392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Selection Sort: Performance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334963" y="1314449"/>
            <a:ext cx="8351837" cy="5281560"/>
          </a:xfrm>
        </p:spPr>
        <p:txBody>
          <a:bodyPr>
            <a:normAutofit/>
          </a:bodyPr>
          <a:lstStyle/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Let say the length of the list is n.</a:t>
            </a:r>
          </a:p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The for loop in selection sort iterates O(n) times.</a:t>
            </a:r>
          </a:p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In each loop, it finds the maximum element, and swaps.</a:t>
            </a:r>
          </a:p>
          <a:p>
            <a:pPr marL="626745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Finding the index of the maximum element from list[0] to list[n -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] takes O(n -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) time.</a:t>
            </a:r>
          </a:p>
          <a:p>
            <a:pPr marL="626745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Swapping (once only) takes constant time (and can be ignored).</a:t>
            </a:r>
            <a:endParaRPr lang="en-US" dirty="0">
              <a:solidFill>
                <a:schemeClr val="tx1"/>
              </a:solidFill>
            </a:endParaRPr>
          </a:p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Total: </a:t>
            </a:r>
            <a:r>
              <a:rPr lang="en-US" b="1" dirty="0">
                <a:solidFill>
                  <a:schemeClr val="tx1"/>
                </a:solidFill>
              </a:rPr>
              <a:t>O(</a:t>
            </a:r>
            <a:r>
              <a:rPr lang="en-US" b="1" i="1" dirty="0"/>
              <a:t>n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  <a:endParaRPr lang="en-US" dirty="0">
              <a:solidFill>
                <a:schemeClr val="tx1"/>
              </a:solidFill>
            </a:endParaRPr>
          </a:p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2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727409"/>
              </p:ext>
            </p:extLst>
          </p:nvPr>
        </p:nvGraphicFramePr>
        <p:xfrm>
          <a:off x="5237002" y="4462408"/>
          <a:ext cx="3121025" cy="2228850"/>
        </p:xfrm>
        <a:graphic>
          <a:graphicData uri="http://schemas.openxmlformats.org/drawingml/2006/table">
            <a:tbl>
              <a:tblPr/>
              <a:tblGrid>
                <a:gridCol w="114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3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Pass</a:t>
                      </a:r>
                      <a:endParaRPr kumimoji="0" lang="en-SG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#steps</a:t>
                      </a:r>
                      <a:endParaRPr kumimoji="0" lang="en-SG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n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 1</a:t>
                      </a:r>
                      <a:endParaRPr kumimoji="0" lang="en-SG" sz="18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– 2 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– 3 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…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…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– 1 </a:t>
                      </a:r>
                      <a:endParaRPr kumimoji="0" lang="en-SG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SG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3129A1-9216-1FAE-8B2C-D15FAF54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972154240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Selection Sort vs Counting 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334963" y="1314450"/>
            <a:ext cx="8351837" cy="5033596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Selection Sort: </a:t>
            </a:r>
            <a:r>
              <a:rPr lang="en-US" dirty="0">
                <a:solidFill>
                  <a:schemeClr val="tx1"/>
                </a:solidFill>
              </a:rPr>
              <a:t>O(</a:t>
            </a:r>
            <a:r>
              <a:rPr lang="en-US" dirty="0"/>
              <a:t>n</a:t>
            </a:r>
            <a:r>
              <a:rPr lang="en-US" baseline="30000" dirty="0"/>
              <a:t>2</a:t>
            </a:r>
            <a:r>
              <a:rPr lang="en-US" dirty="0"/>
              <a:t>) 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Counting Sort: O(n + MAX) 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FF"/>
                </a:solidFill>
              </a:rPr>
              <a:t>Counting Sort </a:t>
            </a:r>
            <a:r>
              <a:rPr lang="en-US" dirty="0"/>
              <a:t>is a lot more efficient!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But it requires the input numbers to be in [0, MAX] and MAX cannot be too large.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Otherwise it does not work / is not efficient.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FF"/>
                </a:solidFill>
              </a:rPr>
              <a:t>Selection Sort </a:t>
            </a:r>
            <a:r>
              <a:rPr lang="en-US" dirty="0"/>
              <a:t>does not make assumption on the input numbers and is a more general solution.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EEC856-5D40-251A-23FF-AE8E0145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15735286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Bubble 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334963" y="1314450"/>
            <a:ext cx="8351837" cy="5033596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Selection sort </a:t>
            </a:r>
            <a:r>
              <a:rPr lang="en-US" dirty="0"/>
              <a:t>makes </a:t>
            </a:r>
            <a:r>
              <a:rPr lang="en-US" dirty="0">
                <a:solidFill>
                  <a:srgbClr val="0000FF"/>
                </a:solidFill>
              </a:rPr>
              <a:t>one</a:t>
            </a:r>
            <a:r>
              <a:rPr lang="en-US" dirty="0"/>
              <a:t> swap per pass.</a:t>
            </a:r>
          </a:p>
          <a:p>
            <a:pPr marL="626745" lvl="1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Can we make </a:t>
            </a:r>
            <a:r>
              <a:rPr lang="en-US" dirty="0">
                <a:solidFill>
                  <a:srgbClr val="0000FF"/>
                </a:solidFill>
              </a:rPr>
              <a:t>more than one</a:t>
            </a:r>
            <a:r>
              <a:rPr lang="en-US" dirty="0"/>
              <a:t> swap per pass?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Key idea of Bubble Sort</a:t>
            </a:r>
            <a:endParaRPr lang="en-US" dirty="0"/>
          </a:p>
          <a:p>
            <a:pPr marL="626745" lvl="1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FF"/>
                </a:solidFill>
              </a:rPr>
              <a:t>Check</a:t>
            </a:r>
            <a:r>
              <a:rPr lang="en-US" dirty="0"/>
              <a:t> every pair</a:t>
            </a:r>
          </a:p>
          <a:p>
            <a:pPr marL="274320" lvl="1" indent="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dirty="0">
                <a:solidFill>
                  <a:srgbClr val="0000FF"/>
                </a:solidFill>
              </a:rPr>
              <a:t>     Swap</a:t>
            </a:r>
            <a:r>
              <a:rPr lang="en-US" dirty="0"/>
              <a:t> the elements in the pair if they are in the wrong order.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3F18A0-76C1-DF97-20D7-6B7CA3787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48933606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Bubble Sort: One Pass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reeform 2"/>
          <p:cNvSpPr>
            <a:spLocks/>
          </p:cNvSpPr>
          <p:nvPr/>
        </p:nvSpPr>
        <p:spPr bwMode="auto">
          <a:xfrm>
            <a:off x="584200" y="1965325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0" name="Group 6"/>
          <p:cNvGrpSpPr>
            <a:grpSpLocks/>
          </p:cNvGrpSpPr>
          <p:nvPr/>
        </p:nvGrpSpPr>
        <p:grpSpPr bwMode="auto">
          <a:xfrm>
            <a:off x="309563" y="1114425"/>
            <a:ext cx="3900487" cy="741363"/>
            <a:chOff x="171" y="702"/>
            <a:chExt cx="2457" cy="467"/>
          </a:xfrm>
        </p:grpSpPr>
        <p:grpSp>
          <p:nvGrpSpPr>
            <p:cNvPr id="11" name="Group 7"/>
            <p:cNvGrpSpPr>
              <a:grpSpLocks/>
            </p:cNvGrpSpPr>
            <p:nvPr/>
          </p:nvGrpSpPr>
          <p:grpSpPr bwMode="auto">
            <a:xfrm>
              <a:off x="226" y="702"/>
              <a:ext cx="2338" cy="212"/>
              <a:chOff x="1042" y="1464"/>
              <a:chExt cx="4415" cy="371"/>
            </a:xfrm>
          </p:grpSpPr>
          <p:sp>
            <p:nvSpPr>
              <p:cNvPr id="33" name="Text Box 8"/>
              <p:cNvSpPr txBox="1">
                <a:spLocks noChangeArrowheads="1"/>
              </p:cNvSpPr>
              <p:nvPr/>
            </p:nvSpPr>
            <p:spPr bwMode="auto">
              <a:xfrm>
                <a:off x="1042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0</a:t>
                </a:r>
              </a:p>
            </p:txBody>
          </p:sp>
          <p:sp>
            <p:nvSpPr>
              <p:cNvPr id="34" name="Text Box 9"/>
              <p:cNvSpPr txBox="1">
                <a:spLocks noChangeArrowheads="1"/>
              </p:cNvSpPr>
              <p:nvPr/>
            </p:nvSpPr>
            <p:spPr bwMode="auto">
              <a:xfrm>
                <a:off x="1548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1</a:t>
                </a:r>
              </a:p>
            </p:txBody>
          </p:sp>
          <p:sp>
            <p:nvSpPr>
              <p:cNvPr id="35" name="Text Box 10"/>
              <p:cNvSpPr txBox="1">
                <a:spLocks noChangeArrowheads="1"/>
              </p:cNvSpPr>
              <p:nvPr/>
            </p:nvSpPr>
            <p:spPr bwMode="auto">
              <a:xfrm>
                <a:off x="2058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2</a:t>
                </a:r>
              </a:p>
            </p:txBody>
          </p:sp>
          <p:sp>
            <p:nvSpPr>
              <p:cNvPr id="36" name="Text Box 11"/>
              <p:cNvSpPr txBox="1">
                <a:spLocks noChangeArrowheads="1"/>
              </p:cNvSpPr>
              <p:nvPr/>
            </p:nvSpPr>
            <p:spPr bwMode="auto">
              <a:xfrm>
                <a:off x="2566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3</a:t>
                </a:r>
              </a:p>
            </p:txBody>
          </p:sp>
          <p:sp>
            <p:nvSpPr>
              <p:cNvPr id="37" name="Text Box 12"/>
              <p:cNvSpPr txBox="1">
                <a:spLocks noChangeArrowheads="1"/>
              </p:cNvSpPr>
              <p:nvPr/>
            </p:nvSpPr>
            <p:spPr bwMode="auto">
              <a:xfrm>
                <a:off x="3070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4</a:t>
                </a:r>
              </a:p>
            </p:txBody>
          </p:sp>
          <p:sp>
            <p:nvSpPr>
              <p:cNvPr id="38" name="Text Box 13"/>
              <p:cNvSpPr txBox="1">
                <a:spLocks noChangeArrowheads="1"/>
              </p:cNvSpPr>
              <p:nvPr/>
            </p:nvSpPr>
            <p:spPr bwMode="auto">
              <a:xfrm>
                <a:off x="3582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5</a:t>
                </a:r>
              </a:p>
            </p:txBody>
          </p:sp>
          <p:sp>
            <p:nvSpPr>
              <p:cNvPr id="39" name="Text Box 14"/>
              <p:cNvSpPr txBox="1">
                <a:spLocks noChangeArrowheads="1"/>
              </p:cNvSpPr>
              <p:nvPr/>
            </p:nvSpPr>
            <p:spPr bwMode="auto">
              <a:xfrm>
                <a:off x="4088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6</a:t>
                </a:r>
              </a:p>
            </p:txBody>
          </p:sp>
          <p:sp>
            <p:nvSpPr>
              <p:cNvPr id="40" name="Text Box 15"/>
              <p:cNvSpPr txBox="1">
                <a:spLocks noChangeArrowheads="1"/>
              </p:cNvSpPr>
              <p:nvPr/>
            </p:nvSpPr>
            <p:spPr bwMode="auto">
              <a:xfrm>
                <a:off x="4597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7</a:t>
                </a:r>
              </a:p>
            </p:txBody>
          </p:sp>
          <p:sp>
            <p:nvSpPr>
              <p:cNvPr id="41" name="Text Box 16"/>
              <p:cNvSpPr txBox="1">
                <a:spLocks noChangeArrowheads="1"/>
              </p:cNvSpPr>
              <p:nvPr/>
            </p:nvSpPr>
            <p:spPr bwMode="auto">
              <a:xfrm>
                <a:off x="5104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8</a:t>
                </a:r>
              </a:p>
            </p:txBody>
          </p:sp>
        </p:grpSp>
        <p:grpSp>
          <p:nvGrpSpPr>
            <p:cNvPr id="13" name="Group 17"/>
            <p:cNvGrpSpPr>
              <a:grpSpLocks/>
            </p:cNvGrpSpPr>
            <p:nvPr/>
          </p:nvGrpSpPr>
          <p:grpSpPr bwMode="auto">
            <a:xfrm>
              <a:off x="171" y="916"/>
              <a:ext cx="2457" cy="253"/>
              <a:chOff x="135" y="916"/>
              <a:chExt cx="2457" cy="253"/>
            </a:xfrm>
          </p:grpSpPr>
          <p:sp>
            <p:nvSpPr>
              <p:cNvPr id="14" name="Rectangle 18"/>
              <p:cNvSpPr>
                <a:spLocks noChangeArrowheads="1"/>
              </p:cNvSpPr>
              <p:nvPr/>
            </p:nvSpPr>
            <p:spPr bwMode="auto">
              <a:xfrm>
                <a:off x="135" y="917"/>
                <a:ext cx="2433" cy="2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en-SG" sz="2400">
                  <a:latin typeface="Times New Roman" pitchFamily="18" charset="0"/>
                </a:endParaRPr>
              </a:p>
            </p:txBody>
          </p:sp>
          <p:sp>
            <p:nvSpPr>
              <p:cNvPr id="15" name="Line 19"/>
              <p:cNvSpPr>
                <a:spLocks noChangeShapeType="1"/>
              </p:cNvSpPr>
              <p:nvPr/>
            </p:nvSpPr>
            <p:spPr bwMode="auto">
              <a:xfrm>
                <a:off x="404" y="916"/>
                <a:ext cx="0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16" name="Line 20"/>
              <p:cNvSpPr>
                <a:spLocks noChangeShapeType="1"/>
              </p:cNvSpPr>
              <p:nvPr/>
            </p:nvSpPr>
            <p:spPr bwMode="auto">
              <a:xfrm>
                <a:off x="677" y="917"/>
                <a:ext cx="0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17" name="Line 21"/>
              <p:cNvSpPr>
                <a:spLocks noChangeShapeType="1"/>
              </p:cNvSpPr>
              <p:nvPr/>
            </p:nvSpPr>
            <p:spPr bwMode="auto">
              <a:xfrm>
                <a:off x="950" y="917"/>
                <a:ext cx="0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18" name="Line 22"/>
              <p:cNvSpPr>
                <a:spLocks noChangeShapeType="1"/>
              </p:cNvSpPr>
              <p:nvPr/>
            </p:nvSpPr>
            <p:spPr bwMode="auto">
              <a:xfrm>
                <a:off x="1223" y="917"/>
                <a:ext cx="0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19" name="Line 23"/>
              <p:cNvSpPr>
                <a:spLocks noChangeShapeType="1"/>
              </p:cNvSpPr>
              <p:nvPr/>
            </p:nvSpPr>
            <p:spPr bwMode="auto">
              <a:xfrm>
                <a:off x="1496" y="917"/>
                <a:ext cx="0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20" name="Line 24"/>
              <p:cNvSpPr>
                <a:spLocks noChangeShapeType="1"/>
              </p:cNvSpPr>
              <p:nvPr/>
            </p:nvSpPr>
            <p:spPr bwMode="auto">
              <a:xfrm>
                <a:off x="1769" y="917"/>
                <a:ext cx="0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21" name="Line 25"/>
              <p:cNvSpPr>
                <a:spLocks noChangeShapeType="1"/>
              </p:cNvSpPr>
              <p:nvPr/>
            </p:nvSpPr>
            <p:spPr bwMode="auto">
              <a:xfrm>
                <a:off x="2042" y="91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22" name="Line 26"/>
              <p:cNvSpPr>
                <a:spLocks noChangeShapeType="1"/>
              </p:cNvSpPr>
              <p:nvPr/>
            </p:nvSpPr>
            <p:spPr bwMode="auto">
              <a:xfrm>
                <a:off x="2314" y="91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grpSp>
            <p:nvGrpSpPr>
              <p:cNvPr id="23" name="Group 27"/>
              <p:cNvGrpSpPr>
                <a:grpSpLocks/>
              </p:cNvGrpSpPr>
              <p:nvPr/>
            </p:nvGrpSpPr>
            <p:grpSpPr bwMode="auto">
              <a:xfrm>
                <a:off x="142" y="947"/>
                <a:ext cx="2450" cy="213"/>
                <a:chOff x="142" y="947"/>
                <a:chExt cx="2450" cy="213"/>
              </a:xfrm>
            </p:grpSpPr>
            <p:sp>
              <p:nvSpPr>
                <p:cNvPr id="24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42" y="947"/>
                  <a:ext cx="270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23</a:t>
                  </a:r>
                </a:p>
              </p:txBody>
            </p:sp>
            <p:sp>
              <p:nvSpPr>
                <p:cNvPr id="25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17" y="947"/>
                  <a:ext cx="269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17</a:t>
                  </a:r>
                </a:p>
              </p:txBody>
            </p:sp>
            <p:sp>
              <p:nvSpPr>
                <p:cNvPr id="26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745" y="947"/>
                  <a:ext cx="193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5</a:t>
                  </a:r>
                </a:p>
              </p:txBody>
            </p:sp>
            <p:sp>
              <p:nvSpPr>
                <p:cNvPr id="2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55" y="947"/>
                  <a:ext cx="270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90</a:t>
                  </a:r>
                </a:p>
              </p:txBody>
            </p:sp>
            <p:sp>
              <p:nvSpPr>
                <p:cNvPr id="28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229" y="947"/>
                  <a:ext cx="270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12</a:t>
                  </a:r>
                </a:p>
              </p:txBody>
            </p:sp>
            <p:sp>
              <p:nvSpPr>
                <p:cNvPr id="2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502" y="947"/>
                  <a:ext cx="270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44</a:t>
                  </a:r>
                </a:p>
              </p:txBody>
            </p:sp>
            <p:sp>
              <p:nvSpPr>
                <p:cNvPr id="30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778" y="947"/>
                  <a:ext cx="269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38</a:t>
                  </a:r>
                </a:p>
              </p:txBody>
            </p:sp>
            <p:sp>
              <p:nvSpPr>
                <p:cNvPr id="3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049" y="947"/>
                  <a:ext cx="270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84</a:t>
                  </a:r>
                </a:p>
              </p:txBody>
            </p:sp>
            <p:sp>
              <p:nvSpPr>
                <p:cNvPr id="32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323" y="947"/>
                  <a:ext cx="269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77</a:t>
                  </a:r>
                </a:p>
              </p:txBody>
            </p:sp>
          </p:grpSp>
        </p:grpSp>
      </p:grpSp>
      <p:grpSp>
        <p:nvGrpSpPr>
          <p:cNvPr id="42" name="Group 37"/>
          <p:cNvGrpSpPr>
            <a:grpSpLocks/>
          </p:cNvGrpSpPr>
          <p:nvPr/>
        </p:nvGrpSpPr>
        <p:grpSpPr bwMode="auto">
          <a:xfrm>
            <a:off x="309563" y="2593975"/>
            <a:ext cx="3900487" cy="401638"/>
            <a:chOff x="135" y="916"/>
            <a:chExt cx="2457" cy="253"/>
          </a:xfrm>
        </p:grpSpPr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135" y="917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>
              <a:off x="404" y="916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677" y="917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>
              <a:off x="950" y="917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>
              <a:off x="1223" y="917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>
              <a:off x="1496" y="917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>
              <a:off x="1769" y="917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2042" y="918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2314" y="918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grpSp>
          <p:nvGrpSpPr>
            <p:cNvPr id="52" name="Group 47"/>
            <p:cNvGrpSpPr>
              <a:grpSpLocks/>
            </p:cNvGrpSpPr>
            <p:nvPr/>
          </p:nvGrpSpPr>
          <p:grpSpPr bwMode="auto">
            <a:xfrm>
              <a:off x="142" y="947"/>
              <a:ext cx="2450" cy="213"/>
              <a:chOff x="142" y="947"/>
              <a:chExt cx="2450" cy="213"/>
            </a:xfrm>
          </p:grpSpPr>
          <p:sp>
            <p:nvSpPr>
              <p:cNvPr id="53" name="Text Box 48"/>
              <p:cNvSpPr txBox="1">
                <a:spLocks noChangeArrowheads="1"/>
              </p:cNvSpPr>
              <p:nvPr/>
            </p:nvSpPr>
            <p:spPr bwMode="auto">
              <a:xfrm>
                <a:off x="142" y="947"/>
                <a:ext cx="27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17</a:t>
                </a:r>
              </a:p>
            </p:txBody>
          </p:sp>
          <p:sp>
            <p:nvSpPr>
              <p:cNvPr id="54" name="Text Box 49"/>
              <p:cNvSpPr txBox="1">
                <a:spLocks noChangeArrowheads="1"/>
              </p:cNvSpPr>
              <p:nvPr/>
            </p:nvSpPr>
            <p:spPr bwMode="auto">
              <a:xfrm>
                <a:off x="417" y="947"/>
                <a:ext cx="27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23</a:t>
                </a:r>
              </a:p>
            </p:txBody>
          </p:sp>
          <p:sp>
            <p:nvSpPr>
              <p:cNvPr id="55" name="Text Box 50"/>
              <p:cNvSpPr txBox="1">
                <a:spLocks noChangeArrowheads="1"/>
              </p:cNvSpPr>
              <p:nvPr/>
            </p:nvSpPr>
            <p:spPr bwMode="auto">
              <a:xfrm>
                <a:off x="745" y="947"/>
                <a:ext cx="193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5</a:t>
                </a:r>
              </a:p>
            </p:txBody>
          </p:sp>
          <p:sp>
            <p:nvSpPr>
              <p:cNvPr id="56" name="Text Box 51"/>
              <p:cNvSpPr txBox="1">
                <a:spLocks noChangeArrowheads="1"/>
              </p:cNvSpPr>
              <p:nvPr/>
            </p:nvSpPr>
            <p:spPr bwMode="auto">
              <a:xfrm>
                <a:off x="955" y="947"/>
                <a:ext cx="27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90</a:t>
                </a:r>
              </a:p>
            </p:txBody>
          </p:sp>
          <p:sp>
            <p:nvSpPr>
              <p:cNvPr id="57" name="Text Box 52"/>
              <p:cNvSpPr txBox="1">
                <a:spLocks noChangeArrowheads="1"/>
              </p:cNvSpPr>
              <p:nvPr/>
            </p:nvSpPr>
            <p:spPr bwMode="auto">
              <a:xfrm>
                <a:off x="1229" y="947"/>
                <a:ext cx="27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12</a:t>
                </a:r>
              </a:p>
            </p:txBody>
          </p:sp>
          <p:sp>
            <p:nvSpPr>
              <p:cNvPr id="58" name="Text Box 53"/>
              <p:cNvSpPr txBox="1">
                <a:spLocks noChangeArrowheads="1"/>
              </p:cNvSpPr>
              <p:nvPr/>
            </p:nvSpPr>
            <p:spPr bwMode="auto">
              <a:xfrm>
                <a:off x="1502" y="947"/>
                <a:ext cx="27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44</a:t>
                </a:r>
              </a:p>
            </p:txBody>
          </p:sp>
          <p:sp>
            <p:nvSpPr>
              <p:cNvPr id="59" name="Text Box 54"/>
              <p:cNvSpPr txBox="1">
                <a:spLocks noChangeArrowheads="1"/>
              </p:cNvSpPr>
              <p:nvPr/>
            </p:nvSpPr>
            <p:spPr bwMode="auto">
              <a:xfrm>
                <a:off x="1778" y="947"/>
                <a:ext cx="26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38</a:t>
                </a:r>
              </a:p>
            </p:txBody>
          </p:sp>
          <p:sp>
            <p:nvSpPr>
              <p:cNvPr id="60" name="Text Box 55"/>
              <p:cNvSpPr txBox="1">
                <a:spLocks noChangeArrowheads="1"/>
              </p:cNvSpPr>
              <p:nvPr/>
            </p:nvSpPr>
            <p:spPr bwMode="auto">
              <a:xfrm>
                <a:off x="2049" y="947"/>
                <a:ext cx="27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84</a:t>
                </a:r>
              </a:p>
            </p:txBody>
          </p:sp>
          <p:sp>
            <p:nvSpPr>
              <p:cNvPr id="61" name="Text Box 56"/>
              <p:cNvSpPr txBox="1">
                <a:spLocks noChangeArrowheads="1"/>
              </p:cNvSpPr>
              <p:nvPr/>
            </p:nvSpPr>
            <p:spPr bwMode="auto">
              <a:xfrm>
                <a:off x="2323" y="947"/>
                <a:ext cx="26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77</a:t>
                </a:r>
              </a:p>
            </p:txBody>
          </p:sp>
        </p:grpSp>
      </p:grpSp>
      <p:grpSp>
        <p:nvGrpSpPr>
          <p:cNvPr id="62" name="Group 57"/>
          <p:cNvGrpSpPr>
            <a:grpSpLocks/>
          </p:cNvGrpSpPr>
          <p:nvPr/>
        </p:nvGrpSpPr>
        <p:grpSpPr bwMode="auto">
          <a:xfrm>
            <a:off x="309563" y="3700463"/>
            <a:ext cx="3900487" cy="401637"/>
            <a:chOff x="219" y="2024"/>
            <a:chExt cx="2457" cy="253"/>
          </a:xfrm>
        </p:grpSpPr>
        <p:sp>
          <p:nvSpPr>
            <p:cNvPr id="63" name="Rectangle 58"/>
            <p:cNvSpPr>
              <a:spLocks noChangeArrowheads="1"/>
            </p:cNvSpPr>
            <p:nvPr/>
          </p:nvSpPr>
          <p:spPr bwMode="auto">
            <a:xfrm>
              <a:off x="219" y="2025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64" name="Line 59"/>
            <p:cNvSpPr>
              <a:spLocks noChangeShapeType="1"/>
            </p:cNvSpPr>
            <p:nvPr/>
          </p:nvSpPr>
          <p:spPr bwMode="auto">
            <a:xfrm>
              <a:off x="488" y="2024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65" name="Line 60"/>
            <p:cNvSpPr>
              <a:spLocks noChangeShapeType="1"/>
            </p:cNvSpPr>
            <p:nvPr/>
          </p:nvSpPr>
          <p:spPr bwMode="auto">
            <a:xfrm>
              <a:off x="761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>
              <a:off x="1034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>
              <a:off x="1307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>
              <a:off x="1580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>
              <a:off x="1853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>
              <a:off x="2126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>
              <a:off x="2398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72" name="Text Box 67"/>
            <p:cNvSpPr txBox="1">
              <a:spLocks noChangeArrowheads="1"/>
            </p:cNvSpPr>
            <p:nvPr/>
          </p:nvSpPr>
          <p:spPr bwMode="auto">
            <a:xfrm>
              <a:off x="22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17</a:t>
              </a:r>
            </a:p>
          </p:txBody>
        </p:sp>
        <p:sp>
          <p:nvSpPr>
            <p:cNvPr id="73" name="Text Box 68"/>
            <p:cNvSpPr txBox="1">
              <a:spLocks noChangeArrowheads="1"/>
            </p:cNvSpPr>
            <p:nvPr/>
          </p:nvSpPr>
          <p:spPr bwMode="auto">
            <a:xfrm>
              <a:off x="501" y="2055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5</a:t>
              </a:r>
            </a:p>
          </p:txBody>
        </p:sp>
        <p:sp>
          <p:nvSpPr>
            <p:cNvPr id="74" name="Text Box 69"/>
            <p:cNvSpPr txBox="1">
              <a:spLocks noChangeArrowheads="1"/>
            </p:cNvSpPr>
            <p:nvPr/>
          </p:nvSpPr>
          <p:spPr bwMode="auto">
            <a:xfrm>
              <a:off x="781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23</a:t>
              </a:r>
            </a:p>
          </p:txBody>
        </p:sp>
        <p:sp>
          <p:nvSpPr>
            <p:cNvPr id="75" name="Text Box 70"/>
            <p:cNvSpPr txBox="1">
              <a:spLocks noChangeArrowheads="1"/>
            </p:cNvSpPr>
            <p:nvPr/>
          </p:nvSpPr>
          <p:spPr bwMode="auto">
            <a:xfrm>
              <a:off x="1039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90</a:t>
              </a:r>
            </a:p>
          </p:txBody>
        </p:sp>
        <p:sp>
          <p:nvSpPr>
            <p:cNvPr id="76" name="Text Box 71"/>
            <p:cNvSpPr txBox="1">
              <a:spLocks noChangeArrowheads="1"/>
            </p:cNvSpPr>
            <p:nvPr/>
          </p:nvSpPr>
          <p:spPr bwMode="auto">
            <a:xfrm>
              <a:off x="1313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12</a:t>
              </a:r>
            </a:p>
          </p:txBody>
        </p:sp>
        <p:sp>
          <p:nvSpPr>
            <p:cNvPr id="77" name="Text Box 72"/>
            <p:cNvSpPr txBox="1">
              <a:spLocks noChangeArrowheads="1"/>
            </p:cNvSpPr>
            <p:nvPr/>
          </p:nvSpPr>
          <p:spPr bwMode="auto">
            <a:xfrm>
              <a:off x="1586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44</a:t>
              </a:r>
            </a:p>
          </p:txBody>
        </p:sp>
        <p:sp>
          <p:nvSpPr>
            <p:cNvPr id="78" name="Text Box 73"/>
            <p:cNvSpPr txBox="1">
              <a:spLocks noChangeArrowheads="1"/>
            </p:cNvSpPr>
            <p:nvPr/>
          </p:nvSpPr>
          <p:spPr bwMode="auto">
            <a:xfrm>
              <a:off x="1862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38</a:t>
              </a:r>
            </a:p>
          </p:txBody>
        </p:sp>
        <p:sp>
          <p:nvSpPr>
            <p:cNvPr id="79" name="Text Box 74"/>
            <p:cNvSpPr txBox="1">
              <a:spLocks noChangeArrowheads="1"/>
            </p:cNvSpPr>
            <p:nvPr/>
          </p:nvSpPr>
          <p:spPr bwMode="auto">
            <a:xfrm>
              <a:off x="2133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84</a:t>
              </a:r>
            </a:p>
          </p:txBody>
        </p:sp>
        <p:sp>
          <p:nvSpPr>
            <p:cNvPr id="80" name="Text Box 75"/>
            <p:cNvSpPr txBox="1">
              <a:spLocks noChangeArrowheads="1"/>
            </p:cNvSpPr>
            <p:nvPr/>
          </p:nvSpPr>
          <p:spPr bwMode="auto">
            <a:xfrm>
              <a:off x="2407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77</a:t>
              </a:r>
            </a:p>
          </p:txBody>
        </p:sp>
      </p:grpSp>
      <p:grpSp>
        <p:nvGrpSpPr>
          <p:cNvPr id="81" name="Group 76"/>
          <p:cNvGrpSpPr>
            <a:grpSpLocks/>
          </p:cNvGrpSpPr>
          <p:nvPr/>
        </p:nvGrpSpPr>
        <p:grpSpPr bwMode="auto">
          <a:xfrm>
            <a:off x="309563" y="4908550"/>
            <a:ext cx="3900487" cy="401638"/>
            <a:chOff x="219" y="2024"/>
            <a:chExt cx="2457" cy="253"/>
          </a:xfrm>
        </p:grpSpPr>
        <p:sp>
          <p:nvSpPr>
            <p:cNvPr id="82" name="Rectangle 77"/>
            <p:cNvSpPr>
              <a:spLocks noChangeArrowheads="1"/>
            </p:cNvSpPr>
            <p:nvPr/>
          </p:nvSpPr>
          <p:spPr bwMode="auto">
            <a:xfrm>
              <a:off x="219" y="2025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83" name="Line 78"/>
            <p:cNvSpPr>
              <a:spLocks noChangeShapeType="1"/>
            </p:cNvSpPr>
            <p:nvPr/>
          </p:nvSpPr>
          <p:spPr bwMode="auto">
            <a:xfrm>
              <a:off x="488" y="2024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84" name="Line 79"/>
            <p:cNvSpPr>
              <a:spLocks noChangeShapeType="1"/>
            </p:cNvSpPr>
            <p:nvPr/>
          </p:nvSpPr>
          <p:spPr bwMode="auto">
            <a:xfrm>
              <a:off x="761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85" name="Line 80"/>
            <p:cNvSpPr>
              <a:spLocks noChangeShapeType="1"/>
            </p:cNvSpPr>
            <p:nvPr/>
          </p:nvSpPr>
          <p:spPr bwMode="auto">
            <a:xfrm>
              <a:off x="1034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86" name="Line 81"/>
            <p:cNvSpPr>
              <a:spLocks noChangeShapeType="1"/>
            </p:cNvSpPr>
            <p:nvPr/>
          </p:nvSpPr>
          <p:spPr bwMode="auto">
            <a:xfrm>
              <a:off x="1307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87" name="Line 82"/>
            <p:cNvSpPr>
              <a:spLocks noChangeShapeType="1"/>
            </p:cNvSpPr>
            <p:nvPr/>
          </p:nvSpPr>
          <p:spPr bwMode="auto">
            <a:xfrm>
              <a:off x="1580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88" name="Line 83"/>
            <p:cNvSpPr>
              <a:spLocks noChangeShapeType="1"/>
            </p:cNvSpPr>
            <p:nvPr/>
          </p:nvSpPr>
          <p:spPr bwMode="auto">
            <a:xfrm>
              <a:off x="1853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89" name="Line 84"/>
            <p:cNvSpPr>
              <a:spLocks noChangeShapeType="1"/>
            </p:cNvSpPr>
            <p:nvPr/>
          </p:nvSpPr>
          <p:spPr bwMode="auto">
            <a:xfrm>
              <a:off x="2126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90" name="Line 85"/>
            <p:cNvSpPr>
              <a:spLocks noChangeShapeType="1"/>
            </p:cNvSpPr>
            <p:nvPr/>
          </p:nvSpPr>
          <p:spPr bwMode="auto">
            <a:xfrm>
              <a:off x="2398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91" name="Text Box 86"/>
            <p:cNvSpPr txBox="1">
              <a:spLocks noChangeArrowheads="1"/>
            </p:cNvSpPr>
            <p:nvPr/>
          </p:nvSpPr>
          <p:spPr bwMode="auto">
            <a:xfrm>
              <a:off x="22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17</a:t>
              </a:r>
            </a:p>
          </p:txBody>
        </p:sp>
        <p:sp>
          <p:nvSpPr>
            <p:cNvPr id="92" name="Text Box 87"/>
            <p:cNvSpPr txBox="1">
              <a:spLocks noChangeArrowheads="1"/>
            </p:cNvSpPr>
            <p:nvPr/>
          </p:nvSpPr>
          <p:spPr bwMode="auto">
            <a:xfrm>
              <a:off x="501" y="2055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5</a:t>
              </a:r>
            </a:p>
          </p:txBody>
        </p:sp>
        <p:sp>
          <p:nvSpPr>
            <p:cNvPr id="93" name="Text Box 88"/>
            <p:cNvSpPr txBox="1">
              <a:spLocks noChangeArrowheads="1"/>
            </p:cNvSpPr>
            <p:nvPr/>
          </p:nvSpPr>
          <p:spPr bwMode="auto">
            <a:xfrm>
              <a:off x="781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23</a:t>
              </a:r>
            </a:p>
          </p:txBody>
        </p:sp>
        <p:sp>
          <p:nvSpPr>
            <p:cNvPr id="94" name="Text Box 89"/>
            <p:cNvSpPr txBox="1">
              <a:spLocks noChangeArrowheads="1"/>
            </p:cNvSpPr>
            <p:nvPr/>
          </p:nvSpPr>
          <p:spPr bwMode="auto">
            <a:xfrm>
              <a:off x="1039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12</a:t>
              </a:r>
            </a:p>
          </p:txBody>
        </p:sp>
        <p:sp>
          <p:nvSpPr>
            <p:cNvPr id="95" name="Text Box 90"/>
            <p:cNvSpPr txBox="1">
              <a:spLocks noChangeArrowheads="1"/>
            </p:cNvSpPr>
            <p:nvPr/>
          </p:nvSpPr>
          <p:spPr bwMode="auto">
            <a:xfrm>
              <a:off x="131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90</a:t>
              </a:r>
            </a:p>
          </p:txBody>
        </p:sp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1586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44</a:t>
              </a:r>
            </a:p>
          </p:txBody>
        </p:sp>
        <p:sp>
          <p:nvSpPr>
            <p:cNvPr id="97" name="Text Box 92"/>
            <p:cNvSpPr txBox="1">
              <a:spLocks noChangeArrowheads="1"/>
            </p:cNvSpPr>
            <p:nvPr/>
          </p:nvSpPr>
          <p:spPr bwMode="auto">
            <a:xfrm>
              <a:off x="1862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38</a:t>
              </a:r>
            </a:p>
          </p:txBody>
        </p:sp>
        <p:sp>
          <p:nvSpPr>
            <p:cNvPr id="98" name="Text Box 93"/>
            <p:cNvSpPr txBox="1">
              <a:spLocks noChangeArrowheads="1"/>
            </p:cNvSpPr>
            <p:nvPr/>
          </p:nvSpPr>
          <p:spPr bwMode="auto">
            <a:xfrm>
              <a:off x="2133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84</a:t>
              </a:r>
            </a:p>
          </p:txBody>
        </p:sp>
        <p:sp>
          <p:nvSpPr>
            <p:cNvPr id="99" name="Text Box 94"/>
            <p:cNvSpPr txBox="1">
              <a:spLocks noChangeArrowheads="1"/>
            </p:cNvSpPr>
            <p:nvPr/>
          </p:nvSpPr>
          <p:spPr bwMode="auto">
            <a:xfrm>
              <a:off x="2407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77</a:t>
              </a:r>
            </a:p>
          </p:txBody>
        </p:sp>
      </p:grpSp>
      <p:grpSp>
        <p:nvGrpSpPr>
          <p:cNvPr id="100" name="Group 95"/>
          <p:cNvGrpSpPr>
            <a:grpSpLocks/>
          </p:cNvGrpSpPr>
          <p:nvPr/>
        </p:nvGrpSpPr>
        <p:grpSpPr bwMode="auto">
          <a:xfrm>
            <a:off x="4929188" y="1485900"/>
            <a:ext cx="3900487" cy="401638"/>
            <a:chOff x="219" y="2024"/>
            <a:chExt cx="2457" cy="253"/>
          </a:xfrm>
        </p:grpSpPr>
        <p:sp>
          <p:nvSpPr>
            <p:cNvPr id="101" name="Rectangle 96"/>
            <p:cNvSpPr>
              <a:spLocks noChangeArrowheads="1"/>
            </p:cNvSpPr>
            <p:nvPr/>
          </p:nvSpPr>
          <p:spPr bwMode="auto">
            <a:xfrm>
              <a:off x="219" y="2025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102" name="Line 97"/>
            <p:cNvSpPr>
              <a:spLocks noChangeShapeType="1"/>
            </p:cNvSpPr>
            <p:nvPr/>
          </p:nvSpPr>
          <p:spPr bwMode="auto">
            <a:xfrm>
              <a:off x="488" y="2024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3" name="Line 98"/>
            <p:cNvSpPr>
              <a:spLocks noChangeShapeType="1"/>
            </p:cNvSpPr>
            <p:nvPr/>
          </p:nvSpPr>
          <p:spPr bwMode="auto">
            <a:xfrm>
              <a:off x="761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4" name="Line 99"/>
            <p:cNvSpPr>
              <a:spLocks noChangeShapeType="1"/>
            </p:cNvSpPr>
            <p:nvPr/>
          </p:nvSpPr>
          <p:spPr bwMode="auto">
            <a:xfrm>
              <a:off x="1034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5" name="Line 100"/>
            <p:cNvSpPr>
              <a:spLocks noChangeShapeType="1"/>
            </p:cNvSpPr>
            <p:nvPr/>
          </p:nvSpPr>
          <p:spPr bwMode="auto">
            <a:xfrm>
              <a:off x="1307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6" name="Line 101"/>
            <p:cNvSpPr>
              <a:spLocks noChangeShapeType="1"/>
            </p:cNvSpPr>
            <p:nvPr/>
          </p:nvSpPr>
          <p:spPr bwMode="auto">
            <a:xfrm>
              <a:off x="1580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7" name="Line 102"/>
            <p:cNvSpPr>
              <a:spLocks noChangeShapeType="1"/>
            </p:cNvSpPr>
            <p:nvPr/>
          </p:nvSpPr>
          <p:spPr bwMode="auto">
            <a:xfrm>
              <a:off x="1853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8" name="Line 103"/>
            <p:cNvSpPr>
              <a:spLocks noChangeShapeType="1"/>
            </p:cNvSpPr>
            <p:nvPr/>
          </p:nvSpPr>
          <p:spPr bwMode="auto">
            <a:xfrm>
              <a:off x="2126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9" name="Line 104"/>
            <p:cNvSpPr>
              <a:spLocks noChangeShapeType="1"/>
            </p:cNvSpPr>
            <p:nvPr/>
          </p:nvSpPr>
          <p:spPr bwMode="auto">
            <a:xfrm>
              <a:off x="2398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10" name="Text Box 105"/>
            <p:cNvSpPr txBox="1">
              <a:spLocks noChangeArrowheads="1"/>
            </p:cNvSpPr>
            <p:nvPr/>
          </p:nvSpPr>
          <p:spPr bwMode="auto">
            <a:xfrm>
              <a:off x="22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17</a:t>
              </a:r>
            </a:p>
          </p:txBody>
        </p:sp>
        <p:sp>
          <p:nvSpPr>
            <p:cNvPr id="111" name="Text Box 106"/>
            <p:cNvSpPr txBox="1">
              <a:spLocks noChangeArrowheads="1"/>
            </p:cNvSpPr>
            <p:nvPr/>
          </p:nvSpPr>
          <p:spPr bwMode="auto">
            <a:xfrm>
              <a:off x="501" y="2055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5</a:t>
              </a:r>
            </a:p>
          </p:txBody>
        </p:sp>
        <p:sp>
          <p:nvSpPr>
            <p:cNvPr id="112" name="Text Box 107"/>
            <p:cNvSpPr txBox="1">
              <a:spLocks noChangeArrowheads="1"/>
            </p:cNvSpPr>
            <p:nvPr/>
          </p:nvSpPr>
          <p:spPr bwMode="auto">
            <a:xfrm>
              <a:off x="781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23</a:t>
              </a:r>
            </a:p>
          </p:txBody>
        </p:sp>
        <p:sp>
          <p:nvSpPr>
            <p:cNvPr id="113" name="Text Box 108"/>
            <p:cNvSpPr txBox="1">
              <a:spLocks noChangeArrowheads="1"/>
            </p:cNvSpPr>
            <p:nvPr/>
          </p:nvSpPr>
          <p:spPr bwMode="auto">
            <a:xfrm>
              <a:off x="1039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12</a:t>
              </a:r>
            </a:p>
          </p:txBody>
        </p:sp>
        <p:sp>
          <p:nvSpPr>
            <p:cNvPr id="114" name="Text Box 109"/>
            <p:cNvSpPr txBox="1">
              <a:spLocks noChangeArrowheads="1"/>
            </p:cNvSpPr>
            <p:nvPr/>
          </p:nvSpPr>
          <p:spPr bwMode="auto">
            <a:xfrm>
              <a:off x="131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44</a:t>
              </a:r>
            </a:p>
          </p:txBody>
        </p:sp>
        <p:sp>
          <p:nvSpPr>
            <p:cNvPr id="115" name="Text Box 110"/>
            <p:cNvSpPr txBox="1">
              <a:spLocks noChangeArrowheads="1"/>
            </p:cNvSpPr>
            <p:nvPr/>
          </p:nvSpPr>
          <p:spPr bwMode="auto">
            <a:xfrm>
              <a:off x="158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90</a:t>
              </a:r>
            </a:p>
          </p:txBody>
        </p:sp>
        <p:sp>
          <p:nvSpPr>
            <p:cNvPr id="116" name="Text Box 111"/>
            <p:cNvSpPr txBox="1">
              <a:spLocks noChangeArrowheads="1"/>
            </p:cNvSpPr>
            <p:nvPr/>
          </p:nvSpPr>
          <p:spPr bwMode="auto">
            <a:xfrm>
              <a:off x="1862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38</a:t>
              </a:r>
            </a:p>
          </p:txBody>
        </p:sp>
        <p:sp>
          <p:nvSpPr>
            <p:cNvPr id="117" name="Text Box 112"/>
            <p:cNvSpPr txBox="1">
              <a:spLocks noChangeArrowheads="1"/>
            </p:cNvSpPr>
            <p:nvPr/>
          </p:nvSpPr>
          <p:spPr bwMode="auto">
            <a:xfrm>
              <a:off x="2133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84</a:t>
              </a:r>
            </a:p>
          </p:txBody>
        </p:sp>
        <p:sp>
          <p:nvSpPr>
            <p:cNvPr id="118" name="Text Box 113"/>
            <p:cNvSpPr txBox="1">
              <a:spLocks noChangeArrowheads="1"/>
            </p:cNvSpPr>
            <p:nvPr/>
          </p:nvSpPr>
          <p:spPr bwMode="auto">
            <a:xfrm>
              <a:off x="2407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77</a:t>
              </a:r>
            </a:p>
          </p:txBody>
        </p:sp>
      </p:grpSp>
      <p:grpSp>
        <p:nvGrpSpPr>
          <p:cNvPr id="119" name="Group 114"/>
          <p:cNvGrpSpPr>
            <a:grpSpLocks/>
          </p:cNvGrpSpPr>
          <p:nvPr/>
        </p:nvGrpSpPr>
        <p:grpSpPr bwMode="auto">
          <a:xfrm>
            <a:off x="4960938" y="2614613"/>
            <a:ext cx="3900487" cy="401637"/>
            <a:chOff x="219" y="2024"/>
            <a:chExt cx="2457" cy="253"/>
          </a:xfrm>
        </p:grpSpPr>
        <p:sp>
          <p:nvSpPr>
            <p:cNvPr id="120" name="Rectangle 115"/>
            <p:cNvSpPr>
              <a:spLocks noChangeArrowheads="1"/>
            </p:cNvSpPr>
            <p:nvPr/>
          </p:nvSpPr>
          <p:spPr bwMode="auto">
            <a:xfrm>
              <a:off x="219" y="2025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121" name="Line 116"/>
            <p:cNvSpPr>
              <a:spLocks noChangeShapeType="1"/>
            </p:cNvSpPr>
            <p:nvPr/>
          </p:nvSpPr>
          <p:spPr bwMode="auto">
            <a:xfrm>
              <a:off x="488" y="2024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2" name="Line 117"/>
            <p:cNvSpPr>
              <a:spLocks noChangeShapeType="1"/>
            </p:cNvSpPr>
            <p:nvPr/>
          </p:nvSpPr>
          <p:spPr bwMode="auto">
            <a:xfrm>
              <a:off x="761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3" name="Line 118"/>
            <p:cNvSpPr>
              <a:spLocks noChangeShapeType="1"/>
            </p:cNvSpPr>
            <p:nvPr/>
          </p:nvSpPr>
          <p:spPr bwMode="auto">
            <a:xfrm>
              <a:off x="1034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4" name="Line 119"/>
            <p:cNvSpPr>
              <a:spLocks noChangeShapeType="1"/>
            </p:cNvSpPr>
            <p:nvPr/>
          </p:nvSpPr>
          <p:spPr bwMode="auto">
            <a:xfrm>
              <a:off x="1307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5" name="Line 120"/>
            <p:cNvSpPr>
              <a:spLocks noChangeShapeType="1"/>
            </p:cNvSpPr>
            <p:nvPr/>
          </p:nvSpPr>
          <p:spPr bwMode="auto">
            <a:xfrm>
              <a:off x="1580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6" name="Line 121"/>
            <p:cNvSpPr>
              <a:spLocks noChangeShapeType="1"/>
            </p:cNvSpPr>
            <p:nvPr/>
          </p:nvSpPr>
          <p:spPr bwMode="auto">
            <a:xfrm>
              <a:off x="1853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7" name="Line 122"/>
            <p:cNvSpPr>
              <a:spLocks noChangeShapeType="1"/>
            </p:cNvSpPr>
            <p:nvPr/>
          </p:nvSpPr>
          <p:spPr bwMode="auto">
            <a:xfrm>
              <a:off x="2126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8" name="Line 123"/>
            <p:cNvSpPr>
              <a:spLocks noChangeShapeType="1"/>
            </p:cNvSpPr>
            <p:nvPr/>
          </p:nvSpPr>
          <p:spPr bwMode="auto">
            <a:xfrm>
              <a:off x="2398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9" name="Text Box 124"/>
            <p:cNvSpPr txBox="1">
              <a:spLocks noChangeArrowheads="1"/>
            </p:cNvSpPr>
            <p:nvPr/>
          </p:nvSpPr>
          <p:spPr bwMode="auto">
            <a:xfrm>
              <a:off x="22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17</a:t>
              </a:r>
            </a:p>
          </p:txBody>
        </p:sp>
        <p:sp>
          <p:nvSpPr>
            <p:cNvPr id="130" name="Text Box 125"/>
            <p:cNvSpPr txBox="1">
              <a:spLocks noChangeArrowheads="1"/>
            </p:cNvSpPr>
            <p:nvPr/>
          </p:nvSpPr>
          <p:spPr bwMode="auto">
            <a:xfrm>
              <a:off x="501" y="2055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5</a:t>
              </a:r>
            </a:p>
          </p:txBody>
        </p:sp>
        <p:sp>
          <p:nvSpPr>
            <p:cNvPr id="131" name="Text Box 126"/>
            <p:cNvSpPr txBox="1">
              <a:spLocks noChangeArrowheads="1"/>
            </p:cNvSpPr>
            <p:nvPr/>
          </p:nvSpPr>
          <p:spPr bwMode="auto">
            <a:xfrm>
              <a:off x="781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23</a:t>
              </a:r>
            </a:p>
          </p:txBody>
        </p:sp>
        <p:sp>
          <p:nvSpPr>
            <p:cNvPr id="132" name="Text Box 127"/>
            <p:cNvSpPr txBox="1">
              <a:spLocks noChangeArrowheads="1"/>
            </p:cNvSpPr>
            <p:nvPr/>
          </p:nvSpPr>
          <p:spPr bwMode="auto">
            <a:xfrm>
              <a:off x="1039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12</a:t>
              </a:r>
            </a:p>
          </p:txBody>
        </p:sp>
        <p:sp>
          <p:nvSpPr>
            <p:cNvPr id="133" name="Text Box 128"/>
            <p:cNvSpPr txBox="1">
              <a:spLocks noChangeArrowheads="1"/>
            </p:cNvSpPr>
            <p:nvPr/>
          </p:nvSpPr>
          <p:spPr bwMode="auto">
            <a:xfrm>
              <a:off x="131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44</a:t>
              </a:r>
            </a:p>
          </p:txBody>
        </p:sp>
        <p:sp>
          <p:nvSpPr>
            <p:cNvPr id="134" name="Text Box 129"/>
            <p:cNvSpPr txBox="1">
              <a:spLocks noChangeArrowheads="1"/>
            </p:cNvSpPr>
            <p:nvPr/>
          </p:nvSpPr>
          <p:spPr bwMode="auto">
            <a:xfrm>
              <a:off x="158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38</a:t>
              </a:r>
            </a:p>
          </p:txBody>
        </p:sp>
        <p:sp>
          <p:nvSpPr>
            <p:cNvPr id="135" name="Text Box 130"/>
            <p:cNvSpPr txBox="1">
              <a:spLocks noChangeArrowheads="1"/>
            </p:cNvSpPr>
            <p:nvPr/>
          </p:nvSpPr>
          <p:spPr bwMode="auto">
            <a:xfrm>
              <a:off x="1862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90</a:t>
              </a:r>
            </a:p>
          </p:txBody>
        </p:sp>
        <p:sp>
          <p:nvSpPr>
            <p:cNvPr id="136" name="Text Box 131"/>
            <p:cNvSpPr txBox="1">
              <a:spLocks noChangeArrowheads="1"/>
            </p:cNvSpPr>
            <p:nvPr/>
          </p:nvSpPr>
          <p:spPr bwMode="auto">
            <a:xfrm>
              <a:off x="2133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84</a:t>
              </a:r>
            </a:p>
          </p:txBody>
        </p:sp>
        <p:sp>
          <p:nvSpPr>
            <p:cNvPr id="137" name="Text Box 132"/>
            <p:cNvSpPr txBox="1">
              <a:spLocks noChangeArrowheads="1"/>
            </p:cNvSpPr>
            <p:nvPr/>
          </p:nvSpPr>
          <p:spPr bwMode="auto">
            <a:xfrm>
              <a:off x="2407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77</a:t>
              </a:r>
            </a:p>
          </p:txBody>
        </p:sp>
      </p:grpSp>
      <p:grpSp>
        <p:nvGrpSpPr>
          <p:cNvPr id="138" name="Group 133"/>
          <p:cNvGrpSpPr>
            <a:grpSpLocks/>
          </p:cNvGrpSpPr>
          <p:nvPr/>
        </p:nvGrpSpPr>
        <p:grpSpPr bwMode="auto">
          <a:xfrm>
            <a:off x="4938713" y="3824288"/>
            <a:ext cx="3900487" cy="401637"/>
            <a:chOff x="219" y="2024"/>
            <a:chExt cx="2457" cy="253"/>
          </a:xfrm>
        </p:grpSpPr>
        <p:sp>
          <p:nvSpPr>
            <p:cNvPr id="139" name="Rectangle 134"/>
            <p:cNvSpPr>
              <a:spLocks noChangeArrowheads="1"/>
            </p:cNvSpPr>
            <p:nvPr/>
          </p:nvSpPr>
          <p:spPr bwMode="auto">
            <a:xfrm>
              <a:off x="219" y="2025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140" name="Line 135"/>
            <p:cNvSpPr>
              <a:spLocks noChangeShapeType="1"/>
            </p:cNvSpPr>
            <p:nvPr/>
          </p:nvSpPr>
          <p:spPr bwMode="auto">
            <a:xfrm>
              <a:off x="488" y="2024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1" name="Line 136"/>
            <p:cNvSpPr>
              <a:spLocks noChangeShapeType="1"/>
            </p:cNvSpPr>
            <p:nvPr/>
          </p:nvSpPr>
          <p:spPr bwMode="auto">
            <a:xfrm>
              <a:off x="761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2" name="Line 137"/>
            <p:cNvSpPr>
              <a:spLocks noChangeShapeType="1"/>
            </p:cNvSpPr>
            <p:nvPr/>
          </p:nvSpPr>
          <p:spPr bwMode="auto">
            <a:xfrm>
              <a:off x="1034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3" name="Line 138"/>
            <p:cNvSpPr>
              <a:spLocks noChangeShapeType="1"/>
            </p:cNvSpPr>
            <p:nvPr/>
          </p:nvSpPr>
          <p:spPr bwMode="auto">
            <a:xfrm>
              <a:off x="1307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4" name="Line 139"/>
            <p:cNvSpPr>
              <a:spLocks noChangeShapeType="1"/>
            </p:cNvSpPr>
            <p:nvPr/>
          </p:nvSpPr>
          <p:spPr bwMode="auto">
            <a:xfrm>
              <a:off x="1580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5" name="Line 140"/>
            <p:cNvSpPr>
              <a:spLocks noChangeShapeType="1"/>
            </p:cNvSpPr>
            <p:nvPr/>
          </p:nvSpPr>
          <p:spPr bwMode="auto">
            <a:xfrm>
              <a:off x="1853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6" name="Line 141"/>
            <p:cNvSpPr>
              <a:spLocks noChangeShapeType="1"/>
            </p:cNvSpPr>
            <p:nvPr/>
          </p:nvSpPr>
          <p:spPr bwMode="auto">
            <a:xfrm>
              <a:off x="2126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7" name="Line 142"/>
            <p:cNvSpPr>
              <a:spLocks noChangeShapeType="1"/>
            </p:cNvSpPr>
            <p:nvPr/>
          </p:nvSpPr>
          <p:spPr bwMode="auto">
            <a:xfrm>
              <a:off x="2398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8" name="Text Box 143"/>
            <p:cNvSpPr txBox="1">
              <a:spLocks noChangeArrowheads="1"/>
            </p:cNvSpPr>
            <p:nvPr/>
          </p:nvSpPr>
          <p:spPr bwMode="auto">
            <a:xfrm>
              <a:off x="22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17</a:t>
              </a:r>
            </a:p>
          </p:txBody>
        </p:sp>
        <p:sp>
          <p:nvSpPr>
            <p:cNvPr id="149" name="Text Box 144"/>
            <p:cNvSpPr txBox="1">
              <a:spLocks noChangeArrowheads="1"/>
            </p:cNvSpPr>
            <p:nvPr/>
          </p:nvSpPr>
          <p:spPr bwMode="auto">
            <a:xfrm>
              <a:off x="501" y="2055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5</a:t>
              </a:r>
            </a:p>
          </p:txBody>
        </p:sp>
        <p:sp>
          <p:nvSpPr>
            <p:cNvPr id="150" name="Text Box 145"/>
            <p:cNvSpPr txBox="1">
              <a:spLocks noChangeArrowheads="1"/>
            </p:cNvSpPr>
            <p:nvPr/>
          </p:nvSpPr>
          <p:spPr bwMode="auto">
            <a:xfrm>
              <a:off x="781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23</a:t>
              </a:r>
            </a:p>
          </p:txBody>
        </p:sp>
        <p:sp>
          <p:nvSpPr>
            <p:cNvPr id="151" name="Text Box 146"/>
            <p:cNvSpPr txBox="1">
              <a:spLocks noChangeArrowheads="1"/>
            </p:cNvSpPr>
            <p:nvPr/>
          </p:nvSpPr>
          <p:spPr bwMode="auto">
            <a:xfrm>
              <a:off x="1039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12</a:t>
              </a:r>
            </a:p>
          </p:txBody>
        </p:sp>
        <p:sp>
          <p:nvSpPr>
            <p:cNvPr id="152" name="Text Box 147"/>
            <p:cNvSpPr txBox="1">
              <a:spLocks noChangeArrowheads="1"/>
            </p:cNvSpPr>
            <p:nvPr/>
          </p:nvSpPr>
          <p:spPr bwMode="auto">
            <a:xfrm>
              <a:off x="131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44</a:t>
              </a:r>
            </a:p>
          </p:txBody>
        </p:sp>
        <p:sp>
          <p:nvSpPr>
            <p:cNvPr id="153" name="Text Box 148"/>
            <p:cNvSpPr txBox="1">
              <a:spLocks noChangeArrowheads="1"/>
            </p:cNvSpPr>
            <p:nvPr/>
          </p:nvSpPr>
          <p:spPr bwMode="auto">
            <a:xfrm>
              <a:off x="158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38</a:t>
              </a:r>
            </a:p>
          </p:txBody>
        </p:sp>
        <p:sp>
          <p:nvSpPr>
            <p:cNvPr id="154" name="Text Box 149"/>
            <p:cNvSpPr txBox="1">
              <a:spLocks noChangeArrowheads="1"/>
            </p:cNvSpPr>
            <p:nvPr/>
          </p:nvSpPr>
          <p:spPr bwMode="auto">
            <a:xfrm>
              <a:off x="1862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84</a:t>
              </a:r>
            </a:p>
          </p:txBody>
        </p:sp>
        <p:sp>
          <p:nvSpPr>
            <p:cNvPr id="155" name="Text Box 150"/>
            <p:cNvSpPr txBox="1">
              <a:spLocks noChangeArrowheads="1"/>
            </p:cNvSpPr>
            <p:nvPr/>
          </p:nvSpPr>
          <p:spPr bwMode="auto">
            <a:xfrm>
              <a:off x="213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90</a:t>
              </a:r>
            </a:p>
          </p:txBody>
        </p:sp>
        <p:sp>
          <p:nvSpPr>
            <p:cNvPr id="156" name="Text Box 151"/>
            <p:cNvSpPr txBox="1">
              <a:spLocks noChangeArrowheads="1"/>
            </p:cNvSpPr>
            <p:nvPr/>
          </p:nvSpPr>
          <p:spPr bwMode="auto">
            <a:xfrm>
              <a:off x="2407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77</a:t>
              </a:r>
            </a:p>
          </p:txBody>
        </p:sp>
      </p:grpSp>
      <p:grpSp>
        <p:nvGrpSpPr>
          <p:cNvPr id="157" name="Group 152"/>
          <p:cNvGrpSpPr>
            <a:grpSpLocks/>
          </p:cNvGrpSpPr>
          <p:nvPr/>
        </p:nvGrpSpPr>
        <p:grpSpPr bwMode="auto">
          <a:xfrm>
            <a:off x="5011738" y="4962525"/>
            <a:ext cx="3902075" cy="401638"/>
            <a:chOff x="219" y="2024"/>
            <a:chExt cx="2458" cy="253"/>
          </a:xfrm>
        </p:grpSpPr>
        <p:sp>
          <p:nvSpPr>
            <p:cNvPr id="158" name="Rectangle 153"/>
            <p:cNvSpPr>
              <a:spLocks noChangeArrowheads="1"/>
            </p:cNvSpPr>
            <p:nvPr/>
          </p:nvSpPr>
          <p:spPr bwMode="auto">
            <a:xfrm>
              <a:off x="219" y="2025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159" name="Line 154"/>
            <p:cNvSpPr>
              <a:spLocks noChangeShapeType="1"/>
            </p:cNvSpPr>
            <p:nvPr/>
          </p:nvSpPr>
          <p:spPr bwMode="auto">
            <a:xfrm>
              <a:off x="488" y="2024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0" name="Line 155"/>
            <p:cNvSpPr>
              <a:spLocks noChangeShapeType="1"/>
            </p:cNvSpPr>
            <p:nvPr/>
          </p:nvSpPr>
          <p:spPr bwMode="auto">
            <a:xfrm>
              <a:off x="761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1" name="Line 156"/>
            <p:cNvSpPr>
              <a:spLocks noChangeShapeType="1"/>
            </p:cNvSpPr>
            <p:nvPr/>
          </p:nvSpPr>
          <p:spPr bwMode="auto">
            <a:xfrm>
              <a:off x="1034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2" name="Line 157"/>
            <p:cNvSpPr>
              <a:spLocks noChangeShapeType="1"/>
            </p:cNvSpPr>
            <p:nvPr/>
          </p:nvSpPr>
          <p:spPr bwMode="auto">
            <a:xfrm>
              <a:off x="1307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3" name="Line 158"/>
            <p:cNvSpPr>
              <a:spLocks noChangeShapeType="1"/>
            </p:cNvSpPr>
            <p:nvPr/>
          </p:nvSpPr>
          <p:spPr bwMode="auto">
            <a:xfrm>
              <a:off x="1580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4" name="Line 159"/>
            <p:cNvSpPr>
              <a:spLocks noChangeShapeType="1"/>
            </p:cNvSpPr>
            <p:nvPr/>
          </p:nvSpPr>
          <p:spPr bwMode="auto">
            <a:xfrm>
              <a:off x="1853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5" name="Line 160"/>
            <p:cNvSpPr>
              <a:spLocks noChangeShapeType="1"/>
            </p:cNvSpPr>
            <p:nvPr/>
          </p:nvSpPr>
          <p:spPr bwMode="auto">
            <a:xfrm>
              <a:off x="2126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6" name="Line 161"/>
            <p:cNvSpPr>
              <a:spLocks noChangeShapeType="1"/>
            </p:cNvSpPr>
            <p:nvPr/>
          </p:nvSpPr>
          <p:spPr bwMode="auto">
            <a:xfrm>
              <a:off x="2398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7" name="Text Box 162"/>
            <p:cNvSpPr txBox="1">
              <a:spLocks noChangeArrowheads="1"/>
            </p:cNvSpPr>
            <p:nvPr/>
          </p:nvSpPr>
          <p:spPr bwMode="auto">
            <a:xfrm>
              <a:off x="22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17</a:t>
              </a:r>
            </a:p>
          </p:txBody>
        </p:sp>
        <p:sp>
          <p:nvSpPr>
            <p:cNvPr id="168" name="Text Box 163"/>
            <p:cNvSpPr txBox="1">
              <a:spLocks noChangeArrowheads="1"/>
            </p:cNvSpPr>
            <p:nvPr/>
          </p:nvSpPr>
          <p:spPr bwMode="auto">
            <a:xfrm>
              <a:off x="501" y="2055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5</a:t>
              </a:r>
            </a:p>
          </p:txBody>
        </p:sp>
        <p:sp>
          <p:nvSpPr>
            <p:cNvPr id="169" name="Text Box 164"/>
            <p:cNvSpPr txBox="1">
              <a:spLocks noChangeArrowheads="1"/>
            </p:cNvSpPr>
            <p:nvPr/>
          </p:nvSpPr>
          <p:spPr bwMode="auto">
            <a:xfrm>
              <a:off x="781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23</a:t>
              </a:r>
            </a:p>
          </p:txBody>
        </p:sp>
        <p:sp>
          <p:nvSpPr>
            <p:cNvPr id="170" name="Text Box 165"/>
            <p:cNvSpPr txBox="1">
              <a:spLocks noChangeArrowheads="1"/>
            </p:cNvSpPr>
            <p:nvPr/>
          </p:nvSpPr>
          <p:spPr bwMode="auto">
            <a:xfrm>
              <a:off x="1039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12</a:t>
              </a:r>
            </a:p>
          </p:txBody>
        </p:sp>
        <p:sp>
          <p:nvSpPr>
            <p:cNvPr id="171" name="Text Box 166"/>
            <p:cNvSpPr txBox="1">
              <a:spLocks noChangeArrowheads="1"/>
            </p:cNvSpPr>
            <p:nvPr/>
          </p:nvSpPr>
          <p:spPr bwMode="auto">
            <a:xfrm>
              <a:off x="131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44</a:t>
              </a:r>
            </a:p>
          </p:txBody>
        </p:sp>
        <p:sp>
          <p:nvSpPr>
            <p:cNvPr id="172" name="Text Box 167"/>
            <p:cNvSpPr txBox="1">
              <a:spLocks noChangeArrowheads="1"/>
            </p:cNvSpPr>
            <p:nvPr/>
          </p:nvSpPr>
          <p:spPr bwMode="auto">
            <a:xfrm>
              <a:off x="158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38</a:t>
              </a:r>
            </a:p>
          </p:txBody>
        </p:sp>
        <p:sp>
          <p:nvSpPr>
            <p:cNvPr id="173" name="Text Box 168"/>
            <p:cNvSpPr txBox="1">
              <a:spLocks noChangeArrowheads="1"/>
            </p:cNvSpPr>
            <p:nvPr/>
          </p:nvSpPr>
          <p:spPr bwMode="auto">
            <a:xfrm>
              <a:off x="1862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84</a:t>
              </a:r>
            </a:p>
          </p:txBody>
        </p:sp>
        <p:sp>
          <p:nvSpPr>
            <p:cNvPr id="174" name="Text Box 169"/>
            <p:cNvSpPr txBox="1">
              <a:spLocks noChangeArrowheads="1"/>
            </p:cNvSpPr>
            <p:nvPr/>
          </p:nvSpPr>
          <p:spPr bwMode="auto">
            <a:xfrm>
              <a:off x="213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77</a:t>
              </a:r>
            </a:p>
          </p:txBody>
        </p:sp>
        <p:sp>
          <p:nvSpPr>
            <p:cNvPr id="175" name="Text Box 170"/>
            <p:cNvSpPr txBox="1">
              <a:spLocks noChangeArrowheads="1"/>
            </p:cNvSpPr>
            <p:nvPr/>
          </p:nvSpPr>
          <p:spPr bwMode="auto">
            <a:xfrm>
              <a:off x="2407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90</a:t>
              </a:r>
            </a:p>
          </p:txBody>
        </p:sp>
      </p:grpSp>
      <p:sp>
        <p:nvSpPr>
          <p:cNvPr id="176" name="Freeform 171"/>
          <p:cNvSpPr>
            <a:spLocks/>
          </p:cNvSpPr>
          <p:nvPr/>
        </p:nvSpPr>
        <p:spPr bwMode="auto">
          <a:xfrm>
            <a:off x="1422400" y="4240213"/>
            <a:ext cx="368300" cy="241300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77" name="Group 172"/>
          <p:cNvGrpSpPr>
            <a:grpSpLocks/>
          </p:cNvGrpSpPr>
          <p:nvPr/>
        </p:nvGrpSpPr>
        <p:grpSpPr bwMode="auto">
          <a:xfrm>
            <a:off x="584200" y="1965325"/>
            <a:ext cx="1360488" cy="341313"/>
            <a:chOff x="368" y="1238"/>
            <a:chExt cx="857" cy="215"/>
          </a:xfrm>
        </p:grpSpPr>
        <p:sp>
          <p:nvSpPr>
            <p:cNvPr id="178" name="Freeform 173"/>
            <p:cNvSpPr>
              <a:spLocks/>
            </p:cNvSpPr>
            <p:nvPr/>
          </p:nvSpPr>
          <p:spPr bwMode="auto">
            <a:xfrm>
              <a:off x="368" y="1238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79" name="Text Box 174"/>
            <p:cNvSpPr txBox="1">
              <a:spLocks noChangeArrowheads="1"/>
            </p:cNvSpPr>
            <p:nvPr/>
          </p:nvSpPr>
          <p:spPr bwMode="auto">
            <a:xfrm>
              <a:off x="639" y="1261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</p:grpSp>
      <p:sp>
        <p:nvSpPr>
          <p:cNvPr id="180" name="Text Box 175"/>
          <p:cNvSpPr txBox="1">
            <a:spLocks noChangeArrowheads="1"/>
          </p:cNvSpPr>
          <p:nvPr/>
        </p:nvSpPr>
        <p:spPr bwMode="auto">
          <a:xfrm>
            <a:off x="1398588" y="4422775"/>
            <a:ext cx="3698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400">
                <a:solidFill>
                  <a:schemeClr val="tx2"/>
                </a:solidFill>
                <a:latin typeface="Tahoma" pitchFamily="34" charset="0"/>
                <a:ea typeface="ＭＳ Ｐゴシック" pitchFamily="34" charset="-128"/>
              </a:rPr>
              <a:t>ok</a:t>
            </a:r>
          </a:p>
        </p:txBody>
      </p:sp>
      <p:sp>
        <p:nvSpPr>
          <p:cNvPr id="181" name="Freeform 176"/>
          <p:cNvSpPr>
            <a:spLocks/>
          </p:cNvSpPr>
          <p:nvPr/>
        </p:nvSpPr>
        <p:spPr bwMode="auto">
          <a:xfrm>
            <a:off x="984250" y="3127375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82" name="Group 177"/>
          <p:cNvGrpSpPr>
            <a:grpSpLocks/>
          </p:cNvGrpSpPr>
          <p:nvPr/>
        </p:nvGrpSpPr>
        <p:grpSpPr bwMode="auto">
          <a:xfrm>
            <a:off x="984250" y="3127375"/>
            <a:ext cx="1438275" cy="317500"/>
            <a:chOff x="620" y="1970"/>
            <a:chExt cx="906" cy="200"/>
          </a:xfrm>
        </p:grpSpPr>
        <p:sp>
          <p:nvSpPr>
            <p:cNvPr id="183" name="Text Box 178"/>
            <p:cNvSpPr txBox="1">
              <a:spLocks noChangeArrowheads="1"/>
            </p:cNvSpPr>
            <p:nvPr/>
          </p:nvSpPr>
          <p:spPr bwMode="auto">
            <a:xfrm>
              <a:off x="940" y="1978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  <p:sp>
          <p:nvSpPr>
            <p:cNvPr id="184" name="Freeform 179"/>
            <p:cNvSpPr>
              <a:spLocks/>
            </p:cNvSpPr>
            <p:nvPr/>
          </p:nvSpPr>
          <p:spPr bwMode="auto">
            <a:xfrm>
              <a:off x="620" y="1970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</p:grpSp>
      <p:sp>
        <p:nvSpPr>
          <p:cNvPr id="185" name="Freeform 180"/>
          <p:cNvSpPr>
            <a:spLocks/>
          </p:cNvSpPr>
          <p:nvPr/>
        </p:nvSpPr>
        <p:spPr bwMode="auto">
          <a:xfrm>
            <a:off x="1920875" y="4219575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86" name="Group 181"/>
          <p:cNvGrpSpPr>
            <a:grpSpLocks/>
          </p:cNvGrpSpPr>
          <p:nvPr/>
        </p:nvGrpSpPr>
        <p:grpSpPr bwMode="auto">
          <a:xfrm>
            <a:off x="1920875" y="4219575"/>
            <a:ext cx="1333500" cy="331788"/>
            <a:chOff x="1210" y="2658"/>
            <a:chExt cx="840" cy="209"/>
          </a:xfrm>
        </p:grpSpPr>
        <p:sp>
          <p:nvSpPr>
            <p:cNvPr id="187" name="Text Box 182"/>
            <p:cNvSpPr txBox="1">
              <a:spLocks noChangeArrowheads="1"/>
            </p:cNvSpPr>
            <p:nvPr/>
          </p:nvSpPr>
          <p:spPr bwMode="auto">
            <a:xfrm>
              <a:off x="1464" y="2675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  <p:sp>
          <p:nvSpPr>
            <p:cNvPr id="188" name="Freeform 183"/>
            <p:cNvSpPr>
              <a:spLocks/>
            </p:cNvSpPr>
            <p:nvPr/>
          </p:nvSpPr>
          <p:spPr bwMode="auto">
            <a:xfrm>
              <a:off x="1210" y="2658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</p:grpSp>
      <p:sp>
        <p:nvSpPr>
          <p:cNvPr id="189" name="Freeform 184"/>
          <p:cNvSpPr>
            <a:spLocks/>
          </p:cNvSpPr>
          <p:nvPr/>
        </p:nvSpPr>
        <p:spPr bwMode="auto">
          <a:xfrm>
            <a:off x="2295525" y="5451475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90" name="Group 185"/>
          <p:cNvGrpSpPr>
            <a:grpSpLocks/>
          </p:cNvGrpSpPr>
          <p:nvPr/>
        </p:nvGrpSpPr>
        <p:grpSpPr bwMode="auto">
          <a:xfrm>
            <a:off x="2295525" y="5451475"/>
            <a:ext cx="1385888" cy="339725"/>
            <a:chOff x="1446" y="3434"/>
            <a:chExt cx="873" cy="214"/>
          </a:xfrm>
        </p:grpSpPr>
        <p:sp>
          <p:nvSpPr>
            <p:cNvPr id="191" name="Text Box 186"/>
            <p:cNvSpPr txBox="1">
              <a:spLocks noChangeArrowheads="1"/>
            </p:cNvSpPr>
            <p:nvPr/>
          </p:nvSpPr>
          <p:spPr bwMode="auto">
            <a:xfrm>
              <a:off x="1733" y="3456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  <p:sp>
          <p:nvSpPr>
            <p:cNvPr id="192" name="Freeform 187"/>
            <p:cNvSpPr>
              <a:spLocks/>
            </p:cNvSpPr>
            <p:nvPr/>
          </p:nvSpPr>
          <p:spPr bwMode="auto">
            <a:xfrm>
              <a:off x="1446" y="3434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</p:grpSp>
      <p:sp>
        <p:nvSpPr>
          <p:cNvPr id="193" name="Freeform 188"/>
          <p:cNvSpPr>
            <a:spLocks/>
          </p:cNvSpPr>
          <p:nvPr/>
        </p:nvSpPr>
        <p:spPr bwMode="auto">
          <a:xfrm>
            <a:off x="7294563" y="1997075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94" name="Group 189"/>
          <p:cNvGrpSpPr>
            <a:grpSpLocks/>
          </p:cNvGrpSpPr>
          <p:nvPr/>
        </p:nvGrpSpPr>
        <p:grpSpPr bwMode="auto">
          <a:xfrm>
            <a:off x="6318250" y="1997075"/>
            <a:ext cx="1350963" cy="390525"/>
            <a:chOff x="3980" y="1258"/>
            <a:chExt cx="851" cy="246"/>
          </a:xfrm>
        </p:grpSpPr>
        <p:sp>
          <p:nvSpPr>
            <p:cNvPr id="195" name="Text Box 190"/>
            <p:cNvSpPr txBox="1">
              <a:spLocks noChangeArrowheads="1"/>
            </p:cNvSpPr>
            <p:nvPr/>
          </p:nvSpPr>
          <p:spPr bwMode="auto">
            <a:xfrm>
              <a:off x="3980" y="1312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  <p:sp>
          <p:nvSpPr>
            <p:cNvPr id="196" name="Freeform 191"/>
            <p:cNvSpPr>
              <a:spLocks/>
            </p:cNvSpPr>
            <p:nvPr/>
          </p:nvSpPr>
          <p:spPr bwMode="auto">
            <a:xfrm>
              <a:off x="4595" y="1258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</p:grpSp>
      <p:sp>
        <p:nvSpPr>
          <p:cNvPr id="197" name="Freeform 192"/>
          <p:cNvSpPr>
            <a:spLocks/>
          </p:cNvSpPr>
          <p:nvPr/>
        </p:nvSpPr>
        <p:spPr bwMode="auto">
          <a:xfrm>
            <a:off x="7742238" y="3146425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98" name="Group 193"/>
          <p:cNvGrpSpPr>
            <a:grpSpLocks/>
          </p:cNvGrpSpPr>
          <p:nvPr/>
        </p:nvGrpSpPr>
        <p:grpSpPr bwMode="auto">
          <a:xfrm>
            <a:off x="6734175" y="3146425"/>
            <a:ext cx="1382713" cy="339725"/>
            <a:chOff x="4242" y="1982"/>
            <a:chExt cx="871" cy="214"/>
          </a:xfrm>
        </p:grpSpPr>
        <p:sp>
          <p:nvSpPr>
            <p:cNvPr id="199" name="Text Box 194"/>
            <p:cNvSpPr txBox="1">
              <a:spLocks noChangeArrowheads="1"/>
            </p:cNvSpPr>
            <p:nvPr/>
          </p:nvSpPr>
          <p:spPr bwMode="auto">
            <a:xfrm>
              <a:off x="4242" y="2004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  <p:sp>
          <p:nvSpPr>
            <p:cNvPr id="200" name="Freeform 195"/>
            <p:cNvSpPr>
              <a:spLocks/>
            </p:cNvSpPr>
            <p:nvPr/>
          </p:nvSpPr>
          <p:spPr bwMode="auto">
            <a:xfrm>
              <a:off x="4877" y="1982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</p:grpSp>
      <p:sp>
        <p:nvSpPr>
          <p:cNvPr id="201" name="Freeform 196"/>
          <p:cNvSpPr>
            <a:spLocks/>
          </p:cNvSpPr>
          <p:nvPr/>
        </p:nvSpPr>
        <p:spPr bwMode="auto">
          <a:xfrm>
            <a:off x="8231188" y="4395788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202" name="Group 197"/>
          <p:cNvGrpSpPr>
            <a:grpSpLocks/>
          </p:cNvGrpSpPr>
          <p:nvPr/>
        </p:nvGrpSpPr>
        <p:grpSpPr bwMode="auto">
          <a:xfrm>
            <a:off x="7231063" y="4395788"/>
            <a:ext cx="1374775" cy="336550"/>
            <a:chOff x="4555" y="2769"/>
            <a:chExt cx="866" cy="212"/>
          </a:xfrm>
        </p:grpSpPr>
        <p:sp>
          <p:nvSpPr>
            <p:cNvPr id="203" name="Text Box 198"/>
            <p:cNvSpPr txBox="1">
              <a:spLocks noChangeArrowheads="1"/>
            </p:cNvSpPr>
            <p:nvPr/>
          </p:nvSpPr>
          <p:spPr bwMode="auto">
            <a:xfrm>
              <a:off x="4555" y="2789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  <p:sp>
          <p:nvSpPr>
            <p:cNvPr id="204" name="Freeform 199"/>
            <p:cNvSpPr>
              <a:spLocks/>
            </p:cNvSpPr>
            <p:nvPr/>
          </p:nvSpPr>
          <p:spPr bwMode="auto">
            <a:xfrm>
              <a:off x="5185" y="2769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</p:grpSp>
      <p:sp>
        <p:nvSpPr>
          <p:cNvPr id="205" name="Text Box 203"/>
          <p:cNvSpPr txBox="1">
            <a:spLocks noChangeArrowheads="1"/>
          </p:cNvSpPr>
          <p:nvPr/>
        </p:nvSpPr>
        <p:spPr bwMode="auto">
          <a:xfrm>
            <a:off x="7523163" y="5610225"/>
            <a:ext cx="1344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chemeClr val="hlink"/>
                </a:solidFill>
                <a:latin typeface="Tahoma" pitchFamily="34" charset="0"/>
                <a:cs typeface="Tahoma" pitchFamily="34" charset="0"/>
              </a:rPr>
              <a:t>Done!</a:t>
            </a:r>
            <a:endParaRPr lang="en-SG" sz="2400">
              <a:solidFill>
                <a:schemeClr val="hlink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06" name="TextBox 205"/>
          <p:cNvSpPr txBox="1">
            <a:spLocks noChangeArrowheads="1"/>
          </p:cNvSpPr>
          <p:nvPr/>
        </p:nvSpPr>
        <p:spPr bwMode="auto">
          <a:xfrm>
            <a:off x="3768724" y="5561013"/>
            <a:ext cx="3462339" cy="7078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0000FF"/>
                </a:solidFill>
              </a:rPr>
              <a:t>Q: Is the array sorted?</a:t>
            </a:r>
          </a:p>
          <a:p>
            <a:pPr eaLnBrk="1" hangingPunct="1"/>
            <a:r>
              <a:rPr lang="en-US" sz="2000" dirty="0">
                <a:solidFill>
                  <a:srgbClr val="0000FF"/>
                </a:solidFill>
              </a:rPr>
              <a:t>Q: What have we achieved?</a:t>
            </a:r>
            <a:endParaRPr lang="en-SG" sz="2000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004E2C-E36A-1401-2EF7-85AF1C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5659447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6" grpId="0" animBg="1"/>
      <p:bldP spid="180" grpId="0" autoUpdateAnimBg="0"/>
      <p:bldP spid="181" grpId="0" animBg="1"/>
      <p:bldP spid="185" grpId="0" animBg="1"/>
      <p:bldP spid="189" grpId="0" animBg="1"/>
      <p:bldP spid="193" grpId="0" animBg="1"/>
      <p:bldP spid="197" grpId="0" animBg="1"/>
      <p:bldP spid="201" grpId="0" animBg="1"/>
      <p:bldP spid="205" grpId="0"/>
      <p:bldP spid="20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Bubble Sort: Implementation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08" name="TextBox 207"/>
          <p:cNvSpPr txBox="1"/>
          <p:nvPr/>
        </p:nvSpPr>
        <p:spPr bwMode="auto">
          <a:xfrm>
            <a:off x="457199" y="1228725"/>
            <a:ext cx="8027043" cy="40934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bubble_pass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last,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a[]){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&lt; last;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+=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(a[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] &gt; a[i+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]) 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    swap(a,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, i+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endParaRPr lang="en-SG" sz="20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bubble_sort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n,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a[]) 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SG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last = n -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; last &gt;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; last -= </a:t>
            </a:r>
            <a:r>
              <a:rPr lang="en-SG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2000" b="1" dirty="0" err="1">
                <a:latin typeface="Courier New" pitchFamily="49" charset="0"/>
                <a:cs typeface="Courier New" pitchFamily="49" charset="0"/>
              </a:rPr>
              <a:t>bubble_pass</a:t>
            </a:r>
            <a:r>
              <a:rPr lang="en-SG" sz="2000" b="1" dirty="0">
                <a:latin typeface="Courier New" pitchFamily="49" charset="0"/>
                <a:cs typeface="Courier New" pitchFamily="49" charset="0"/>
              </a:rPr>
              <a:t>(last, a);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6373AA-739B-2AE5-2F18-C9C5E557B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709092880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Bubble Sort: Performance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334963" y="1314450"/>
            <a:ext cx="8351837" cy="5353478"/>
          </a:xfrm>
        </p:spPr>
        <p:txBody>
          <a:bodyPr>
            <a:normAutofit/>
          </a:bodyPr>
          <a:lstStyle/>
          <a:p>
            <a:pPr marL="352425" indent="-352425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Let say the length of the list is n.</a:t>
            </a:r>
          </a:p>
          <a:p>
            <a:pPr marL="352425" indent="-352425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Bubble sort requires O(n)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passes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for an array with </a:t>
            </a:r>
            <a:r>
              <a:rPr lang="en-US" i="1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rgbClr val="0000FF"/>
                </a:solidFill>
              </a:rPr>
              <a:t> elements</a:t>
            </a:r>
            <a:r>
              <a:rPr lang="en-US" dirty="0"/>
              <a:t>.</a:t>
            </a: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 each pass, it compares and swaps</a:t>
            </a:r>
          </a:p>
          <a:p>
            <a:pPr marL="626745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number of comparisons is O(n - </a:t>
            </a:r>
            <a:r>
              <a:rPr lang="en-US" dirty="0" err="1"/>
              <a:t>i</a:t>
            </a:r>
            <a:r>
              <a:rPr lang="en-US" dirty="0"/>
              <a:t>).</a:t>
            </a:r>
          </a:p>
          <a:p>
            <a:pPr marL="626745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The number of swaps is not fixed but no more than the number of comparisons</a:t>
            </a:r>
            <a:r>
              <a:rPr lang="en-US" dirty="0"/>
              <a:t>.</a:t>
            </a:r>
            <a:endParaRPr lang="en-US" dirty="0">
              <a:solidFill>
                <a:schemeClr val="tx1"/>
              </a:solidFill>
            </a:endParaRPr>
          </a:p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  <a:p>
            <a:pPr marL="352425" indent="-352425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Total: </a:t>
            </a:r>
            <a:r>
              <a:rPr lang="en-US" b="1" dirty="0">
                <a:solidFill>
                  <a:schemeClr val="tx1"/>
                </a:solidFill>
              </a:rPr>
              <a:t>O(</a:t>
            </a:r>
            <a:r>
              <a:rPr lang="en-US" b="1" i="1" dirty="0"/>
              <a:t>n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  <a:endParaRPr 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200" dirty="0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90525" y="4181475"/>
            <a:ext cx="811688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SG" sz="200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047447"/>
              </p:ext>
            </p:extLst>
          </p:nvPr>
        </p:nvGraphicFramePr>
        <p:xfrm>
          <a:off x="5476081" y="4341223"/>
          <a:ext cx="3121025" cy="2228850"/>
        </p:xfrm>
        <a:graphic>
          <a:graphicData uri="http://schemas.openxmlformats.org/drawingml/2006/table">
            <a:tbl>
              <a:tblPr/>
              <a:tblGrid>
                <a:gridCol w="114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3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Pass</a:t>
                      </a:r>
                      <a:endParaRPr kumimoji="0" lang="en-SG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#steps</a:t>
                      </a:r>
                      <a:endParaRPr kumimoji="0" lang="en-SG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n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 1</a:t>
                      </a:r>
                      <a:endParaRPr kumimoji="0" lang="en-SG" sz="18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– 2 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– 3 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…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…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– 1 </a:t>
                      </a:r>
                      <a:endParaRPr kumimoji="0" lang="en-SG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SG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678C9E-5751-B64F-65A8-134F4D60B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141168943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Insertion 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334963" y="1314450"/>
            <a:ext cx="8382000" cy="5353478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 a card game, we don’t normally sort our cards using Bubble Sort or Selection sort. (Just imagine that!)</a:t>
            </a: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closer algorithm we use is perhaps Insertion Sort.</a:t>
            </a: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idea is to keep inserting the new card into the correct position among the existing cards.</a:t>
            </a:r>
          </a:p>
          <a:p>
            <a:pPr eaLnBrk="1" hangingPunct="1">
              <a:lnSpc>
                <a:spcPct val="90000"/>
              </a:lnSpc>
            </a:pPr>
            <a:endParaRPr lang="en-US" sz="2200" dirty="0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90525" y="4181475"/>
            <a:ext cx="811688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SG" sz="2000"/>
          </a:p>
        </p:txBody>
      </p:sp>
      <p:pic>
        <p:nvPicPr>
          <p:cNvPr id="3" name="Picture 2" descr="A picture containing text, queen, businesscard&#10;&#10;Description automatically generated">
            <a:extLst>
              <a:ext uri="{FF2B5EF4-FFF2-40B4-BE49-F238E27FC236}">
                <a16:creationId xmlns:a16="http://schemas.microsoft.com/office/drawing/2014/main" id="{EE2FD15B-AA9B-43FD-A3DF-6561DA357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733" y="4480174"/>
            <a:ext cx="2835667" cy="212675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89004A-B233-2C38-A599-E43232C9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607063811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Insertion 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90525" y="4181475"/>
            <a:ext cx="811688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SG" sz="200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8D70864A-3031-49A0-A6F2-F45BF672F1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4963" y="1314450"/>
            <a:ext cx="8382000" cy="5353478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Algorithm</a:t>
            </a:r>
          </a:p>
          <a:p>
            <a:pPr marL="626745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Given an array a, on pass </a:t>
            </a:r>
            <a:r>
              <a:rPr lang="en-US" dirty="0" err="1"/>
              <a:t>i</a:t>
            </a:r>
            <a:r>
              <a:rPr lang="en-US" dirty="0"/>
              <a:t>,</a:t>
            </a:r>
          </a:p>
          <a:p>
            <a:pPr marL="626745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Insert a[</a:t>
            </a:r>
            <a:r>
              <a:rPr lang="en-US" dirty="0" err="1"/>
              <a:t>i</a:t>
            </a:r>
            <a:r>
              <a:rPr lang="en-US" dirty="0"/>
              <a:t>] into the correct position in the sorted region to its left, i.e. a[0] … a[i-1]</a:t>
            </a: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pass 1 (assume n = 5)</a:t>
            </a:r>
          </a:p>
          <a:p>
            <a:pPr marL="626745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Compare a[1] with a[0]</a:t>
            </a:r>
          </a:p>
          <a:p>
            <a:pPr marL="626745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If a[1] &lt; a[0], move a[1] to the front of a[0] (shifting needed)</a:t>
            </a:r>
          </a:p>
          <a:p>
            <a:pPr marL="626745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sorted region now consists of two elements: a[0] and a[1].</a:t>
            </a: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sz="2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1FEB3A-C0DD-89A5-A1CD-4D9D6890A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915105772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Insertion 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40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90525" y="4181475"/>
            <a:ext cx="811688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SG" sz="200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8D70864A-3031-49A0-A6F2-F45BF672F1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4963" y="1314450"/>
            <a:ext cx="8382000" cy="5353478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sz="2200" dirty="0"/>
          </a:p>
        </p:txBody>
      </p:sp>
      <p:grpSp>
        <p:nvGrpSpPr>
          <p:cNvPr id="14" name="Group 19">
            <a:extLst>
              <a:ext uri="{FF2B5EF4-FFF2-40B4-BE49-F238E27FC236}">
                <a16:creationId xmlns:a16="http://schemas.microsoft.com/office/drawing/2014/main" id="{F4FFE805-631C-4549-A618-AA681FE4D558}"/>
              </a:ext>
            </a:extLst>
          </p:cNvPr>
          <p:cNvGrpSpPr>
            <a:grpSpLocks/>
          </p:cNvGrpSpPr>
          <p:nvPr/>
        </p:nvGrpSpPr>
        <p:grpSpPr bwMode="auto">
          <a:xfrm>
            <a:off x="2554836" y="3059594"/>
            <a:ext cx="3048000" cy="409575"/>
            <a:chOff x="1344" y="2064"/>
            <a:chExt cx="1920" cy="258"/>
          </a:xfrm>
        </p:grpSpPr>
        <p:sp>
          <p:nvSpPr>
            <p:cNvPr id="15" name="Text Box 20">
              <a:extLst>
                <a:ext uri="{FF2B5EF4-FFF2-40B4-BE49-F238E27FC236}">
                  <a16:creationId xmlns:a16="http://schemas.microsoft.com/office/drawing/2014/main" id="{49E9F815-6FED-475C-BE16-279763C81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5</a:t>
              </a:r>
            </a:p>
          </p:txBody>
        </p: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1989F1DC-5724-4625-B65E-7A48AC6A6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10</a:t>
              </a:r>
            </a:p>
          </p:txBody>
        </p:sp>
        <p:sp>
          <p:nvSpPr>
            <p:cNvPr id="18" name="Text Box 22">
              <a:extLst>
                <a:ext uri="{FF2B5EF4-FFF2-40B4-BE49-F238E27FC236}">
                  <a16:creationId xmlns:a16="http://schemas.microsoft.com/office/drawing/2014/main" id="{DF51DAE4-0283-4148-B674-080D5301E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064"/>
              <a:ext cx="384" cy="258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7</a:t>
              </a:r>
            </a:p>
          </p:txBody>
        </p:sp>
        <p:sp>
          <p:nvSpPr>
            <p:cNvPr id="19" name="Text Box 23">
              <a:extLst>
                <a:ext uri="{FF2B5EF4-FFF2-40B4-BE49-F238E27FC236}">
                  <a16:creationId xmlns:a16="http://schemas.microsoft.com/office/drawing/2014/main" id="{76E0D9DC-B137-4924-8EEA-62ACA049E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064"/>
              <a:ext cx="384" cy="258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1</a:t>
              </a:r>
            </a:p>
          </p:txBody>
        </p:sp>
        <p:sp>
          <p:nvSpPr>
            <p:cNvPr id="20" name="Text Box 24">
              <a:extLst>
                <a:ext uri="{FF2B5EF4-FFF2-40B4-BE49-F238E27FC236}">
                  <a16:creationId xmlns:a16="http://schemas.microsoft.com/office/drawing/2014/main" id="{E56C9623-EAD1-493D-ABA0-7847AF5AE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64"/>
              <a:ext cx="384" cy="258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6</a:t>
              </a:r>
            </a:p>
          </p:txBody>
        </p:sp>
      </p:grpSp>
      <p:grpSp>
        <p:nvGrpSpPr>
          <p:cNvPr id="23" name="Group 33">
            <a:extLst>
              <a:ext uri="{FF2B5EF4-FFF2-40B4-BE49-F238E27FC236}">
                <a16:creationId xmlns:a16="http://schemas.microsoft.com/office/drawing/2014/main" id="{527750FD-B912-4CD6-9454-1E13ADC2EEDF}"/>
              </a:ext>
            </a:extLst>
          </p:cNvPr>
          <p:cNvGrpSpPr>
            <a:grpSpLocks/>
          </p:cNvGrpSpPr>
          <p:nvPr/>
        </p:nvGrpSpPr>
        <p:grpSpPr bwMode="auto">
          <a:xfrm>
            <a:off x="2173836" y="1525320"/>
            <a:ext cx="3475039" cy="1171575"/>
            <a:chOff x="1752600" y="2108200"/>
            <a:chExt cx="3475039" cy="1171575"/>
          </a:xfrm>
        </p:grpSpPr>
        <p:grpSp>
          <p:nvGrpSpPr>
            <p:cNvPr id="24" name="Group 5">
              <a:extLst>
                <a:ext uri="{FF2B5EF4-FFF2-40B4-BE49-F238E27FC236}">
                  <a16:creationId xmlns:a16="http://schemas.microsoft.com/office/drawing/2014/main" id="{BEA274BE-48BD-49E9-988A-B87449CB11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0075" y="2565400"/>
              <a:ext cx="3357564" cy="714375"/>
              <a:chOff x="1178" y="1392"/>
              <a:chExt cx="2115" cy="450"/>
            </a:xfrm>
          </p:grpSpPr>
          <p:sp>
            <p:nvSpPr>
              <p:cNvPr id="29" name="Text Box 7">
                <a:extLst>
                  <a:ext uri="{FF2B5EF4-FFF2-40B4-BE49-F238E27FC236}">
                    <a16:creationId xmlns:a16="http://schemas.microsoft.com/office/drawing/2014/main" id="{76EEBB11-AB04-41E9-8BFD-E955CAD80B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8" y="1392"/>
                <a:ext cx="2115" cy="2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1500" dirty="0">
                    <a:solidFill>
                      <a:srgbClr val="0000FF"/>
                    </a:solidFill>
                    <a:latin typeface="Verdana" pitchFamily="34" charset="0"/>
                  </a:rPr>
                  <a:t>a   [0]     [1]     [2]     [3]    [4] </a:t>
                </a:r>
              </a:p>
            </p:txBody>
          </p:sp>
          <p:grpSp>
            <p:nvGrpSpPr>
              <p:cNvPr id="30" name="Group 8">
                <a:extLst>
                  <a:ext uri="{FF2B5EF4-FFF2-40B4-BE49-F238E27FC236}">
                    <a16:creationId xmlns:a16="http://schemas.microsoft.com/office/drawing/2014/main" id="{0EA02EC1-D9C7-49AD-85D9-8373488690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1584"/>
                <a:ext cx="1920" cy="258"/>
                <a:chOff x="1344" y="1584"/>
                <a:chExt cx="1920" cy="258"/>
              </a:xfrm>
            </p:grpSpPr>
            <p:sp>
              <p:nvSpPr>
                <p:cNvPr id="31" name="Text Box 9">
                  <a:extLst>
                    <a:ext uri="{FF2B5EF4-FFF2-40B4-BE49-F238E27FC236}">
                      <a16:creationId xmlns:a16="http://schemas.microsoft.com/office/drawing/2014/main" id="{818F942E-67D7-4288-901C-CE4E1B085D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4" y="1584"/>
                  <a:ext cx="384" cy="258"/>
                </a:xfrm>
                <a:prstGeom prst="rect">
                  <a:avLst/>
                </a:prstGeom>
                <a:solidFill>
                  <a:srgbClr val="FFC000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000"/>
                    <a:t>10</a:t>
                  </a:r>
                </a:p>
              </p:txBody>
            </p:sp>
            <p:sp>
              <p:nvSpPr>
                <p:cNvPr id="32" name="Text Box 10">
                  <a:extLst>
                    <a:ext uri="{FF2B5EF4-FFF2-40B4-BE49-F238E27FC236}">
                      <a16:creationId xmlns:a16="http://schemas.microsoft.com/office/drawing/2014/main" id="{A591DD00-A0A1-4199-9309-05AA47BCAF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28" y="1584"/>
                  <a:ext cx="384" cy="258"/>
                </a:xfrm>
                <a:prstGeom prst="rect">
                  <a:avLst/>
                </a:prstGeom>
                <a:solidFill>
                  <a:schemeClr val="bg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000" dirty="0"/>
                    <a:t>5</a:t>
                  </a:r>
                </a:p>
              </p:txBody>
            </p:sp>
            <p:sp>
              <p:nvSpPr>
                <p:cNvPr id="33" name="Text Box 11">
                  <a:extLst>
                    <a:ext uri="{FF2B5EF4-FFF2-40B4-BE49-F238E27FC236}">
                      <a16:creationId xmlns:a16="http://schemas.microsoft.com/office/drawing/2014/main" id="{F692C2B2-9594-471C-9396-D70AEA7C41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2" y="1584"/>
                  <a:ext cx="384" cy="258"/>
                </a:xfrm>
                <a:prstGeom prst="rect">
                  <a:avLst/>
                </a:prstGeom>
                <a:solidFill>
                  <a:schemeClr val="bg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000"/>
                    <a:t>7</a:t>
                  </a:r>
                </a:p>
              </p:txBody>
            </p:sp>
            <p:sp>
              <p:nvSpPr>
                <p:cNvPr id="34" name="Text Box 12">
                  <a:extLst>
                    <a:ext uri="{FF2B5EF4-FFF2-40B4-BE49-F238E27FC236}">
                      <a16:creationId xmlns:a16="http://schemas.microsoft.com/office/drawing/2014/main" id="{9E85C089-07CD-466A-8DC7-F6DDDC5C9F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6" y="1584"/>
                  <a:ext cx="384" cy="258"/>
                </a:xfrm>
                <a:prstGeom prst="rect">
                  <a:avLst/>
                </a:prstGeom>
                <a:solidFill>
                  <a:schemeClr val="bg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000"/>
                    <a:t>1</a:t>
                  </a:r>
                </a:p>
              </p:txBody>
            </p:sp>
            <p:sp>
              <p:nvSpPr>
                <p:cNvPr id="35" name="Text Box 13">
                  <a:extLst>
                    <a:ext uri="{FF2B5EF4-FFF2-40B4-BE49-F238E27FC236}">
                      <a16:creationId xmlns:a16="http://schemas.microsoft.com/office/drawing/2014/main" id="{F2E49419-7CDB-48CF-9AD8-0A5DCA8DD4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1584"/>
                  <a:ext cx="384" cy="258"/>
                </a:xfrm>
                <a:prstGeom prst="rect">
                  <a:avLst/>
                </a:prstGeom>
                <a:solidFill>
                  <a:schemeClr val="bg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000"/>
                    <a:t>6</a:t>
                  </a:r>
                </a:p>
              </p:txBody>
            </p:sp>
          </p:grp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BE97BDB1-7CDB-4C1F-9EA9-9846F07AE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2600" y="2108200"/>
              <a:ext cx="1524000" cy="457200"/>
              <a:chOff x="1104" y="1104"/>
              <a:chExt cx="960" cy="288"/>
            </a:xfrm>
          </p:grpSpPr>
          <p:sp>
            <p:nvSpPr>
              <p:cNvPr id="26" name="AutoShape 26">
                <a:extLst>
                  <a:ext uri="{FF2B5EF4-FFF2-40B4-BE49-F238E27FC236}">
                    <a16:creationId xmlns:a16="http://schemas.microsoft.com/office/drawing/2014/main" id="{EB6FB12E-B066-473F-BA3D-1240870BC380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488" y="1152"/>
                <a:ext cx="96" cy="38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 cap="sq">
                <a:solidFill>
                  <a:srgbClr val="9900CC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27" name="Text Box 27">
                <a:extLst>
                  <a:ext uri="{FF2B5EF4-FFF2-40B4-BE49-F238E27FC236}">
                    <a16:creationId xmlns:a16="http://schemas.microsoft.com/office/drawing/2014/main" id="{E5B53861-8A61-45A9-AD06-17FF9AC15B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104"/>
                <a:ext cx="960" cy="212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i="1">
                    <a:solidFill>
                      <a:srgbClr val="9900CC"/>
                    </a:solidFill>
                  </a:rPr>
                  <a:t>Sorted region</a:t>
                </a:r>
              </a:p>
            </p:txBody>
          </p:sp>
        </p:grpSp>
      </p:grpSp>
      <p:grpSp>
        <p:nvGrpSpPr>
          <p:cNvPr id="36" name="Group 34">
            <a:extLst>
              <a:ext uri="{FF2B5EF4-FFF2-40B4-BE49-F238E27FC236}">
                <a16:creationId xmlns:a16="http://schemas.microsoft.com/office/drawing/2014/main" id="{2014848C-D6DB-466A-92C7-3641C7640051}"/>
              </a:ext>
            </a:extLst>
          </p:cNvPr>
          <p:cNvGrpSpPr>
            <a:grpSpLocks/>
          </p:cNvGrpSpPr>
          <p:nvPr/>
        </p:nvGrpSpPr>
        <p:grpSpPr bwMode="auto">
          <a:xfrm>
            <a:off x="3264449" y="2270056"/>
            <a:ext cx="5462587" cy="1111070"/>
            <a:chOff x="2843808" y="2852936"/>
            <a:chExt cx="5461992" cy="1111070"/>
          </a:xfrm>
        </p:grpSpPr>
        <p:sp>
          <p:nvSpPr>
            <p:cNvPr id="37" name="Oval 28">
              <a:extLst>
                <a:ext uri="{FF2B5EF4-FFF2-40B4-BE49-F238E27FC236}">
                  <a16:creationId xmlns:a16="http://schemas.microsoft.com/office/drawing/2014/main" id="{F54BFB11-604B-4D25-B705-C4D7A4D1D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808" y="2852936"/>
              <a:ext cx="381000" cy="533400"/>
            </a:xfrm>
            <a:prstGeom prst="ellipse">
              <a:avLst/>
            </a:prstGeom>
            <a:noFill/>
            <a:ln w="25400" cap="sq">
              <a:solidFill>
                <a:srgbClr val="CC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8" name="Text Box 29">
              <a:extLst>
                <a:ext uri="{FF2B5EF4-FFF2-40B4-BE49-F238E27FC236}">
                  <a16:creationId xmlns:a16="http://schemas.microsoft.com/office/drawing/2014/main" id="{9A41B016-6198-48D4-A481-8E3A24724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2957531"/>
              <a:ext cx="2438400" cy="100647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rgbClr val="9900CC"/>
                  </a:solidFill>
                </a:rPr>
                <a:t>Where to insert a[1] in the sorted region to its left?</a:t>
              </a:r>
            </a:p>
          </p:txBody>
        </p:sp>
      </p:grpSp>
      <p:sp>
        <p:nvSpPr>
          <p:cNvPr id="40" name="Rectangle 3">
            <a:extLst>
              <a:ext uri="{FF2B5EF4-FFF2-40B4-BE49-F238E27FC236}">
                <a16:creationId xmlns:a16="http://schemas.microsoft.com/office/drawing/2014/main" id="{09A18C55-E8AA-4DEE-BD7A-6B2B65CBE7A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252568"/>
            <a:ext cx="8382000" cy="5353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Pass 1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Pass 2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en-US" sz="2200" dirty="0"/>
          </a:p>
        </p:txBody>
      </p:sp>
      <p:grpSp>
        <p:nvGrpSpPr>
          <p:cNvPr id="45" name="Group 43">
            <a:extLst>
              <a:ext uri="{FF2B5EF4-FFF2-40B4-BE49-F238E27FC236}">
                <a16:creationId xmlns:a16="http://schemas.microsoft.com/office/drawing/2014/main" id="{56F2727A-B8AA-499C-8643-6AD7541079D1}"/>
              </a:ext>
            </a:extLst>
          </p:cNvPr>
          <p:cNvGrpSpPr>
            <a:grpSpLocks/>
          </p:cNvGrpSpPr>
          <p:nvPr/>
        </p:nvGrpSpPr>
        <p:grpSpPr bwMode="auto">
          <a:xfrm>
            <a:off x="2600325" y="4798430"/>
            <a:ext cx="3048000" cy="409575"/>
            <a:chOff x="1344" y="2064"/>
            <a:chExt cx="1920" cy="258"/>
          </a:xfrm>
        </p:grpSpPr>
        <p:sp>
          <p:nvSpPr>
            <p:cNvPr id="46" name="Text Box 44">
              <a:extLst>
                <a:ext uri="{FF2B5EF4-FFF2-40B4-BE49-F238E27FC236}">
                  <a16:creationId xmlns:a16="http://schemas.microsoft.com/office/drawing/2014/main" id="{C60FF66F-8FBA-4BAC-A7E8-FB775D78F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5</a:t>
              </a:r>
            </a:p>
          </p:txBody>
        </p:sp>
        <p:sp>
          <p:nvSpPr>
            <p:cNvPr id="47" name="Text Box 45">
              <a:extLst>
                <a:ext uri="{FF2B5EF4-FFF2-40B4-BE49-F238E27FC236}">
                  <a16:creationId xmlns:a16="http://schemas.microsoft.com/office/drawing/2014/main" id="{13EE91E7-C394-4EEF-8B1F-42C4885F2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7</a:t>
              </a:r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65CB3105-68E8-4E6F-A830-1896D36A2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10</a:t>
              </a:r>
            </a:p>
          </p:txBody>
        </p:sp>
        <p:sp>
          <p:nvSpPr>
            <p:cNvPr id="49" name="Text Box 47">
              <a:extLst>
                <a:ext uri="{FF2B5EF4-FFF2-40B4-BE49-F238E27FC236}">
                  <a16:creationId xmlns:a16="http://schemas.microsoft.com/office/drawing/2014/main" id="{5A128C97-4FEB-4244-9E47-362201254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064"/>
              <a:ext cx="384" cy="25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1</a:t>
              </a:r>
            </a:p>
          </p:txBody>
        </p:sp>
        <p:sp>
          <p:nvSpPr>
            <p:cNvPr id="50" name="Text Box 48">
              <a:extLst>
                <a:ext uri="{FF2B5EF4-FFF2-40B4-BE49-F238E27FC236}">
                  <a16:creationId xmlns:a16="http://schemas.microsoft.com/office/drawing/2014/main" id="{9E74015E-993B-4336-A84B-3929B4EBBD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64"/>
              <a:ext cx="384" cy="25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6</a:t>
              </a:r>
            </a:p>
          </p:txBody>
        </p:sp>
      </p:grpSp>
      <p:grpSp>
        <p:nvGrpSpPr>
          <p:cNvPr id="60" name="Group 32">
            <a:extLst>
              <a:ext uri="{FF2B5EF4-FFF2-40B4-BE49-F238E27FC236}">
                <a16:creationId xmlns:a16="http://schemas.microsoft.com/office/drawing/2014/main" id="{0DC4C0D8-999F-447F-8BFC-5A656C77F7EA}"/>
              </a:ext>
            </a:extLst>
          </p:cNvPr>
          <p:cNvGrpSpPr>
            <a:grpSpLocks/>
          </p:cNvGrpSpPr>
          <p:nvPr/>
        </p:nvGrpSpPr>
        <p:grpSpPr bwMode="auto">
          <a:xfrm>
            <a:off x="2600325" y="4056976"/>
            <a:ext cx="3048000" cy="409575"/>
            <a:chOff x="1344" y="1584"/>
            <a:chExt cx="1920" cy="258"/>
          </a:xfrm>
        </p:grpSpPr>
        <p:sp>
          <p:nvSpPr>
            <p:cNvPr id="61" name="Text Box 33">
              <a:extLst>
                <a:ext uri="{FF2B5EF4-FFF2-40B4-BE49-F238E27FC236}">
                  <a16:creationId xmlns:a16="http://schemas.microsoft.com/office/drawing/2014/main" id="{42F58F2F-D064-4594-ABA7-1C0D7E022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58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5</a:t>
              </a:r>
            </a:p>
          </p:txBody>
        </p:sp>
        <p:sp>
          <p:nvSpPr>
            <p:cNvPr id="62" name="Text Box 34">
              <a:extLst>
                <a:ext uri="{FF2B5EF4-FFF2-40B4-BE49-F238E27FC236}">
                  <a16:creationId xmlns:a16="http://schemas.microsoft.com/office/drawing/2014/main" id="{1045B81C-5187-409A-A7B9-0E3B46C73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58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10</a:t>
              </a:r>
            </a:p>
          </p:txBody>
        </p:sp>
        <p:sp>
          <p:nvSpPr>
            <p:cNvPr id="63" name="Text Box 35">
              <a:extLst>
                <a:ext uri="{FF2B5EF4-FFF2-40B4-BE49-F238E27FC236}">
                  <a16:creationId xmlns:a16="http://schemas.microsoft.com/office/drawing/2014/main" id="{87150818-65A0-4B9D-8529-F367683B7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584"/>
              <a:ext cx="384" cy="25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7</a:t>
              </a:r>
            </a:p>
          </p:txBody>
        </p:sp>
        <p:sp>
          <p:nvSpPr>
            <p:cNvPr id="64" name="Text Box 36">
              <a:extLst>
                <a:ext uri="{FF2B5EF4-FFF2-40B4-BE49-F238E27FC236}">
                  <a16:creationId xmlns:a16="http://schemas.microsoft.com/office/drawing/2014/main" id="{D179D947-7335-4B59-AC33-35AD25BDD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584"/>
              <a:ext cx="384" cy="25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1</a:t>
              </a:r>
            </a:p>
          </p:txBody>
        </p:sp>
        <p:sp>
          <p:nvSpPr>
            <p:cNvPr id="65" name="Text Box 37">
              <a:extLst>
                <a:ext uri="{FF2B5EF4-FFF2-40B4-BE49-F238E27FC236}">
                  <a16:creationId xmlns:a16="http://schemas.microsoft.com/office/drawing/2014/main" id="{289D77C6-1F4F-4739-AFDA-1E505E4F4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584"/>
              <a:ext cx="384" cy="25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6</a:t>
              </a:r>
            </a:p>
          </p:txBody>
        </p:sp>
      </p:grpSp>
      <p:grpSp>
        <p:nvGrpSpPr>
          <p:cNvPr id="66" name="Group 59">
            <a:extLst>
              <a:ext uri="{FF2B5EF4-FFF2-40B4-BE49-F238E27FC236}">
                <a16:creationId xmlns:a16="http://schemas.microsoft.com/office/drawing/2014/main" id="{57DBD273-353A-4FB5-8B7C-F213532ED421}"/>
              </a:ext>
            </a:extLst>
          </p:cNvPr>
          <p:cNvGrpSpPr>
            <a:grpSpLocks/>
          </p:cNvGrpSpPr>
          <p:nvPr/>
        </p:nvGrpSpPr>
        <p:grpSpPr bwMode="auto">
          <a:xfrm>
            <a:off x="3922713" y="4035533"/>
            <a:ext cx="4860925" cy="1067882"/>
            <a:chOff x="3444705" y="2847180"/>
            <a:chExt cx="4861095" cy="1067882"/>
          </a:xfrm>
        </p:grpSpPr>
        <p:sp>
          <p:nvSpPr>
            <p:cNvPr id="67" name="Oval 52">
              <a:extLst>
                <a:ext uri="{FF2B5EF4-FFF2-40B4-BE49-F238E27FC236}">
                  <a16:creationId xmlns:a16="http://schemas.microsoft.com/office/drawing/2014/main" id="{F8646E8C-16A4-4037-B3C0-BE0839332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4705" y="2847180"/>
              <a:ext cx="381000" cy="533400"/>
            </a:xfrm>
            <a:prstGeom prst="ellipse">
              <a:avLst/>
            </a:prstGeom>
            <a:noFill/>
            <a:ln w="25400" cap="sq">
              <a:solidFill>
                <a:srgbClr val="CC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8" name="Text Box 53">
              <a:extLst>
                <a:ext uri="{FF2B5EF4-FFF2-40B4-BE49-F238E27FC236}">
                  <a16:creationId xmlns:a16="http://schemas.microsoft.com/office/drawing/2014/main" id="{6DA31C0E-C913-4183-8B1A-5AB40EF62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2908587"/>
              <a:ext cx="2438400" cy="100647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rgbClr val="9900CC"/>
                  </a:solidFill>
                </a:rPr>
                <a:t>Where to insert a[2] in the sorted region to its left?</a:t>
              </a:r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7C6FFD7-4ADB-49B8-BD8B-67BA323C3644}"/>
              </a:ext>
            </a:extLst>
          </p:cNvPr>
          <p:cNvCxnSpPr>
            <a:cxnSpLocks/>
            <a:stCxn id="37" idx="4"/>
          </p:cNvCxnSpPr>
          <p:nvPr/>
        </p:nvCxnSpPr>
        <p:spPr>
          <a:xfrm flipH="1">
            <a:off x="2907590" y="2803456"/>
            <a:ext cx="547380" cy="256138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48C8DF1-75C9-405E-8821-864F9FA9AD54}"/>
              </a:ext>
            </a:extLst>
          </p:cNvPr>
          <p:cNvCxnSpPr>
            <a:cxnSpLocks/>
            <a:stCxn id="67" idx="4"/>
            <a:endCxn id="47" idx="0"/>
          </p:cNvCxnSpPr>
          <p:nvPr/>
        </p:nvCxnSpPr>
        <p:spPr>
          <a:xfrm flipH="1">
            <a:off x="3514725" y="4568933"/>
            <a:ext cx="598482" cy="229497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957EED-B006-F30E-EEB1-7CE87DA5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6871289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Insertion 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41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90525" y="4181475"/>
            <a:ext cx="811688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SG" sz="200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8D70864A-3031-49A0-A6F2-F45BF672F1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4963" y="1314450"/>
            <a:ext cx="8382000" cy="5353478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sz="2200" dirty="0"/>
          </a:p>
        </p:txBody>
      </p:sp>
      <p:grpSp>
        <p:nvGrpSpPr>
          <p:cNvPr id="14" name="Group 19">
            <a:extLst>
              <a:ext uri="{FF2B5EF4-FFF2-40B4-BE49-F238E27FC236}">
                <a16:creationId xmlns:a16="http://schemas.microsoft.com/office/drawing/2014/main" id="{F4FFE805-631C-4549-A618-AA681FE4D558}"/>
              </a:ext>
            </a:extLst>
          </p:cNvPr>
          <p:cNvGrpSpPr>
            <a:grpSpLocks/>
          </p:cNvGrpSpPr>
          <p:nvPr/>
        </p:nvGrpSpPr>
        <p:grpSpPr bwMode="auto">
          <a:xfrm>
            <a:off x="2554836" y="3059594"/>
            <a:ext cx="3048000" cy="409575"/>
            <a:chOff x="1344" y="2064"/>
            <a:chExt cx="1920" cy="258"/>
          </a:xfrm>
        </p:grpSpPr>
        <p:sp>
          <p:nvSpPr>
            <p:cNvPr id="15" name="Text Box 20">
              <a:extLst>
                <a:ext uri="{FF2B5EF4-FFF2-40B4-BE49-F238E27FC236}">
                  <a16:creationId xmlns:a16="http://schemas.microsoft.com/office/drawing/2014/main" id="{49E9F815-6FED-475C-BE16-279763C81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1</a:t>
              </a:r>
            </a:p>
          </p:txBody>
        </p: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1989F1DC-5724-4625-B65E-7A48AC6A6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5</a:t>
              </a:r>
            </a:p>
          </p:txBody>
        </p:sp>
        <p:sp>
          <p:nvSpPr>
            <p:cNvPr id="18" name="Text Box 22">
              <a:extLst>
                <a:ext uri="{FF2B5EF4-FFF2-40B4-BE49-F238E27FC236}">
                  <a16:creationId xmlns:a16="http://schemas.microsoft.com/office/drawing/2014/main" id="{DF51DAE4-0283-4148-B674-080D5301E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7</a:t>
              </a:r>
            </a:p>
          </p:txBody>
        </p:sp>
        <p:sp>
          <p:nvSpPr>
            <p:cNvPr id="19" name="Text Box 23">
              <a:extLst>
                <a:ext uri="{FF2B5EF4-FFF2-40B4-BE49-F238E27FC236}">
                  <a16:creationId xmlns:a16="http://schemas.microsoft.com/office/drawing/2014/main" id="{76E0D9DC-B137-4924-8EEA-62ACA049E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10</a:t>
              </a:r>
            </a:p>
          </p:txBody>
        </p:sp>
        <p:sp>
          <p:nvSpPr>
            <p:cNvPr id="20" name="Text Box 24">
              <a:extLst>
                <a:ext uri="{FF2B5EF4-FFF2-40B4-BE49-F238E27FC236}">
                  <a16:creationId xmlns:a16="http://schemas.microsoft.com/office/drawing/2014/main" id="{E56C9623-EAD1-493D-ABA0-7847AF5AE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64"/>
              <a:ext cx="384" cy="258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6</a:t>
              </a:r>
            </a:p>
          </p:txBody>
        </p:sp>
      </p:grpSp>
      <p:grpSp>
        <p:nvGrpSpPr>
          <p:cNvPr id="23" name="Group 33">
            <a:extLst>
              <a:ext uri="{FF2B5EF4-FFF2-40B4-BE49-F238E27FC236}">
                <a16:creationId xmlns:a16="http://schemas.microsoft.com/office/drawing/2014/main" id="{527750FD-B912-4CD6-9454-1E13ADC2EEDF}"/>
              </a:ext>
            </a:extLst>
          </p:cNvPr>
          <p:cNvGrpSpPr>
            <a:grpSpLocks/>
          </p:cNvGrpSpPr>
          <p:nvPr/>
        </p:nvGrpSpPr>
        <p:grpSpPr bwMode="auto">
          <a:xfrm>
            <a:off x="2173836" y="1525320"/>
            <a:ext cx="3429000" cy="1171575"/>
            <a:chOff x="1752600" y="2108200"/>
            <a:chExt cx="3429000" cy="1171575"/>
          </a:xfrm>
        </p:grpSpPr>
        <p:grpSp>
          <p:nvGrpSpPr>
            <p:cNvPr id="30" name="Group 8">
              <a:extLst>
                <a:ext uri="{FF2B5EF4-FFF2-40B4-BE49-F238E27FC236}">
                  <a16:creationId xmlns:a16="http://schemas.microsoft.com/office/drawing/2014/main" id="{0EA02EC1-D9C7-49AD-85D9-8373488690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3600" y="2870200"/>
              <a:ext cx="3048000" cy="409575"/>
              <a:chOff x="1344" y="1584"/>
              <a:chExt cx="1920" cy="258"/>
            </a:xfrm>
          </p:grpSpPr>
          <p:sp>
            <p:nvSpPr>
              <p:cNvPr id="31" name="Text Box 9">
                <a:extLst>
                  <a:ext uri="{FF2B5EF4-FFF2-40B4-BE49-F238E27FC236}">
                    <a16:creationId xmlns:a16="http://schemas.microsoft.com/office/drawing/2014/main" id="{818F942E-67D7-4288-901C-CE4E1B085D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1584"/>
                <a:ext cx="384" cy="258"/>
              </a:xfrm>
              <a:prstGeom prst="rect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/>
                  <a:t>5</a:t>
                </a:r>
              </a:p>
            </p:txBody>
          </p:sp>
          <p:sp>
            <p:nvSpPr>
              <p:cNvPr id="32" name="Text Box 10">
                <a:extLst>
                  <a:ext uri="{FF2B5EF4-FFF2-40B4-BE49-F238E27FC236}">
                    <a16:creationId xmlns:a16="http://schemas.microsoft.com/office/drawing/2014/main" id="{A591DD00-A0A1-4199-9309-05AA47BCAF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1584"/>
                <a:ext cx="384" cy="258"/>
              </a:xfrm>
              <a:prstGeom prst="rect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/>
                  <a:t>7</a:t>
                </a:r>
              </a:p>
            </p:txBody>
          </p:sp>
          <p:sp>
            <p:nvSpPr>
              <p:cNvPr id="33" name="Text Box 11">
                <a:extLst>
                  <a:ext uri="{FF2B5EF4-FFF2-40B4-BE49-F238E27FC236}">
                    <a16:creationId xmlns:a16="http://schemas.microsoft.com/office/drawing/2014/main" id="{F692C2B2-9594-471C-9396-D70AEA7C41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584"/>
                <a:ext cx="384" cy="258"/>
              </a:xfrm>
              <a:prstGeom prst="rect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/>
                  <a:t>10</a:t>
                </a:r>
              </a:p>
            </p:txBody>
          </p:sp>
          <p:sp>
            <p:nvSpPr>
              <p:cNvPr id="34" name="Text Box 12">
                <a:extLst>
                  <a:ext uri="{FF2B5EF4-FFF2-40B4-BE49-F238E27FC236}">
                    <a16:creationId xmlns:a16="http://schemas.microsoft.com/office/drawing/2014/main" id="{9E85C089-07CD-466A-8DC7-F6DDDC5C9F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1584"/>
                <a:ext cx="384" cy="258"/>
              </a:xfrm>
              <a:prstGeom prst="rect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/>
                  <a:t>1</a:t>
                </a:r>
              </a:p>
            </p:txBody>
          </p:sp>
          <p:sp>
            <p:nvSpPr>
              <p:cNvPr id="35" name="Text Box 13">
                <a:extLst>
                  <a:ext uri="{FF2B5EF4-FFF2-40B4-BE49-F238E27FC236}">
                    <a16:creationId xmlns:a16="http://schemas.microsoft.com/office/drawing/2014/main" id="{F2E49419-7CDB-48CF-9AD8-0A5DCA8DD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1584"/>
                <a:ext cx="384" cy="258"/>
              </a:xfrm>
              <a:prstGeom prst="rect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/>
                  <a:t>6</a:t>
                </a: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BE97BDB1-7CDB-4C1F-9EA9-9846F07AE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2600" y="2108200"/>
              <a:ext cx="1524000" cy="457200"/>
              <a:chOff x="1104" y="1104"/>
              <a:chExt cx="960" cy="288"/>
            </a:xfrm>
          </p:grpSpPr>
          <p:sp>
            <p:nvSpPr>
              <p:cNvPr id="26" name="AutoShape 26">
                <a:extLst>
                  <a:ext uri="{FF2B5EF4-FFF2-40B4-BE49-F238E27FC236}">
                    <a16:creationId xmlns:a16="http://schemas.microsoft.com/office/drawing/2014/main" id="{EB6FB12E-B066-473F-BA3D-1240870BC380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488" y="1152"/>
                <a:ext cx="96" cy="38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 cap="sq">
                <a:solidFill>
                  <a:srgbClr val="9900CC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27" name="Text Box 27">
                <a:extLst>
                  <a:ext uri="{FF2B5EF4-FFF2-40B4-BE49-F238E27FC236}">
                    <a16:creationId xmlns:a16="http://schemas.microsoft.com/office/drawing/2014/main" id="{E5B53861-8A61-45A9-AD06-17FF9AC15B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104"/>
                <a:ext cx="960" cy="212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i="1">
                    <a:solidFill>
                      <a:srgbClr val="9900CC"/>
                    </a:solidFill>
                  </a:rPr>
                  <a:t>Sorted region</a:t>
                </a:r>
              </a:p>
            </p:txBody>
          </p:sp>
        </p:grpSp>
      </p:grpSp>
      <p:grpSp>
        <p:nvGrpSpPr>
          <p:cNvPr id="36" name="Group 34">
            <a:extLst>
              <a:ext uri="{FF2B5EF4-FFF2-40B4-BE49-F238E27FC236}">
                <a16:creationId xmlns:a16="http://schemas.microsoft.com/office/drawing/2014/main" id="{2014848C-D6DB-466A-92C7-3641C7640051}"/>
              </a:ext>
            </a:extLst>
          </p:cNvPr>
          <p:cNvGrpSpPr>
            <a:grpSpLocks/>
          </p:cNvGrpSpPr>
          <p:nvPr/>
        </p:nvGrpSpPr>
        <p:grpSpPr bwMode="auto">
          <a:xfrm>
            <a:off x="4500682" y="2251329"/>
            <a:ext cx="4226353" cy="1129797"/>
            <a:chOff x="4079907" y="2834209"/>
            <a:chExt cx="4225893" cy="1129797"/>
          </a:xfrm>
        </p:grpSpPr>
        <p:sp>
          <p:nvSpPr>
            <p:cNvPr id="37" name="Oval 28">
              <a:extLst>
                <a:ext uri="{FF2B5EF4-FFF2-40B4-BE49-F238E27FC236}">
                  <a16:creationId xmlns:a16="http://schemas.microsoft.com/office/drawing/2014/main" id="{F54BFB11-604B-4D25-B705-C4D7A4D1D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907" y="2834209"/>
              <a:ext cx="362290" cy="533400"/>
            </a:xfrm>
            <a:prstGeom prst="ellipse">
              <a:avLst/>
            </a:prstGeom>
            <a:noFill/>
            <a:ln w="25400" cap="sq">
              <a:solidFill>
                <a:srgbClr val="CC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8" name="Text Box 29">
              <a:extLst>
                <a:ext uri="{FF2B5EF4-FFF2-40B4-BE49-F238E27FC236}">
                  <a16:creationId xmlns:a16="http://schemas.microsoft.com/office/drawing/2014/main" id="{9A41B016-6198-48D4-A481-8E3A24724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2957531"/>
              <a:ext cx="2438400" cy="100647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rgbClr val="9900CC"/>
                  </a:solidFill>
                </a:rPr>
                <a:t>Where to insert a[3] in the sorted region to its left?</a:t>
              </a:r>
            </a:p>
          </p:txBody>
        </p:sp>
      </p:grpSp>
      <p:sp>
        <p:nvSpPr>
          <p:cNvPr id="40" name="Rectangle 3">
            <a:extLst>
              <a:ext uri="{FF2B5EF4-FFF2-40B4-BE49-F238E27FC236}">
                <a16:creationId xmlns:a16="http://schemas.microsoft.com/office/drawing/2014/main" id="{09A18C55-E8AA-4DEE-BD7A-6B2B65CBE7A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252568"/>
            <a:ext cx="8382000" cy="5353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Pass 3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Pass 4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en-US" sz="2200" dirty="0"/>
          </a:p>
        </p:txBody>
      </p:sp>
      <p:grpSp>
        <p:nvGrpSpPr>
          <p:cNvPr id="45" name="Group 43">
            <a:extLst>
              <a:ext uri="{FF2B5EF4-FFF2-40B4-BE49-F238E27FC236}">
                <a16:creationId xmlns:a16="http://schemas.microsoft.com/office/drawing/2014/main" id="{56F2727A-B8AA-499C-8643-6AD7541079D1}"/>
              </a:ext>
            </a:extLst>
          </p:cNvPr>
          <p:cNvGrpSpPr>
            <a:grpSpLocks/>
          </p:cNvGrpSpPr>
          <p:nvPr/>
        </p:nvGrpSpPr>
        <p:grpSpPr bwMode="auto">
          <a:xfrm>
            <a:off x="2600325" y="4798430"/>
            <a:ext cx="3048000" cy="409575"/>
            <a:chOff x="1344" y="2064"/>
            <a:chExt cx="1920" cy="258"/>
          </a:xfrm>
        </p:grpSpPr>
        <p:sp>
          <p:nvSpPr>
            <p:cNvPr id="46" name="Text Box 44">
              <a:extLst>
                <a:ext uri="{FF2B5EF4-FFF2-40B4-BE49-F238E27FC236}">
                  <a16:creationId xmlns:a16="http://schemas.microsoft.com/office/drawing/2014/main" id="{C60FF66F-8FBA-4BAC-A7E8-FB775D78F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1</a:t>
              </a:r>
            </a:p>
          </p:txBody>
        </p:sp>
        <p:sp>
          <p:nvSpPr>
            <p:cNvPr id="47" name="Text Box 45">
              <a:extLst>
                <a:ext uri="{FF2B5EF4-FFF2-40B4-BE49-F238E27FC236}">
                  <a16:creationId xmlns:a16="http://schemas.microsoft.com/office/drawing/2014/main" id="{13EE91E7-C394-4EEF-8B1F-42C4885F2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5</a:t>
              </a:r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65CB3105-68E8-4E6F-A830-1896D36A2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6</a:t>
              </a:r>
            </a:p>
          </p:txBody>
        </p:sp>
        <p:sp>
          <p:nvSpPr>
            <p:cNvPr id="49" name="Text Box 47">
              <a:extLst>
                <a:ext uri="{FF2B5EF4-FFF2-40B4-BE49-F238E27FC236}">
                  <a16:creationId xmlns:a16="http://schemas.microsoft.com/office/drawing/2014/main" id="{5A128C97-4FEB-4244-9E47-362201254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7</a:t>
              </a:r>
            </a:p>
          </p:txBody>
        </p:sp>
        <p:sp>
          <p:nvSpPr>
            <p:cNvPr id="50" name="Text Box 48">
              <a:extLst>
                <a:ext uri="{FF2B5EF4-FFF2-40B4-BE49-F238E27FC236}">
                  <a16:creationId xmlns:a16="http://schemas.microsoft.com/office/drawing/2014/main" id="{9E74015E-993B-4336-A84B-3929B4EBBD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10</a:t>
              </a:r>
            </a:p>
          </p:txBody>
        </p:sp>
      </p:grpSp>
      <p:grpSp>
        <p:nvGrpSpPr>
          <p:cNvPr id="60" name="Group 32">
            <a:extLst>
              <a:ext uri="{FF2B5EF4-FFF2-40B4-BE49-F238E27FC236}">
                <a16:creationId xmlns:a16="http://schemas.microsoft.com/office/drawing/2014/main" id="{0DC4C0D8-999F-447F-8BFC-5A656C77F7EA}"/>
              </a:ext>
            </a:extLst>
          </p:cNvPr>
          <p:cNvGrpSpPr>
            <a:grpSpLocks/>
          </p:cNvGrpSpPr>
          <p:nvPr/>
        </p:nvGrpSpPr>
        <p:grpSpPr bwMode="auto">
          <a:xfrm>
            <a:off x="2600325" y="4056976"/>
            <a:ext cx="3048000" cy="409575"/>
            <a:chOff x="1344" y="1584"/>
            <a:chExt cx="1920" cy="258"/>
          </a:xfrm>
        </p:grpSpPr>
        <p:sp>
          <p:nvSpPr>
            <p:cNvPr id="61" name="Text Box 33">
              <a:extLst>
                <a:ext uri="{FF2B5EF4-FFF2-40B4-BE49-F238E27FC236}">
                  <a16:creationId xmlns:a16="http://schemas.microsoft.com/office/drawing/2014/main" id="{42F58F2F-D064-4594-ABA7-1C0D7E022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58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1</a:t>
              </a:r>
            </a:p>
          </p:txBody>
        </p:sp>
        <p:sp>
          <p:nvSpPr>
            <p:cNvPr id="62" name="Text Box 34">
              <a:extLst>
                <a:ext uri="{FF2B5EF4-FFF2-40B4-BE49-F238E27FC236}">
                  <a16:creationId xmlns:a16="http://schemas.microsoft.com/office/drawing/2014/main" id="{1045B81C-5187-409A-A7B9-0E3B46C73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58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5</a:t>
              </a:r>
            </a:p>
          </p:txBody>
        </p:sp>
        <p:sp>
          <p:nvSpPr>
            <p:cNvPr id="63" name="Text Box 35">
              <a:extLst>
                <a:ext uri="{FF2B5EF4-FFF2-40B4-BE49-F238E27FC236}">
                  <a16:creationId xmlns:a16="http://schemas.microsoft.com/office/drawing/2014/main" id="{87150818-65A0-4B9D-8529-F367683B7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58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7</a:t>
              </a:r>
            </a:p>
          </p:txBody>
        </p:sp>
        <p:sp>
          <p:nvSpPr>
            <p:cNvPr id="64" name="Text Box 36">
              <a:extLst>
                <a:ext uri="{FF2B5EF4-FFF2-40B4-BE49-F238E27FC236}">
                  <a16:creationId xmlns:a16="http://schemas.microsoft.com/office/drawing/2014/main" id="{D179D947-7335-4B59-AC33-35AD25BDD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58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10</a:t>
              </a:r>
            </a:p>
          </p:txBody>
        </p:sp>
        <p:sp>
          <p:nvSpPr>
            <p:cNvPr id="65" name="Text Box 37">
              <a:extLst>
                <a:ext uri="{FF2B5EF4-FFF2-40B4-BE49-F238E27FC236}">
                  <a16:creationId xmlns:a16="http://schemas.microsoft.com/office/drawing/2014/main" id="{289D77C6-1F4F-4739-AFDA-1E505E4F4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584"/>
              <a:ext cx="384" cy="25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6</a:t>
              </a:r>
            </a:p>
          </p:txBody>
        </p:sp>
      </p:grpSp>
      <p:grpSp>
        <p:nvGrpSpPr>
          <p:cNvPr id="66" name="Group 59">
            <a:extLst>
              <a:ext uri="{FF2B5EF4-FFF2-40B4-BE49-F238E27FC236}">
                <a16:creationId xmlns:a16="http://schemas.microsoft.com/office/drawing/2014/main" id="{57DBD273-353A-4FB5-8B7C-F213532ED421}"/>
              </a:ext>
            </a:extLst>
          </p:cNvPr>
          <p:cNvGrpSpPr>
            <a:grpSpLocks/>
          </p:cNvGrpSpPr>
          <p:nvPr/>
        </p:nvGrpSpPr>
        <p:grpSpPr bwMode="auto">
          <a:xfrm>
            <a:off x="5133982" y="3995063"/>
            <a:ext cx="3649655" cy="1108352"/>
            <a:chOff x="4656017" y="2806710"/>
            <a:chExt cx="3649783" cy="1108352"/>
          </a:xfrm>
        </p:grpSpPr>
        <p:sp>
          <p:nvSpPr>
            <p:cNvPr id="67" name="Oval 52">
              <a:extLst>
                <a:ext uri="{FF2B5EF4-FFF2-40B4-BE49-F238E27FC236}">
                  <a16:creationId xmlns:a16="http://schemas.microsoft.com/office/drawing/2014/main" id="{F8646E8C-16A4-4037-B3C0-BE0839332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017" y="2806710"/>
              <a:ext cx="381000" cy="533400"/>
            </a:xfrm>
            <a:prstGeom prst="ellipse">
              <a:avLst/>
            </a:prstGeom>
            <a:noFill/>
            <a:ln w="25400" cap="sq">
              <a:solidFill>
                <a:srgbClr val="CC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 dirty="0"/>
            </a:p>
          </p:txBody>
        </p:sp>
        <p:sp>
          <p:nvSpPr>
            <p:cNvPr id="68" name="Text Box 53">
              <a:extLst>
                <a:ext uri="{FF2B5EF4-FFF2-40B4-BE49-F238E27FC236}">
                  <a16:creationId xmlns:a16="http://schemas.microsoft.com/office/drawing/2014/main" id="{6DA31C0E-C913-4183-8B1A-5AB40EF62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2908587"/>
              <a:ext cx="2438400" cy="100647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rgbClr val="9900CC"/>
                  </a:solidFill>
                </a:rPr>
                <a:t>Where to insert a[4] in the sorted region to its left?</a:t>
              </a:r>
            </a:p>
          </p:txBody>
        </p:sp>
      </p:grpSp>
      <p:sp>
        <p:nvSpPr>
          <p:cNvPr id="51" name="Text Box 7">
            <a:extLst>
              <a:ext uri="{FF2B5EF4-FFF2-40B4-BE49-F238E27FC236}">
                <a16:creationId xmlns:a16="http://schemas.microsoft.com/office/drawing/2014/main" id="{85915740-7C92-44C1-B9E8-98C06D547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1311" y="1982520"/>
            <a:ext cx="3357564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1500" dirty="0">
                <a:solidFill>
                  <a:srgbClr val="0000FF"/>
                </a:solidFill>
                <a:latin typeface="Verdana" pitchFamily="34" charset="0"/>
              </a:rPr>
              <a:t>a   [0]     [1]     [2]     [3]    [4]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989B00E-DD49-430C-893B-C70746D32E59}"/>
              </a:ext>
            </a:extLst>
          </p:cNvPr>
          <p:cNvCxnSpPr>
            <a:cxnSpLocks/>
            <a:stCxn id="37" idx="4"/>
          </p:cNvCxnSpPr>
          <p:nvPr/>
        </p:nvCxnSpPr>
        <p:spPr>
          <a:xfrm flipH="1">
            <a:off x="2907589" y="2784729"/>
            <a:ext cx="1774258" cy="274865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808FF4C-3664-4359-A1E2-E00848E26A24}"/>
              </a:ext>
            </a:extLst>
          </p:cNvPr>
          <p:cNvCxnSpPr>
            <a:cxnSpLocks/>
            <a:stCxn id="67" idx="4"/>
            <a:endCxn id="48" idx="0"/>
          </p:cNvCxnSpPr>
          <p:nvPr/>
        </p:nvCxnSpPr>
        <p:spPr>
          <a:xfrm flipH="1">
            <a:off x="4124325" y="4528463"/>
            <a:ext cx="1200151" cy="269967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D29727-8C0A-1308-B06D-61DA1B20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5012079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Insertion Sort: Implementation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42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08" name="TextBox 207"/>
          <p:cNvSpPr txBox="1"/>
          <p:nvPr/>
        </p:nvSpPr>
        <p:spPr bwMode="auto">
          <a:xfrm>
            <a:off x="457200" y="1228725"/>
            <a:ext cx="6056616" cy="37856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1338" algn="l"/>
                <a:tab pos="1073150" algn="l"/>
                <a:tab pos="1614488" algn="l"/>
                <a:tab pos="19748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insert(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a[], </a:t>
            </a:r>
            <a:r>
              <a:rPr lang="en-SG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curr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curr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temp = a[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curr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&gt;= 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&amp;&amp; temp &lt; a[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]) 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   a[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] = a[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- 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-= 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 a[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] = temp;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endParaRPr lang="en-SG" sz="16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insertion_sort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SG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n,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a[]) 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SG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curr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curr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curr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+= </a:t>
            </a:r>
            <a:r>
              <a:rPr lang="en-SG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   insert(a, </a:t>
            </a:r>
            <a:r>
              <a:rPr lang="en-SG" sz="1600" b="1" dirty="0" err="1">
                <a:latin typeface="Courier New" pitchFamily="49" charset="0"/>
                <a:cs typeface="Courier New" pitchFamily="49" charset="0"/>
              </a:rPr>
              <a:t>curr</a:t>
            </a:r>
            <a:r>
              <a:rPr lang="en-SG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eaLnBrk="1" hangingPunct="1">
              <a:tabLst>
                <a:tab pos="446088" algn="l"/>
                <a:tab pos="892175" algn="l"/>
                <a:tab pos="1349375" algn="l"/>
                <a:tab pos="1795463" algn="l"/>
              </a:tabLst>
            </a:pPr>
            <a:r>
              <a:rPr lang="en-SG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BCF320-17D7-2883-5D49-777ECD940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888219981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Problem Solving with Sorting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43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BCF320-17D7-2883-5D49-777ECD940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1344B69-DD68-023A-6782-D0F23EE06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Apply sorting in various settings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In a 1D / 2D array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With integers, characters, strings, structures (to be introduced)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In ascending / descending / alphabetical / customized order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Use sorting as a preprocessing step to simplify problems and improve efficiency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Searching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Duplicate removal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Find top K elements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28028022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Unit22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44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Check </a:t>
            </a:r>
            <a:r>
              <a:rPr lang="en-US" sz="2800" dirty="0" err="1"/>
              <a:t>Visualgo</a:t>
            </a:r>
            <a:r>
              <a:rPr lang="en-US" sz="2800" dirty="0"/>
              <a:t> for animations: </a:t>
            </a:r>
            <a:r>
              <a:rPr lang="en-US" sz="2400" dirty="0">
                <a:hlinkClick r:id="rId3"/>
              </a:rPr>
              <a:t>https://visualgo.net/bn/sorting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10: due </a:t>
            </a:r>
            <a:r>
              <a:rPr lang="en-US" sz="2000" dirty="0">
                <a:solidFill>
                  <a:srgbClr val="0000FF"/>
                </a:solidFill>
              </a:rPr>
              <a:t>31 Mar, 2pm</a:t>
            </a:r>
            <a:endParaRPr lang="en-US" sz="20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 Set 21-22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Exercises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Exercise 6 due </a:t>
            </a:r>
            <a:r>
              <a:rPr lang="en-US" sz="2000" dirty="0">
                <a:solidFill>
                  <a:srgbClr val="0000FF"/>
                </a:solidFill>
              </a:rPr>
              <a:t>31 Mar, 2pm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PE2 Preparation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EFB26B-D765-8812-9846-32624EAF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15283</TotalTime>
  <Words>4047</Words>
  <Application>Microsoft Office PowerPoint</Application>
  <PresentationFormat>On-screen Show (4:3)</PresentationFormat>
  <Paragraphs>1116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ＭＳ Ｐゴシック</vt:lpstr>
      <vt:lpstr>Arial</vt:lpstr>
      <vt:lpstr>Calibri</vt:lpstr>
      <vt:lpstr>Courier New</vt:lpstr>
      <vt:lpstr>Tahoma</vt:lpstr>
      <vt:lpstr>Times New Roman</vt:lpstr>
      <vt:lpstr>Verdana</vt:lpstr>
      <vt:lpstr>Wingdings</vt:lpstr>
      <vt:lpstr>Clarity</vt:lpstr>
      <vt:lpstr>PowerPoint Presentation</vt:lpstr>
      <vt:lpstr>Unit 21: Searching</vt:lpstr>
      <vt:lpstr>Searching</vt:lpstr>
      <vt:lpstr>Linear Search</vt:lpstr>
      <vt:lpstr>Linear Search</vt:lpstr>
      <vt:lpstr>Linear Search</vt:lpstr>
      <vt:lpstr>Binary Search</vt:lpstr>
      <vt:lpstr>Binary Search</vt:lpstr>
      <vt:lpstr>Binary Search</vt:lpstr>
      <vt:lpstr>Binary Search </vt:lpstr>
      <vt:lpstr>Binary Search</vt:lpstr>
      <vt:lpstr>Binary Search</vt:lpstr>
      <vt:lpstr>Binary Search</vt:lpstr>
      <vt:lpstr>Problem Solving with Searching</vt:lpstr>
      <vt:lpstr>PowerPoint Presentation</vt:lpstr>
      <vt:lpstr>Unit 22: Sorting</vt:lpstr>
      <vt:lpstr>Sorting</vt:lpstr>
      <vt:lpstr>Sorting</vt:lpstr>
      <vt:lpstr>Counting Sort</vt:lpstr>
      <vt:lpstr>Counting Sort</vt:lpstr>
      <vt:lpstr>Counting Sort</vt:lpstr>
      <vt:lpstr>Counting Sort</vt:lpstr>
      <vt:lpstr>Counting Sort: Implementation</vt:lpstr>
      <vt:lpstr>Counting Sort: Performance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Sort: Implementation</vt:lpstr>
      <vt:lpstr>Selection Sort: Performance</vt:lpstr>
      <vt:lpstr>Selection Sort vs Counting Sort</vt:lpstr>
      <vt:lpstr>Bubble Sort</vt:lpstr>
      <vt:lpstr>Bubble Sort: One Pass</vt:lpstr>
      <vt:lpstr>Bubble Sort: Implementation</vt:lpstr>
      <vt:lpstr>Bubble Sort: Performance</vt:lpstr>
      <vt:lpstr>Insertion Sort</vt:lpstr>
      <vt:lpstr>Insertion Sort</vt:lpstr>
      <vt:lpstr>Insertion Sort</vt:lpstr>
      <vt:lpstr>Insertion Sort</vt:lpstr>
      <vt:lpstr>Insertion Sort: Implementation</vt:lpstr>
      <vt:lpstr>Problem Solving with Sorting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1541</cp:revision>
  <cp:lastPrinted>2014-06-20T04:24:53Z</cp:lastPrinted>
  <dcterms:created xsi:type="dcterms:W3CDTF">1998-09-05T15:03:32Z</dcterms:created>
  <dcterms:modified xsi:type="dcterms:W3CDTF">2026-03-24T01:51:44Z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