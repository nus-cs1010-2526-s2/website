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20"/>
  </p:notesMasterIdLst>
  <p:handoutMasterIdLst>
    <p:handoutMasterId r:id="rId21"/>
  </p:handoutMasterIdLst>
  <p:sldIdLst>
    <p:sldId id="256" r:id="rId2"/>
    <p:sldId id="544" r:id="rId3"/>
    <p:sldId id="559" r:id="rId4"/>
    <p:sldId id="552" r:id="rId5"/>
    <p:sldId id="558" r:id="rId6"/>
    <p:sldId id="545" r:id="rId7"/>
    <p:sldId id="547" r:id="rId8"/>
    <p:sldId id="546" r:id="rId9"/>
    <p:sldId id="549" r:id="rId10"/>
    <p:sldId id="550" r:id="rId11"/>
    <p:sldId id="551" r:id="rId12"/>
    <p:sldId id="548" r:id="rId13"/>
    <p:sldId id="554" r:id="rId14"/>
    <p:sldId id="555" r:id="rId15"/>
    <p:sldId id="556" r:id="rId16"/>
    <p:sldId id="557" r:id="rId17"/>
    <p:sldId id="537" r:id="rId18"/>
    <p:sldId id="525" r:id="rId1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DD6AB-A6F2-488D-81CC-AC8491C6E276}" v="939" dt="2026-01-27T01:24:38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24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redo custSel addSld delSld modSld">
      <pc:chgData name="Zhao Jin" userId="cd05a825-544c-438a-9ba1-08e63db50b47" providerId="ADAL" clId="{5DF3A229-1965-414E-AF54-F4C37AC7DF68}" dt="2026-01-27T01:24:54.518" v="2192" actId="1038"/>
      <pc:docMkLst>
        <pc:docMk/>
      </pc:docMkLst>
      <pc:sldChg chg="delSp modSp del mod">
        <pc:chgData name="Zhao Jin" userId="cd05a825-544c-438a-9ba1-08e63db50b47" providerId="ADAL" clId="{5DF3A229-1965-414E-AF54-F4C37AC7DF68}" dt="2026-01-26T07:34:40.095" v="955" actId="47"/>
        <pc:sldMkLst>
          <pc:docMk/>
          <pc:sldMk cId="266706937" sldId="533"/>
        </pc:sldMkLst>
        <pc:spChg chg="del mod">
          <ac:chgData name="Zhao Jin" userId="cd05a825-544c-438a-9ba1-08e63db50b47" providerId="ADAL" clId="{5DF3A229-1965-414E-AF54-F4C37AC7DF68}" dt="2026-01-26T07:24:37.580" v="829" actId="478"/>
          <ac:spMkLst>
            <pc:docMk/>
            <pc:sldMk cId="266706937" sldId="533"/>
            <ac:spMk id="2" creationId="{00000000-0000-0000-0000-000000000000}"/>
          </ac:spMkLst>
        </pc:spChg>
        <pc:spChg chg="del mod">
          <ac:chgData name="Zhao Jin" userId="cd05a825-544c-438a-9ba1-08e63db50b47" providerId="ADAL" clId="{5DF3A229-1965-414E-AF54-F4C37AC7DF68}" dt="2026-01-26T07:24:20.802" v="807" actId="478"/>
          <ac:spMkLst>
            <pc:docMk/>
            <pc:sldMk cId="266706937" sldId="533"/>
            <ac:spMk id="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0:38.464" v="73" actId="20577"/>
          <ac:spMkLst>
            <pc:docMk/>
            <pc:sldMk cId="266706937" sldId="533"/>
            <ac:spMk id="1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0:23.377" v="66" actId="20577"/>
          <ac:spMkLst>
            <pc:docMk/>
            <pc:sldMk cId="266706937" sldId="533"/>
            <ac:spMk id="1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0:07.168" v="64" actId="1037"/>
          <ac:spMkLst>
            <pc:docMk/>
            <pc:sldMk cId="266706937" sldId="533"/>
            <ac:spMk id="1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24:31.859" v="810" actId="20577"/>
          <ac:spMkLst>
            <pc:docMk/>
            <pc:sldMk cId="266706937" sldId="533"/>
            <ac:spMk id="1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0:11.093" v="65" actId="20577"/>
          <ac:spMkLst>
            <pc:docMk/>
            <pc:sldMk cId="266706937" sldId="533"/>
            <ac:spMk id="16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34:24.293" v="952" actId="20577"/>
          <ac:spMkLst>
            <pc:docMk/>
            <pc:sldMk cId="266706937" sldId="533"/>
            <ac:spMk id="24578" creationId="{00000000-0000-0000-0000-000000000000}"/>
          </ac:spMkLst>
        </pc:spChg>
        <pc:picChg chg="del mod">
          <ac:chgData name="Zhao Jin" userId="cd05a825-544c-438a-9ba1-08e63db50b47" providerId="ADAL" clId="{5DF3A229-1965-414E-AF54-F4C37AC7DF68}" dt="2026-01-26T07:34:32.274" v="953" actId="478"/>
          <ac:picMkLst>
            <pc:docMk/>
            <pc:sldMk cId="266706937" sldId="533"/>
            <ac:picMk id="7" creationId="{00000000-0000-0000-0000-000000000000}"/>
          </ac:picMkLst>
        </pc:picChg>
      </pc:sldChg>
      <pc:sldChg chg="del">
        <pc:chgData name="Zhao Jin" userId="cd05a825-544c-438a-9ba1-08e63db50b47" providerId="ADAL" clId="{5DF3A229-1965-414E-AF54-F4C37AC7DF68}" dt="2026-01-26T07:24:17.127" v="806" actId="47"/>
        <pc:sldMkLst>
          <pc:docMk/>
          <pc:sldMk cId="2504168553" sldId="539"/>
        </pc:sldMkLst>
      </pc:sldChg>
      <pc:sldChg chg="addSp delSp modSp del mod">
        <pc:chgData name="Zhao Jin" userId="cd05a825-544c-438a-9ba1-08e63db50b47" providerId="ADAL" clId="{5DF3A229-1965-414E-AF54-F4C37AC7DF68}" dt="2026-01-26T07:30:24.986" v="947" actId="47"/>
        <pc:sldMkLst>
          <pc:docMk/>
          <pc:sldMk cId="2301848011" sldId="542"/>
        </pc:sldMkLst>
        <pc:spChg chg="add del">
          <ac:chgData name="Zhao Jin" userId="cd05a825-544c-438a-9ba1-08e63db50b47" providerId="ADAL" clId="{5DF3A229-1965-414E-AF54-F4C37AC7DF68}" dt="2026-01-26T07:03:41.186" v="262" actId="22"/>
          <ac:spMkLst>
            <pc:docMk/>
            <pc:sldMk cId="2301848011" sldId="542"/>
            <ac:spMk id="4" creationId="{BA991F33-FCB0-4C73-A01D-4DBC88939AC4}"/>
          </ac:spMkLst>
        </pc:spChg>
        <pc:spChg chg="del mod">
          <ac:chgData name="Zhao Jin" userId="cd05a825-544c-438a-9ba1-08e63db50b47" providerId="ADAL" clId="{5DF3A229-1965-414E-AF54-F4C37AC7DF68}" dt="2026-01-26T07:22:36.652" v="774" actId="478"/>
          <ac:spMkLst>
            <pc:docMk/>
            <pc:sldMk cId="2301848011" sldId="542"/>
            <ac:spMk id="5" creationId="{52EB5AC6-6CA5-339F-6096-34644CE2B9F1}"/>
          </ac:spMkLst>
        </pc:spChg>
        <pc:spChg chg="add mod">
          <ac:chgData name="Zhao Jin" userId="cd05a825-544c-438a-9ba1-08e63db50b47" providerId="ADAL" clId="{5DF3A229-1965-414E-AF54-F4C37AC7DF68}" dt="2026-01-26T07:22:47.670" v="775"/>
          <ac:spMkLst>
            <pc:docMk/>
            <pc:sldMk cId="2301848011" sldId="542"/>
            <ac:spMk id="8" creationId="{AB156690-2174-9059-8D58-2CC6A2537C5E}"/>
          </ac:spMkLst>
        </pc:spChg>
        <pc:spChg chg="add mod">
          <ac:chgData name="Zhao Jin" userId="cd05a825-544c-438a-9ba1-08e63db50b47" providerId="ADAL" clId="{5DF3A229-1965-414E-AF54-F4C37AC7DF68}" dt="2026-01-26T07:22:47.670" v="775"/>
          <ac:spMkLst>
            <pc:docMk/>
            <pc:sldMk cId="2301848011" sldId="542"/>
            <ac:spMk id="9" creationId="{164C6942-5209-714F-2749-03B369CD012A}"/>
          </ac:spMkLst>
        </pc:spChg>
        <pc:spChg chg="add mod">
          <ac:chgData name="Zhao Jin" userId="cd05a825-544c-438a-9ba1-08e63db50b47" providerId="ADAL" clId="{5DF3A229-1965-414E-AF54-F4C37AC7DF68}" dt="2026-01-26T07:22:47.670" v="775"/>
          <ac:spMkLst>
            <pc:docMk/>
            <pc:sldMk cId="2301848011" sldId="542"/>
            <ac:spMk id="10" creationId="{68033368-D91B-0B83-AE9A-2A3DD663DC9E}"/>
          </ac:spMkLst>
        </pc:spChg>
        <pc:spChg chg="add mod">
          <ac:chgData name="Zhao Jin" userId="cd05a825-544c-438a-9ba1-08e63db50b47" providerId="ADAL" clId="{5DF3A229-1965-414E-AF54-F4C37AC7DF68}" dt="2026-01-26T07:22:47.670" v="775"/>
          <ac:spMkLst>
            <pc:docMk/>
            <pc:sldMk cId="2301848011" sldId="542"/>
            <ac:spMk id="11" creationId="{C7A3BB19-27F4-EA3A-79EA-316215CEC29E}"/>
          </ac:spMkLst>
        </pc:spChg>
        <pc:spChg chg="add mod">
          <ac:chgData name="Zhao Jin" userId="cd05a825-544c-438a-9ba1-08e63db50b47" providerId="ADAL" clId="{5DF3A229-1965-414E-AF54-F4C37AC7DF68}" dt="2026-01-26T07:22:47.670" v="775"/>
          <ac:spMkLst>
            <pc:docMk/>
            <pc:sldMk cId="2301848011" sldId="542"/>
            <ac:spMk id="12" creationId="{427D60A7-BA35-1D03-3D2E-4DB57DB7A2F7}"/>
          </ac:spMkLst>
        </pc:spChg>
        <pc:spChg chg="add mod">
          <ac:chgData name="Zhao Jin" userId="cd05a825-544c-438a-9ba1-08e63db50b47" providerId="ADAL" clId="{5DF3A229-1965-414E-AF54-F4C37AC7DF68}" dt="2026-01-26T07:22:47.670" v="775"/>
          <ac:spMkLst>
            <pc:docMk/>
            <pc:sldMk cId="2301848011" sldId="542"/>
            <ac:spMk id="13" creationId="{2C609D3F-4F5C-1E30-8D20-9C2AC2C20ECE}"/>
          </ac:spMkLst>
        </pc:spChg>
        <pc:spChg chg="mod">
          <ac:chgData name="Zhao Jin" userId="cd05a825-544c-438a-9ba1-08e63db50b47" providerId="ADAL" clId="{5DF3A229-1965-414E-AF54-F4C37AC7DF68}" dt="2026-01-26T07:25:12.831" v="875" actId="404"/>
          <ac:spMkLst>
            <pc:docMk/>
            <pc:sldMk cId="2301848011" sldId="542"/>
            <ac:spMk id="15" creationId="{00000000-0000-0000-0000-000000000000}"/>
          </ac:spMkLst>
        </pc:spChg>
        <pc:spChg chg="add del mod">
          <ac:chgData name="Zhao Jin" userId="cd05a825-544c-438a-9ba1-08e63db50b47" providerId="ADAL" clId="{5DF3A229-1965-414E-AF54-F4C37AC7DF68}" dt="2026-01-26T07:24:44.699" v="845" actId="478"/>
          <ac:spMkLst>
            <pc:docMk/>
            <pc:sldMk cId="2301848011" sldId="542"/>
            <ac:spMk id="16" creationId="{932E052C-0E78-DFF6-0A2B-7DA84722E4CA}"/>
          </ac:spMkLst>
        </pc:spChg>
        <pc:spChg chg="add del mod">
          <ac:chgData name="Zhao Jin" userId="cd05a825-544c-438a-9ba1-08e63db50b47" providerId="ADAL" clId="{5DF3A229-1965-414E-AF54-F4C37AC7DF68}" dt="2026-01-26T07:23:32.792" v="797" actId="478"/>
          <ac:spMkLst>
            <pc:docMk/>
            <pc:sldMk cId="2301848011" sldId="542"/>
            <ac:spMk id="17" creationId="{AD749A0D-DD76-59A0-DAB7-D8C510F7B4DD}"/>
          </ac:spMkLst>
        </pc:spChg>
        <pc:spChg chg="add del mod">
          <ac:chgData name="Zhao Jin" userId="cd05a825-544c-438a-9ba1-08e63db50b47" providerId="ADAL" clId="{5DF3A229-1965-414E-AF54-F4C37AC7DF68}" dt="2026-01-26T07:23:23.115" v="796" actId="478"/>
          <ac:spMkLst>
            <pc:docMk/>
            <pc:sldMk cId="2301848011" sldId="542"/>
            <ac:spMk id="18" creationId="{ECE6B707-527E-96EC-A27B-98FB6F99E5A9}"/>
          </ac:spMkLst>
        </pc:spChg>
        <pc:spChg chg="add mod">
          <ac:chgData name="Zhao Jin" userId="cd05a825-544c-438a-9ba1-08e63db50b47" providerId="ADAL" clId="{5DF3A229-1965-414E-AF54-F4C37AC7DF68}" dt="2026-01-26T07:23:14.651" v="795" actId="1036"/>
          <ac:spMkLst>
            <pc:docMk/>
            <pc:sldMk cId="2301848011" sldId="542"/>
            <ac:spMk id="19" creationId="{6BA4CB5B-C53B-C1EA-AF42-2FE034E07624}"/>
          </ac:spMkLst>
        </pc:spChg>
        <pc:spChg chg="add del mod">
          <ac:chgData name="Zhao Jin" userId="cd05a825-544c-438a-9ba1-08e63db50b47" providerId="ADAL" clId="{5DF3A229-1965-414E-AF54-F4C37AC7DF68}" dt="2026-01-26T07:25:46.946" v="879" actId="21"/>
          <ac:spMkLst>
            <pc:docMk/>
            <pc:sldMk cId="2301848011" sldId="542"/>
            <ac:spMk id="20" creationId="{027D0309-3481-F814-A384-F1E81C433334}"/>
          </ac:spMkLst>
        </pc:spChg>
        <pc:spChg chg="add del mod">
          <ac:chgData name="Zhao Jin" userId="cd05a825-544c-438a-9ba1-08e63db50b47" providerId="ADAL" clId="{5DF3A229-1965-414E-AF54-F4C37AC7DF68}" dt="2026-01-26T07:24:59.907" v="871" actId="478"/>
          <ac:spMkLst>
            <pc:docMk/>
            <pc:sldMk cId="2301848011" sldId="542"/>
            <ac:spMk id="21" creationId="{AEEF26E8-FCBD-BDEC-7293-ACF9EE7A4348}"/>
          </ac:spMkLst>
        </pc:spChg>
        <pc:spChg chg="add mod">
          <ac:chgData name="Zhao Jin" userId="cd05a825-544c-438a-9ba1-08e63db50b47" providerId="ADAL" clId="{5DF3A229-1965-414E-AF54-F4C37AC7DF68}" dt="2026-01-26T07:23:14.651" v="795" actId="1036"/>
          <ac:spMkLst>
            <pc:docMk/>
            <pc:sldMk cId="2301848011" sldId="542"/>
            <ac:spMk id="22" creationId="{F79F3EFF-8BB1-FF97-C38E-427672EDEB5E}"/>
          </ac:spMkLst>
        </pc:spChg>
        <pc:spChg chg="mod">
          <ac:chgData name="Zhao Jin" userId="cd05a825-544c-438a-9ba1-08e63db50b47" providerId="ADAL" clId="{5DF3A229-1965-414E-AF54-F4C37AC7DF68}" dt="2026-01-26T07:03:43.276" v="264" actId="27636"/>
          <ac:spMkLst>
            <pc:docMk/>
            <pc:sldMk cId="2301848011" sldId="542"/>
            <ac:spMk id="4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1:27.599" v="101" actId="20577"/>
          <ac:spMkLst>
            <pc:docMk/>
            <pc:sldMk cId="2301848011" sldId="542"/>
            <ac:spMk id="24578" creationId="{00000000-0000-0000-0000-000000000000}"/>
          </ac:spMkLst>
        </pc:spChg>
        <pc:picChg chg="add mod">
          <ac:chgData name="Zhao Jin" userId="cd05a825-544c-438a-9ba1-08e63db50b47" providerId="ADAL" clId="{5DF3A229-1965-414E-AF54-F4C37AC7DF68}" dt="2026-01-26T07:22:47.670" v="775"/>
          <ac:picMkLst>
            <pc:docMk/>
            <pc:sldMk cId="2301848011" sldId="542"/>
            <ac:picMk id="7" creationId="{98E1501F-3F52-CB4E-0218-BE11CA7AA8FB}"/>
          </ac:picMkLst>
        </pc:picChg>
        <pc:picChg chg="add del mod">
          <ac:chgData name="Zhao Jin" userId="cd05a825-544c-438a-9ba1-08e63db50b47" providerId="ADAL" clId="{5DF3A229-1965-414E-AF54-F4C37AC7DF68}" dt="2026-01-26T07:24:55.683" v="870" actId="478"/>
          <ac:picMkLst>
            <pc:docMk/>
            <pc:sldMk cId="2301848011" sldId="542"/>
            <ac:picMk id="14" creationId="{AFA74104-5B3F-6595-1363-53780963958E}"/>
          </ac:picMkLst>
        </pc:picChg>
        <pc:picChg chg="add mod">
          <ac:chgData name="Zhao Jin" userId="cd05a825-544c-438a-9ba1-08e63db50b47" providerId="ADAL" clId="{5DF3A229-1965-414E-AF54-F4C37AC7DF68}" dt="2026-01-26T07:25:55.684" v="882" actId="1035"/>
          <ac:picMkLst>
            <pc:docMk/>
            <pc:sldMk cId="2301848011" sldId="542"/>
            <ac:picMk id="23" creationId="{2A57C157-6A0C-717E-C3F1-9D5DE6643DEA}"/>
          </ac:picMkLst>
        </pc:picChg>
      </pc:sldChg>
      <pc:sldChg chg="addSp delSp mod">
        <pc:chgData name="Zhao Jin" userId="cd05a825-544c-438a-9ba1-08e63db50b47" providerId="ADAL" clId="{5DF3A229-1965-414E-AF54-F4C37AC7DF68}" dt="2026-01-27T01:14:12.279" v="2012" actId="22"/>
        <pc:sldMkLst>
          <pc:docMk/>
          <pc:sldMk cId="1284674055" sldId="544"/>
        </pc:sldMkLst>
        <pc:spChg chg="add del">
          <ac:chgData name="Zhao Jin" userId="cd05a825-544c-438a-9ba1-08e63db50b47" providerId="ADAL" clId="{5DF3A229-1965-414E-AF54-F4C37AC7DF68}" dt="2026-01-27T01:14:12.279" v="2012" actId="22"/>
          <ac:spMkLst>
            <pc:docMk/>
            <pc:sldMk cId="1284674055" sldId="544"/>
            <ac:spMk id="4" creationId="{E74AEEFA-6508-8DE3-8593-AAE85A892B76}"/>
          </ac:spMkLst>
        </pc:spChg>
      </pc:sldChg>
      <pc:sldChg chg="modSp">
        <pc:chgData name="Zhao Jin" userId="cd05a825-544c-438a-9ba1-08e63db50b47" providerId="ADAL" clId="{5DF3A229-1965-414E-AF54-F4C37AC7DF68}" dt="2026-01-26T07:54:39.841" v="1699" actId="114"/>
        <pc:sldMkLst>
          <pc:docMk/>
          <pc:sldMk cId="3023700246" sldId="545"/>
        </pc:sldMkLst>
        <pc:spChg chg="mod">
          <ac:chgData name="Zhao Jin" userId="cd05a825-544c-438a-9ba1-08e63db50b47" providerId="ADAL" clId="{5DF3A229-1965-414E-AF54-F4C37AC7DF68}" dt="2026-01-26T07:54:39.841" v="1699" actId="114"/>
          <ac:spMkLst>
            <pc:docMk/>
            <pc:sldMk cId="3023700246" sldId="545"/>
            <ac:spMk id="10" creationId="{00000000-0000-0000-0000-000000000000}"/>
          </ac:spMkLst>
        </pc:spChg>
      </pc:sldChg>
      <pc:sldChg chg="modSp">
        <pc:chgData name="Zhao Jin" userId="cd05a825-544c-438a-9ba1-08e63db50b47" providerId="ADAL" clId="{5DF3A229-1965-414E-AF54-F4C37AC7DF68}" dt="2026-01-26T07:57:57.547" v="1890" actId="20577"/>
        <pc:sldMkLst>
          <pc:docMk/>
          <pc:sldMk cId="1777826333" sldId="546"/>
        </pc:sldMkLst>
        <pc:spChg chg="mod">
          <ac:chgData name="Zhao Jin" userId="cd05a825-544c-438a-9ba1-08e63db50b47" providerId="ADAL" clId="{5DF3A229-1965-414E-AF54-F4C37AC7DF68}" dt="2026-01-26T07:57:57.547" v="1890" actId="20577"/>
          <ac:spMkLst>
            <pc:docMk/>
            <pc:sldMk cId="1777826333" sldId="546"/>
            <ac:spMk id="10" creationId="{00000000-0000-0000-0000-000000000000}"/>
          </ac:spMkLst>
        </pc:spChg>
      </pc:sldChg>
      <pc:sldChg chg="modSp">
        <pc:chgData name="Zhao Jin" userId="cd05a825-544c-438a-9ba1-08e63db50b47" providerId="ADAL" clId="{5DF3A229-1965-414E-AF54-F4C37AC7DF68}" dt="2026-01-27T01:19:30.186" v="2102" actId="20577"/>
        <pc:sldMkLst>
          <pc:docMk/>
          <pc:sldMk cId="2072030558" sldId="547"/>
        </pc:sldMkLst>
        <pc:spChg chg="mod">
          <ac:chgData name="Zhao Jin" userId="cd05a825-544c-438a-9ba1-08e63db50b47" providerId="ADAL" clId="{5DF3A229-1965-414E-AF54-F4C37AC7DF68}" dt="2026-01-27T01:19:30.186" v="2102" actId="20577"/>
          <ac:spMkLst>
            <pc:docMk/>
            <pc:sldMk cId="2072030558" sldId="547"/>
            <ac:spMk id="10" creationId="{00000000-0000-0000-0000-000000000000}"/>
          </ac:spMkLst>
        </pc:spChg>
      </pc:sldChg>
      <pc:sldChg chg="addSp delSp modSp mod modAnim">
        <pc:chgData name="Zhao Jin" userId="cd05a825-544c-438a-9ba1-08e63db50b47" providerId="ADAL" clId="{5DF3A229-1965-414E-AF54-F4C37AC7DF68}" dt="2026-01-27T01:20:53.315" v="2110" actId="20577"/>
        <pc:sldMkLst>
          <pc:docMk/>
          <pc:sldMk cId="4140396125" sldId="548"/>
        </pc:sldMkLst>
        <pc:spChg chg="add del">
          <ac:chgData name="Zhao Jin" userId="cd05a825-544c-438a-9ba1-08e63db50b47" providerId="ADAL" clId="{5DF3A229-1965-414E-AF54-F4C37AC7DF68}" dt="2026-01-27T01:20:52.867" v="2108" actId="478"/>
          <ac:spMkLst>
            <pc:docMk/>
            <pc:sldMk cId="4140396125" sldId="548"/>
            <ac:spMk id="4" creationId="{60C9AA85-CB01-A1E0-D3BF-30790245F78F}"/>
          </ac:spMkLst>
        </pc:spChg>
        <pc:spChg chg="mod">
          <ac:chgData name="Zhao Jin" userId="cd05a825-544c-438a-9ba1-08e63db50b47" providerId="ADAL" clId="{5DF3A229-1965-414E-AF54-F4C37AC7DF68}" dt="2026-01-27T01:20:42.842" v="2106" actId="5793"/>
          <ac:spMkLst>
            <pc:docMk/>
            <pc:sldMk cId="4140396125" sldId="548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7T01:14:14.354" v="2014" actId="27636"/>
        <pc:sldMkLst>
          <pc:docMk/>
          <pc:sldMk cId="2292639775" sldId="550"/>
        </pc:sldMkLst>
        <pc:spChg chg="mod">
          <ac:chgData name="Zhao Jin" userId="cd05a825-544c-438a-9ba1-08e63db50b47" providerId="ADAL" clId="{5DF3A229-1965-414E-AF54-F4C37AC7DF68}" dt="2026-01-27T01:14:14.354" v="2014" actId="27636"/>
          <ac:spMkLst>
            <pc:docMk/>
            <pc:sldMk cId="2292639775" sldId="550"/>
            <ac:spMk id="4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7T01:14:14.357" v="2015" actId="27636"/>
        <pc:sldMkLst>
          <pc:docMk/>
          <pc:sldMk cId="3690765573" sldId="551"/>
        </pc:sldMkLst>
        <pc:spChg chg="mod">
          <ac:chgData name="Zhao Jin" userId="cd05a825-544c-438a-9ba1-08e63db50b47" providerId="ADAL" clId="{5DF3A229-1965-414E-AF54-F4C37AC7DF68}" dt="2026-01-26T08:42:19.108" v="2010" actId="6549"/>
          <ac:spMkLst>
            <pc:docMk/>
            <pc:sldMk cId="3690765573" sldId="551"/>
            <ac:spMk id="1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7T01:14:14.357" v="2015" actId="27636"/>
          <ac:spMkLst>
            <pc:docMk/>
            <pc:sldMk cId="3690765573" sldId="551"/>
            <ac:spMk id="43" creationId="{00000000-0000-0000-0000-000000000000}"/>
          </ac:spMkLst>
        </pc:spChg>
      </pc:sldChg>
      <pc:sldChg chg="modSp modAnim">
        <pc:chgData name="Zhao Jin" userId="cd05a825-544c-438a-9ba1-08e63db50b47" providerId="ADAL" clId="{5DF3A229-1965-414E-AF54-F4C37AC7DF68}" dt="2026-01-26T07:50:28.681" v="1563" actId="20577"/>
        <pc:sldMkLst>
          <pc:docMk/>
          <pc:sldMk cId="2719722680" sldId="552"/>
        </pc:sldMkLst>
        <pc:spChg chg="mod">
          <ac:chgData name="Zhao Jin" userId="cd05a825-544c-438a-9ba1-08e63db50b47" providerId="ADAL" clId="{5DF3A229-1965-414E-AF54-F4C37AC7DF68}" dt="2026-01-26T07:50:28.681" v="1563" actId="20577"/>
          <ac:spMkLst>
            <pc:docMk/>
            <pc:sldMk cId="2719722680" sldId="552"/>
            <ac:spMk id="10" creationId="{00000000-0000-0000-0000-000000000000}"/>
          </ac:spMkLst>
        </pc:spChg>
      </pc:sldChg>
      <pc:sldChg chg="delSp modSp add del mod">
        <pc:chgData name="Zhao Jin" userId="cd05a825-544c-438a-9ba1-08e63db50b47" providerId="ADAL" clId="{5DF3A229-1965-414E-AF54-F4C37AC7DF68}" dt="2026-01-26T07:21:59.342" v="749" actId="47"/>
        <pc:sldMkLst>
          <pc:docMk/>
          <pc:sldMk cId="298288929" sldId="553"/>
        </pc:sldMkLst>
        <pc:spChg chg="del">
          <ac:chgData name="Zhao Jin" userId="cd05a825-544c-438a-9ba1-08e63db50b47" providerId="ADAL" clId="{5DF3A229-1965-414E-AF54-F4C37AC7DF68}" dt="2026-01-26T07:04:00.300" v="267" actId="478"/>
          <ac:spMkLst>
            <pc:docMk/>
            <pc:sldMk cId="298288929" sldId="553"/>
            <ac:spMk id="5" creationId="{609CB9A3-0C36-8A7F-FD28-D54D39BE2D69}"/>
          </ac:spMkLst>
        </pc:spChg>
        <pc:spChg chg="mod">
          <ac:chgData name="Zhao Jin" userId="cd05a825-544c-438a-9ba1-08e63db50b47" providerId="ADAL" clId="{5DF3A229-1965-414E-AF54-F4C37AC7DF68}" dt="2026-01-26T07:04:35.857" v="355" actId="20577"/>
          <ac:spMkLst>
            <pc:docMk/>
            <pc:sldMk cId="298288929" sldId="553"/>
            <ac:spMk id="15" creationId="{3C2B89F9-38DA-780C-2C87-F9FEE24E77F4}"/>
          </ac:spMkLst>
        </pc:spChg>
        <pc:spChg chg="mod">
          <ac:chgData name="Zhao Jin" userId="cd05a825-544c-438a-9ba1-08e63db50b47" providerId="ADAL" clId="{5DF3A229-1965-414E-AF54-F4C37AC7DF68}" dt="2026-01-26T07:04:41.457" v="357" actId="27636"/>
          <ac:spMkLst>
            <pc:docMk/>
            <pc:sldMk cId="298288929" sldId="553"/>
            <ac:spMk id="43" creationId="{7D2464AD-53C9-CA74-455C-B7A99EEA5145}"/>
          </ac:spMkLst>
        </pc:spChg>
      </pc:sldChg>
      <pc:sldChg chg="addSp modSp add mod">
        <pc:chgData name="Zhao Jin" userId="cd05a825-544c-438a-9ba1-08e63db50b47" providerId="ADAL" clId="{5DF3A229-1965-414E-AF54-F4C37AC7DF68}" dt="2026-01-26T07:06:30.929" v="498" actId="1037"/>
        <pc:sldMkLst>
          <pc:docMk/>
          <pc:sldMk cId="1344427664" sldId="554"/>
        </pc:sldMkLst>
        <pc:spChg chg="mod">
          <ac:chgData name="Zhao Jin" userId="cd05a825-544c-438a-9ba1-08e63db50b47" providerId="ADAL" clId="{5DF3A229-1965-414E-AF54-F4C37AC7DF68}" dt="2026-01-26T07:06:30.929" v="498" actId="1037"/>
          <ac:spMkLst>
            <pc:docMk/>
            <pc:sldMk cId="1344427664" sldId="554"/>
            <ac:spMk id="2" creationId="{A229B60C-0BF5-E6A6-DDAF-A869A67F8DCC}"/>
          </ac:spMkLst>
        </pc:spChg>
        <pc:spChg chg="mod">
          <ac:chgData name="Zhao Jin" userId="cd05a825-544c-438a-9ba1-08e63db50b47" providerId="ADAL" clId="{5DF3A229-1965-414E-AF54-F4C37AC7DF68}" dt="2026-01-26T07:06:04.108" v="458" actId="20577"/>
          <ac:spMkLst>
            <pc:docMk/>
            <pc:sldMk cId="1344427664" sldId="554"/>
            <ac:spMk id="15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4:55.093" v="372" actId="404"/>
          <ac:spMkLst>
            <pc:docMk/>
            <pc:sldMk cId="1344427664" sldId="554"/>
            <ac:spMk id="4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7:05:45.301" v="448" actId="20577"/>
          <ac:spMkLst>
            <pc:docMk/>
            <pc:sldMk cId="1344427664" sldId="554"/>
            <ac:spMk id="24578" creationId="{00000000-0000-0000-0000-000000000000}"/>
          </ac:spMkLst>
        </pc:spChg>
        <pc:picChg chg="add mod">
          <ac:chgData name="Zhao Jin" userId="cd05a825-544c-438a-9ba1-08e63db50b47" providerId="ADAL" clId="{5DF3A229-1965-414E-AF54-F4C37AC7DF68}" dt="2026-01-26T07:06:26.673" v="494" actId="1035"/>
          <ac:picMkLst>
            <pc:docMk/>
            <pc:sldMk cId="1344427664" sldId="554"/>
            <ac:picMk id="3" creationId="{7EA55D2C-77E4-6488-CAF5-400A39EF5EF2}"/>
          </ac:picMkLst>
        </pc:picChg>
      </pc:sldChg>
      <pc:sldChg chg="addSp delSp modSp add mod addAnim delAnim modAnim">
        <pc:chgData name="Zhao Jin" userId="cd05a825-544c-438a-9ba1-08e63db50b47" providerId="ADAL" clId="{5DF3A229-1965-414E-AF54-F4C37AC7DF68}" dt="2026-01-27T01:24:54.518" v="2192" actId="1038"/>
        <pc:sldMkLst>
          <pc:docMk/>
          <pc:sldMk cId="516422954" sldId="555"/>
        </pc:sldMkLst>
        <pc:spChg chg="add del mod">
          <ac:chgData name="Zhao Jin" userId="cd05a825-544c-438a-9ba1-08e63db50b47" providerId="ADAL" clId="{5DF3A229-1965-414E-AF54-F4C37AC7DF68}" dt="2026-01-26T07:27:49.621" v="919" actId="478"/>
          <ac:spMkLst>
            <pc:docMk/>
            <pc:sldMk cId="516422954" sldId="555"/>
            <ac:spMk id="4" creationId="{FCF91402-838E-5DC1-DE00-AAB16D8CB000}"/>
          </ac:spMkLst>
        </pc:spChg>
        <pc:spChg chg="add mod">
          <ac:chgData name="Zhao Jin" userId="cd05a825-544c-438a-9ba1-08e63db50b47" providerId="ADAL" clId="{5DF3A229-1965-414E-AF54-F4C37AC7DF68}" dt="2026-01-27T01:21:35.415" v="2113" actId="14100"/>
          <ac:spMkLst>
            <pc:docMk/>
            <pc:sldMk cId="516422954" sldId="555"/>
            <ac:spMk id="4" creationId="{FE4D9A15-42E8-CF9D-D3C3-1BE9FE81C515}"/>
          </ac:spMkLst>
        </pc:spChg>
        <pc:spChg chg="add mod">
          <ac:chgData name="Zhao Jin" userId="cd05a825-544c-438a-9ba1-08e63db50b47" providerId="ADAL" clId="{5DF3A229-1965-414E-AF54-F4C37AC7DF68}" dt="2026-01-27T01:24:54.518" v="2192" actId="1038"/>
          <ac:spMkLst>
            <pc:docMk/>
            <pc:sldMk cId="516422954" sldId="555"/>
            <ac:spMk id="5" creationId="{47498198-F4DD-0FA5-F7B4-1149D7E79C61}"/>
          </ac:spMkLst>
        </pc:spChg>
        <pc:spChg chg="add del mod">
          <ac:chgData name="Zhao Jin" userId="cd05a825-544c-438a-9ba1-08e63db50b47" providerId="ADAL" clId="{5DF3A229-1965-414E-AF54-F4C37AC7DF68}" dt="2026-01-26T07:27:49.951" v="920" actId="478"/>
          <ac:spMkLst>
            <pc:docMk/>
            <pc:sldMk cId="516422954" sldId="555"/>
            <ac:spMk id="5" creationId="{CA71235D-612A-0166-6C58-CA7E7227686E}"/>
          </ac:spMkLst>
        </pc:spChg>
        <pc:spChg chg="add mod">
          <ac:chgData name="Zhao Jin" userId="cd05a825-544c-438a-9ba1-08e63db50b47" providerId="ADAL" clId="{5DF3A229-1965-414E-AF54-F4C37AC7DF68}" dt="2026-01-26T07:36:49.607" v="1064" actId="1076"/>
          <ac:spMkLst>
            <pc:docMk/>
            <pc:sldMk cId="516422954" sldId="555"/>
            <ac:spMk id="7" creationId="{426B8804-2C90-78EE-9E7B-DD1B3834AF27}"/>
          </ac:spMkLst>
        </pc:spChg>
        <pc:spChg chg="add mod">
          <ac:chgData name="Zhao Jin" userId="cd05a825-544c-438a-9ba1-08e63db50b47" providerId="ADAL" clId="{5DF3A229-1965-414E-AF54-F4C37AC7DF68}" dt="2026-01-26T07:20:17.068" v="696"/>
          <ac:spMkLst>
            <pc:docMk/>
            <pc:sldMk cId="516422954" sldId="555"/>
            <ac:spMk id="8" creationId="{365BA7AE-D29C-B20D-B057-FA1CF727E96C}"/>
          </ac:spMkLst>
        </pc:spChg>
        <pc:spChg chg="add mod">
          <ac:chgData name="Zhao Jin" userId="cd05a825-544c-438a-9ba1-08e63db50b47" providerId="ADAL" clId="{5DF3A229-1965-414E-AF54-F4C37AC7DF68}" dt="2026-01-26T07:39:09.422" v="1106" actId="14100"/>
          <ac:spMkLst>
            <pc:docMk/>
            <pc:sldMk cId="516422954" sldId="555"/>
            <ac:spMk id="9" creationId="{0F65EC1A-5B40-09D4-58FE-4BC0AD0FBCEC}"/>
          </ac:spMkLst>
        </pc:spChg>
        <pc:spChg chg="add mod">
          <ac:chgData name="Zhao Jin" userId="cd05a825-544c-438a-9ba1-08e63db50b47" providerId="ADAL" clId="{5DF3A229-1965-414E-AF54-F4C37AC7DF68}" dt="2026-01-26T07:39:21.591" v="1111" actId="1076"/>
          <ac:spMkLst>
            <pc:docMk/>
            <pc:sldMk cId="516422954" sldId="555"/>
            <ac:spMk id="10" creationId="{20872D65-C911-BEB0-D119-8F62C5621A1B}"/>
          </ac:spMkLst>
        </pc:spChg>
        <pc:spChg chg="add mod">
          <ac:chgData name="Zhao Jin" userId="cd05a825-544c-438a-9ba1-08e63db50b47" providerId="ADAL" clId="{5DF3A229-1965-414E-AF54-F4C37AC7DF68}" dt="2026-01-26T07:29:04.060" v="938" actId="1076"/>
          <ac:spMkLst>
            <pc:docMk/>
            <pc:sldMk cId="516422954" sldId="555"/>
            <ac:spMk id="11" creationId="{7557400B-6255-C908-29B6-B6997A1492BE}"/>
          </ac:spMkLst>
        </pc:spChg>
        <pc:spChg chg="add del mod">
          <ac:chgData name="Zhao Jin" userId="cd05a825-544c-438a-9ba1-08e63db50b47" providerId="ADAL" clId="{5DF3A229-1965-414E-AF54-F4C37AC7DF68}" dt="2026-01-26T07:37:07.874" v="1071" actId="478"/>
          <ac:spMkLst>
            <pc:docMk/>
            <pc:sldMk cId="516422954" sldId="555"/>
            <ac:spMk id="12" creationId="{EF3BEA43-0B27-7DE1-BB5C-6839307894EB}"/>
          </ac:spMkLst>
        </pc:spChg>
        <pc:spChg chg="mod ord">
          <ac:chgData name="Zhao Jin" userId="cd05a825-544c-438a-9ba1-08e63db50b47" providerId="ADAL" clId="{5DF3A229-1965-414E-AF54-F4C37AC7DF68}" dt="2026-01-26T07:39:19.197" v="1110" actId="20577"/>
          <ac:spMkLst>
            <pc:docMk/>
            <pc:sldMk cId="516422954" sldId="555"/>
            <ac:spMk id="15" creationId="{A275D272-7B40-9691-9733-B8B88EED2427}"/>
          </ac:spMkLst>
        </pc:spChg>
        <pc:picChg chg="add del mod">
          <ac:chgData name="Zhao Jin" userId="cd05a825-544c-438a-9ba1-08e63db50b47" providerId="ADAL" clId="{5DF3A229-1965-414E-AF54-F4C37AC7DF68}" dt="2026-01-26T07:37:09.935" v="1073" actId="1076"/>
          <ac:picMkLst>
            <pc:docMk/>
            <pc:sldMk cId="516422954" sldId="555"/>
            <ac:picMk id="3" creationId="{98723623-B31D-935A-F0A3-B109BACAC3BC}"/>
          </ac:picMkLst>
        </pc:picChg>
      </pc:sldChg>
      <pc:sldChg chg="addSp delSp modSp add del mod addAnim delAnim modAnim">
        <pc:chgData name="Zhao Jin" userId="cd05a825-544c-438a-9ba1-08e63db50b47" providerId="ADAL" clId="{5DF3A229-1965-414E-AF54-F4C37AC7DF68}" dt="2026-01-27T01:24:09.593" v="2170"/>
        <pc:sldMkLst>
          <pc:docMk/>
          <pc:sldMk cId="1474131499" sldId="556"/>
        </pc:sldMkLst>
        <pc:spChg chg="add mod ord">
          <ac:chgData name="Zhao Jin" userId="cd05a825-544c-438a-9ba1-08e63db50b47" providerId="ADAL" clId="{5DF3A229-1965-414E-AF54-F4C37AC7DF68}" dt="2026-01-27T01:24:08.054" v="2169" actId="1037"/>
          <ac:spMkLst>
            <pc:docMk/>
            <pc:sldMk cId="1474131499" sldId="556"/>
            <ac:spMk id="3" creationId="{07BEC476-3D56-E542-7B96-2AC871F64F20}"/>
          </ac:spMkLst>
        </pc:spChg>
        <pc:spChg chg="del">
          <ac:chgData name="Zhao Jin" userId="cd05a825-544c-438a-9ba1-08e63db50b47" providerId="ADAL" clId="{5DF3A229-1965-414E-AF54-F4C37AC7DF68}" dt="2026-01-26T07:40:13.568" v="1119" actId="478"/>
          <ac:spMkLst>
            <pc:docMk/>
            <pc:sldMk cId="1474131499" sldId="556"/>
            <ac:spMk id="4" creationId="{4543A9AA-088E-9EBD-D2C1-1CFFBB093A58}"/>
          </ac:spMkLst>
        </pc:spChg>
        <pc:spChg chg="del">
          <ac:chgData name="Zhao Jin" userId="cd05a825-544c-438a-9ba1-08e63db50b47" providerId="ADAL" clId="{5DF3A229-1965-414E-AF54-F4C37AC7DF68}" dt="2026-01-26T07:40:13.843" v="1120" actId="478"/>
          <ac:spMkLst>
            <pc:docMk/>
            <pc:sldMk cId="1474131499" sldId="556"/>
            <ac:spMk id="5" creationId="{CEC43541-F8C0-B4B3-F2FE-FC5E1993BD02}"/>
          </ac:spMkLst>
        </pc:spChg>
        <pc:spChg chg="mod">
          <ac:chgData name="Zhao Jin" userId="cd05a825-544c-438a-9ba1-08e63db50b47" providerId="ADAL" clId="{5DF3A229-1965-414E-AF54-F4C37AC7DF68}" dt="2026-01-26T07:40:54.937" v="1130" actId="1035"/>
          <ac:spMkLst>
            <pc:docMk/>
            <pc:sldMk cId="1474131499" sldId="556"/>
            <ac:spMk id="7" creationId="{207B6BFD-8BBB-1D74-A924-6ECBB2CEB6AA}"/>
          </ac:spMkLst>
        </pc:spChg>
        <pc:spChg chg="mod">
          <ac:chgData name="Zhao Jin" userId="cd05a825-544c-438a-9ba1-08e63db50b47" providerId="ADAL" clId="{5DF3A229-1965-414E-AF54-F4C37AC7DF68}" dt="2026-01-26T07:40:47.074" v="1127" actId="1076"/>
          <ac:spMkLst>
            <pc:docMk/>
            <pc:sldMk cId="1474131499" sldId="556"/>
            <ac:spMk id="9" creationId="{860EEE14-7272-9D0F-B4A8-1B8010D7536F}"/>
          </ac:spMkLst>
        </pc:spChg>
        <pc:spChg chg="mod">
          <ac:chgData name="Zhao Jin" userId="cd05a825-544c-438a-9ba1-08e63db50b47" providerId="ADAL" clId="{5DF3A229-1965-414E-AF54-F4C37AC7DF68}" dt="2026-01-26T07:41:40.493" v="1139" actId="1076"/>
          <ac:spMkLst>
            <pc:docMk/>
            <pc:sldMk cId="1474131499" sldId="556"/>
            <ac:spMk id="10" creationId="{85C1E66F-7A6B-5413-B71E-6EE89ED2D139}"/>
          </ac:spMkLst>
        </pc:spChg>
        <pc:spChg chg="mod">
          <ac:chgData name="Zhao Jin" userId="cd05a825-544c-438a-9ba1-08e63db50b47" providerId="ADAL" clId="{5DF3A229-1965-414E-AF54-F4C37AC7DF68}" dt="2026-01-26T07:41:16.006" v="1135" actId="1076"/>
          <ac:spMkLst>
            <pc:docMk/>
            <pc:sldMk cId="1474131499" sldId="556"/>
            <ac:spMk id="11" creationId="{F1BEBA49-1AC5-D2E5-50AE-AA6FB84B7E39}"/>
          </ac:spMkLst>
        </pc:spChg>
        <pc:spChg chg="add del mod">
          <ac:chgData name="Zhao Jin" userId="cd05a825-544c-438a-9ba1-08e63db50b47" providerId="ADAL" clId="{5DF3A229-1965-414E-AF54-F4C37AC7DF68}" dt="2026-01-26T07:27:22.880" v="907" actId="478"/>
          <ac:spMkLst>
            <pc:docMk/>
            <pc:sldMk cId="1474131499" sldId="556"/>
            <ac:spMk id="12" creationId="{8F089E10-8522-4858-304A-14152CF564C9}"/>
          </ac:spMkLst>
        </pc:spChg>
        <pc:spChg chg="add del">
          <ac:chgData name="Zhao Jin" userId="cd05a825-544c-438a-9ba1-08e63db50b47" providerId="ADAL" clId="{5DF3A229-1965-414E-AF54-F4C37AC7DF68}" dt="2026-01-26T07:27:27.185" v="909" actId="11529"/>
          <ac:spMkLst>
            <pc:docMk/>
            <pc:sldMk cId="1474131499" sldId="556"/>
            <ac:spMk id="13" creationId="{1C10E115-4FF9-F775-BC2C-E1DD906D66AF}"/>
          </ac:spMkLst>
        </pc:spChg>
        <pc:spChg chg="add mod">
          <ac:chgData name="Zhao Jin" userId="cd05a825-544c-438a-9ba1-08e63db50b47" providerId="ADAL" clId="{5DF3A229-1965-414E-AF54-F4C37AC7DF68}" dt="2026-01-26T07:40:12.458" v="1118" actId="14100"/>
          <ac:spMkLst>
            <pc:docMk/>
            <pc:sldMk cId="1474131499" sldId="556"/>
            <ac:spMk id="14" creationId="{D49E0DB1-2446-FB8E-E47A-DC04041DFB1E}"/>
          </ac:spMkLst>
        </pc:spChg>
        <pc:spChg chg="mod">
          <ac:chgData name="Zhao Jin" userId="cd05a825-544c-438a-9ba1-08e63db50b47" providerId="ADAL" clId="{5DF3A229-1965-414E-AF54-F4C37AC7DF68}" dt="2026-01-26T07:41:38.645" v="1138" actId="20577"/>
          <ac:spMkLst>
            <pc:docMk/>
            <pc:sldMk cId="1474131499" sldId="556"/>
            <ac:spMk id="15" creationId="{B47D16AB-9E56-8062-5929-0446B38062AD}"/>
          </ac:spMkLst>
        </pc:spChg>
        <pc:spChg chg="add mod">
          <ac:chgData name="Zhao Jin" userId="cd05a825-544c-438a-9ba1-08e63db50b47" providerId="ADAL" clId="{5DF3A229-1965-414E-AF54-F4C37AC7DF68}" dt="2026-01-26T07:27:02.285" v="902" actId="1035"/>
          <ac:spMkLst>
            <pc:docMk/>
            <pc:sldMk cId="1474131499" sldId="556"/>
            <ac:spMk id="20" creationId="{027D0309-3481-F814-A384-F1E81C433334}"/>
          </ac:spMkLst>
        </pc:spChg>
        <pc:spChg chg="mod">
          <ac:chgData name="Zhao Jin" userId="cd05a825-544c-438a-9ba1-08e63db50b47" providerId="ADAL" clId="{5DF3A229-1965-414E-AF54-F4C37AC7DF68}" dt="2026-01-26T07:22:08.994" v="768" actId="6549"/>
          <ac:spMkLst>
            <pc:docMk/>
            <pc:sldMk cId="1474131499" sldId="556"/>
            <ac:spMk id="24578" creationId="{16262A9C-AA9C-01B5-986C-F00B2412C07A}"/>
          </ac:spMkLst>
        </pc:spChg>
        <pc:picChg chg="del">
          <ac:chgData name="Zhao Jin" userId="cd05a825-544c-438a-9ba1-08e63db50b47" providerId="ADAL" clId="{5DF3A229-1965-414E-AF54-F4C37AC7DF68}" dt="2026-01-26T07:25:23.593" v="877" actId="478"/>
          <ac:picMkLst>
            <pc:docMk/>
            <pc:sldMk cId="1474131499" sldId="556"/>
            <ac:picMk id="3" creationId="{B43F9436-CAB0-8255-68E3-87C81348744F}"/>
          </ac:picMkLst>
        </pc:picChg>
        <pc:picChg chg="add mod">
          <ac:chgData name="Zhao Jin" userId="cd05a825-544c-438a-9ba1-08e63db50b47" providerId="ADAL" clId="{5DF3A229-1965-414E-AF54-F4C37AC7DF68}" dt="2026-01-26T07:25:26.982" v="878"/>
          <ac:picMkLst>
            <pc:docMk/>
            <pc:sldMk cId="1474131499" sldId="556"/>
            <ac:picMk id="8" creationId="{3A450B5A-E8D2-7511-D65F-F5791A655010}"/>
          </ac:picMkLst>
        </pc:picChg>
      </pc:sldChg>
      <pc:sldChg chg="addSp delSp modSp add del mod addAnim delAnim">
        <pc:chgData name="Zhao Jin" userId="cd05a825-544c-438a-9ba1-08e63db50b47" providerId="ADAL" clId="{5DF3A229-1965-414E-AF54-F4C37AC7DF68}" dt="2026-01-26T07:39:36.620" v="1112" actId="47"/>
        <pc:sldMkLst>
          <pc:docMk/>
          <pc:sldMk cId="1819726774" sldId="557"/>
        </pc:sldMkLst>
        <pc:spChg chg="mod">
          <ac:chgData name="Zhao Jin" userId="cd05a825-544c-438a-9ba1-08e63db50b47" providerId="ADAL" clId="{5DF3A229-1965-414E-AF54-F4C37AC7DF68}" dt="2026-01-26T07:37:49.431" v="1088" actId="1076"/>
          <ac:spMkLst>
            <pc:docMk/>
            <pc:sldMk cId="1819726774" sldId="557"/>
            <ac:spMk id="7" creationId="{0B0C641C-1E9A-685C-94B5-EB45C9BF9B20}"/>
          </ac:spMkLst>
        </pc:spChg>
        <pc:spChg chg="mod">
          <ac:chgData name="Zhao Jin" userId="cd05a825-544c-438a-9ba1-08e63db50b47" providerId="ADAL" clId="{5DF3A229-1965-414E-AF54-F4C37AC7DF68}" dt="2026-01-26T07:38:07.432" v="1094" actId="1037"/>
          <ac:spMkLst>
            <pc:docMk/>
            <pc:sldMk cId="1819726774" sldId="557"/>
            <ac:spMk id="9" creationId="{DF2C6A1D-154C-8880-BF77-EE7A08F70FB3}"/>
          </ac:spMkLst>
        </pc:spChg>
        <pc:spChg chg="mod">
          <ac:chgData name="Zhao Jin" userId="cd05a825-544c-438a-9ba1-08e63db50b47" providerId="ADAL" clId="{5DF3A229-1965-414E-AF54-F4C37AC7DF68}" dt="2026-01-26T07:37:40.600" v="1085" actId="1076"/>
          <ac:spMkLst>
            <pc:docMk/>
            <pc:sldMk cId="1819726774" sldId="557"/>
            <ac:spMk id="10" creationId="{283B2282-1B1A-1F28-CDB3-274767DDB323}"/>
          </ac:spMkLst>
        </pc:spChg>
        <pc:spChg chg="mod">
          <ac:chgData name="Zhao Jin" userId="cd05a825-544c-438a-9ba1-08e63db50b47" providerId="ADAL" clId="{5DF3A229-1965-414E-AF54-F4C37AC7DF68}" dt="2026-01-26T07:37:45.239" v="1087" actId="14100"/>
          <ac:spMkLst>
            <pc:docMk/>
            <pc:sldMk cId="1819726774" sldId="557"/>
            <ac:spMk id="11" creationId="{14A49889-BBE0-8255-84A0-73C61DE34C1A}"/>
          </ac:spMkLst>
        </pc:spChg>
        <pc:spChg chg="add del">
          <ac:chgData name="Zhao Jin" userId="cd05a825-544c-438a-9ba1-08e63db50b47" providerId="ADAL" clId="{5DF3A229-1965-414E-AF54-F4C37AC7DF68}" dt="2026-01-26T07:38:23.882" v="1099" actId="21"/>
          <ac:spMkLst>
            <pc:docMk/>
            <pc:sldMk cId="1819726774" sldId="557"/>
            <ac:spMk id="12" creationId="{D49E0DB1-2446-FB8E-E47A-DC04041DFB1E}"/>
          </ac:spMkLst>
        </pc:spChg>
        <pc:spChg chg="mod">
          <ac:chgData name="Zhao Jin" userId="cd05a825-544c-438a-9ba1-08e63db50b47" providerId="ADAL" clId="{5DF3A229-1965-414E-AF54-F4C37AC7DF68}" dt="2026-01-26T07:37:35.487" v="1083" actId="20577"/>
          <ac:spMkLst>
            <pc:docMk/>
            <pc:sldMk cId="1819726774" sldId="557"/>
            <ac:spMk id="15" creationId="{57ACAC70-320A-32E3-2C14-409420C11A1C}"/>
          </ac:spMkLst>
        </pc:spChg>
      </pc:sldChg>
      <pc:sldChg chg="add del">
        <pc:chgData name="Zhao Jin" userId="cd05a825-544c-438a-9ba1-08e63db50b47" providerId="ADAL" clId="{5DF3A229-1965-414E-AF54-F4C37AC7DF68}" dt="2026-01-26T07:34:45.040" v="956" actId="47"/>
        <pc:sldMkLst>
          <pc:docMk/>
          <pc:sldMk cId="1885700407" sldId="557"/>
        </pc:sldMkLst>
      </pc:sldChg>
      <pc:sldChg chg="addSp delSp modSp add del mod addAnim delAnim modAnim">
        <pc:chgData name="Zhao Jin" userId="cd05a825-544c-438a-9ba1-08e63db50b47" providerId="ADAL" clId="{5DF3A229-1965-414E-AF54-F4C37AC7DF68}" dt="2026-01-26T07:36:13.446" v="1062"/>
        <pc:sldMkLst>
          <pc:docMk/>
          <pc:sldMk cId="2321362045" sldId="557"/>
        </pc:sldMkLst>
        <pc:spChg chg="add del">
          <ac:chgData name="Zhao Jin" userId="cd05a825-544c-438a-9ba1-08e63db50b47" providerId="ADAL" clId="{5DF3A229-1965-414E-AF54-F4C37AC7DF68}" dt="2026-01-26T07:36:12.135" v="1058" actId="478"/>
          <ac:spMkLst>
            <pc:docMk/>
            <pc:sldMk cId="2321362045" sldId="557"/>
            <ac:spMk id="2" creationId="{8A29A317-88DA-01D6-BE8C-C10CA096513A}"/>
          </ac:spMkLst>
        </pc:spChg>
        <pc:spChg chg="add del">
          <ac:chgData name="Zhao Jin" userId="cd05a825-544c-438a-9ba1-08e63db50b47" providerId="ADAL" clId="{5DF3A229-1965-414E-AF54-F4C37AC7DF68}" dt="2026-01-26T07:36:11.912" v="1057" actId="478"/>
          <ac:spMkLst>
            <pc:docMk/>
            <pc:sldMk cId="2321362045" sldId="557"/>
            <ac:spMk id="7" creationId="{FDD63958-F574-3E43-62DF-57D87D2BD65C}"/>
          </ac:spMkLst>
        </pc:spChg>
        <pc:spChg chg="add del mod">
          <ac:chgData name="Zhao Jin" userId="cd05a825-544c-438a-9ba1-08e63db50b47" providerId="ADAL" clId="{5DF3A229-1965-414E-AF54-F4C37AC7DF68}" dt="2026-01-26T07:36:13.162" v="1061" actId="1076"/>
          <ac:spMkLst>
            <pc:docMk/>
            <pc:sldMk cId="2321362045" sldId="557"/>
            <ac:spMk id="9" creationId="{51FB99DC-4166-0380-EB5C-71875B2718EA}"/>
          </ac:spMkLst>
        </pc:spChg>
        <pc:spChg chg="add del">
          <ac:chgData name="Zhao Jin" userId="cd05a825-544c-438a-9ba1-08e63db50b47" providerId="ADAL" clId="{5DF3A229-1965-414E-AF54-F4C37AC7DF68}" dt="2026-01-26T07:36:11.609" v="1056" actId="478"/>
          <ac:spMkLst>
            <pc:docMk/>
            <pc:sldMk cId="2321362045" sldId="557"/>
            <ac:spMk id="10" creationId="{71DA5F65-5069-0200-FC55-57B29C7C4840}"/>
          </ac:spMkLst>
        </pc:spChg>
        <pc:spChg chg="add del">
          <ac:chgData name="Zhao Jin" userId="cd05a825-544c-438a-9ba1-08e63db50b47" providerId="ADAL" clId="{5DF3A229-1965-414E-AF54-F4C37AC7DF68}" dt="2026-01-26T07:36:11.408" v="1055" actId="478"/>
          <ac:spMkLst>
            <pc:docMk/>
            <pc:sldMk cId="2321362045" sldId="557"/>
            <ac:spMk id="11" creationId="{684AFC2E-3F53-2D7B-6E2A-18BD023DD447}"/>
          </ac:spMkLst>
        </pc:spChg>
        <pc:spChg chg="mod">
          <ac:chgData name="Zhao Jin" userId="cd05a825-544c-438a-9ba1-08e63db50b47" providerId="ADAL" clId="{5DF3A229-1965-414E-AF54-F4C37AC7DF68}" dt="2026-01-26T07:35:12.992" v="1018" actId="20577"/>
          <ac:spMkLst>
            <pc:docMk/>
            <pc:sldMk cId="2321362045" sldId="557"/>
            <ac:spMk id="15" creationId="{2EBA823F-D86A-F672-E36D-A674AF788EC5}"/>
          </ac:spMkLst>
        </pc:spChg>
      </pc:sldChg>
      <pc:sldChg chg="addSp delSp modSp add mod delAnim modAnim">
        <pc:chgData name="Zhao Jin" userId="cd05a825-544c-438a-9ba1-08e63db50b47" providerId="ADAL" clId="{5DF3A229-1965-414E-AF54-F4C37AC7DF68}" dt="2026-01-26T08:03:40.865" v="2008" actId="1036"/>
        <pc:sldMkLst>
          <pc:docMk/>
          <pc:sldMk cId="3686713778" sldId="557"/>
        </pc:sldMkLst>
        <pc:spChg chg="del">
          <ac:chgData name="Zhao Jin" userId="cd05a825-544c-438a-9ba1-08e63db50b47" providerId="ADAL" clId="{5DF3A229-1965-414E-AF54-F4C37AC7DF68}" dt="2026-01-26T07:41:52.761" v="1141" actId="478"/>
          <ac:spMkLst>
            <pc:docMk/>
            <pc:sldMk cId="3686713778" sldId="557"/>
            <ac:spMk id="2" creationId="{2C2D7CF0-69FD-3564-DCFF-D5402BC445A3}"/>
          </ac:spMkLst>
        </pc:spChg>
        <pc:spChg chg="del">
          <ac:chgData name="Zhao Jin" userId="cd05a825-544c-438a-9ba1-08e63db50b47" providerId="ADAL" clId="{5DF3A229-1965-414E-AF54-F4C37AC7DF68}" dt="2026-01-26T07:41:52.761" v="1141" actId="478"/>
          <ac:spMkLst>
            <pc:docMk/>
            <pc:sldMk cId="3686713778" sldId="557"/>
            <ac:spMk id="7" creationId="{B626443C-034E-5481-4E39-FBFC0594B9E6}"/>
          </ac:spMkLst>
        </pc:spChg>
        <pc:spChg chg="del">
          <ac:chgData name="Zhao Jin" userId="cd05a825-544c-438a-9ba1-08e63db50b47" providerId="ADAL" clId="{5DF3A229-1965-414E-AF54-F4C37AC7DF68}" dt="2026-01-26T07:41:52.761" v="1141" actId="478"/>
          <ac:spMkLst>
            <pc:docMk/>
            <pc:sldMk cId="3686713778" sldId="557"/>
            <ac:spMk id="9" creationId="{247AF143-14DF-466E-E71B-EB9D1D8EC89E}"/>
          </ac:spMkLst>
        </pc:spChg>
        <pc:spChg chg="del">
          <ac:chgData name="Zhao Jin" userId="cd05a825-544c-438a-9ba1-08e63db50b47" providerId="ADAL" clId="{5DF3A229-1965-414E-AF54-F4C37AC7DF68}" dt="2026-01-26T07:45:11.837" v="1318" actId="478"/>
          <ac:spMkLst>
            <pc:docMk/>
            <pc:sldMk cId="3686713778" sldId="557"/>
            <ac:spMk id="10" creationId="{EEDC8DEC-EF69-06F2-3606-F8FA2D27D6D2}"/>
          </ac:spMkLst>
        </pc:spChg>
        <pc:spChg chg="del">
          <ac:chgData name="Zhao Jin" userId="cd05a825-544c-438a-9ba1-08e63db50b47" providerId="ADAL" clId="{5DF3A229-1965-414E-AF54-F4C37AC7DF68}" dt="2026-01-26T07:45:12.554" v="1319" actId="478"/>
          <ac:spMkLst>
            <pc:docMk/>
            <pc:sldMk cId="3686713778" sldId="557"/>
            <ac:spMk id="11" creationId="{68901B27-5E1F-A7C3-AEC6-DECB2F888987}"/>
          </ac:spMkLst>
        </pc:spChg>
        <pc:spChg chg="del">
          <ac:chgData name="Zhao Jin" userId="cd05a825-544c-438a-9ba1-08e63db50b47" providerId="ADAL" clId="{5DF3A229-1965-414E-AF54-F4C37AC7DF68}" dt="2026-01-26T07:41:52.761" v="1141" actId="478"/>
          <ac:spMkLst>
            <pc:docMk/>
            <pc:sldMk cId="3686713778" sldId="557"/>
            <ac:spMk id="14" creationId="{087CC42F-E6FC-79B6-1899-B1265F69D0A9}"/>
          </ac:spMkLst>
        </pc:spChg>
        <pc:spChg chg="mod">
          <ac:chgData name="Zhao Jin" userId="cd05a825-544c-438a-9ba1-08e63db50b47" providerId="ADAL" clId="{5DF3A229-1965-414E-AF54-F4C37AC7DF68}" dt="2026-01-26T08:03:32.331" v="1982" actId="404"/>
          <ac:spMkLst>
            <pc:docMk/>
            <pc:sldMk cId="3686713778" sldId="557"/>
            <ac:spMk id="15" creationId="{74DA6ED4-3775-EA8C-09C8-4ECD278B23FA}"/>
          </ac:spMkLst>
        </pc:spChg>
        <pc:spChg chg="del">
          <ac:chgData name="Zhao Jin" userId="cd05a825-544c-438a-9ba1-08e63db50b47" providerId="ADAL" clId="{5DF3A229-1965-414E-AF54-F4C37AC7DF68}" dt="2026-01-26T07:41:52.761" v="1141" actId="478"/>
          <ac:spMkLst>
            <pc:docMk/>
            <pc:sldMk cId="3686713778" sldId="557"/>
            <ac:spMk id="20" creationId="{F5256A68-0994-27CE-7B32-A8AD93C29AA3}"/>
          </ac:spMkLst>
        </pc:spChg>
        <pc:spChg chg="mod">
          <ac:chgData name="Zhao Jin" userId="cd05a825-544c-438a-9ba1-08e63db50b47" providerId="ADAL" clId="{5DF3A229-1965-414E-AF54-F4C37AC7DF68}" dt="2026-01-26T07:43:44.338" v="1221" actId="20577"/>
          <ac:spMkLst>
            <pc:docMk/>
            <pc:sldMk cId="3686713778" sldId="557"/>
            <ac:spMk id="24578" creationId="{F42B71A4-7962-C161-791E-A3162597E084}"/>
          </ac:spMkLst>
        </pc:spChg>
        <pc:picChg chg="add mod">
          <ac:chgData name="Zhao Jin" userId="cd05a825-544c-438a-9ba1-08e63db50b47" providerId="ADAL" clId="{5DF3A229-1965-414E-AF54-F4C37AC7DF68}" dt="2026-01-26T08:03:40.865" v="2008" actId="1036"/>
          <ac:picMkLst>
            <pc:docMk/>
            <pc:sldMk cId="3686713778" sldId="557"/>
            <ac:picMk id="3" creationId="{BAD122BF-7BDE-385D-A61C-757A216C40BA}"/>
          </ac:picMkLst>
        </pc:picChg>
        <pc:picChg chg="add del mod">
          <ac:chgData name="Zhao Jin" userId="cd05a825-544c-438a-9ba1-08e63db50b47" providerId="ADAL" clId="{5DF3A229-1965-414E-AF54-F4C37AC7DF68}" dt="2026-01-26T07:46:45.727" v="1488" actId="21"/>
          <ac:picMkLst>
            <pc:docMk/>
            <pc:sldMk cId="3686713778" sldId="557"/>
            <ac:picMk id="4" creationId="{8AA64F1A-937C-DF10-8BE6-440471E47EF3}"/>
          </ac:picMkLst>
        </pc:picChg>
        <pc:picChg chg="add mod">
          <ac:chgData name="Zhao Jin" userId="cd05a825-544c-438a-9ba1-08e63db50b47" providerId="ADAL" clId="{5DF3A229-1965-414E-AF54-F4C37AC7DF68}" dt="2026-01-26T08:03:38.840" v="2007" actId="1036"/>
          <ac:picMkLst>
            <pc:docMk/>
            <pc:sldMk cId="3686713778" sldId="557"/>
            <ac:picMk id="5" creationId="{8AA64F1A-937C-DF10-8BE6-440471E47EF3}"/>
          </ac:picMkLst>
        </pc:picChg>
        <pc:picChg chg="del">
          <ac:chgData name="Zhao Jin" userId="cd05a825-544c-438a-9ba1-08e63db50b47" providerId="ADAL" clId="{5DF3A229-1965-414E-AF54-F4C37AC7DF68}" dt="2026-01-26T07:41:52.761" v="1141" actId="478"/>
          <ac:picMkLst>
            <pc:docMk/>
            <pc:sldMk cId="3686713778" sldId="557"/>
            <ac:picMk id="8" creationId="{287C66E2-AC07-39D7-F5BF-EDBC0790C088}"/>
          </ac:picMkLst>
        </pc:picChg>
      </pc:sldChg>
      <pc:sldChg chg="addSp delSp modSp add mod delAnim modAnim">
        <pc:chgData name="Zhao Jin" userId="cd05a825-544c-438a-9ba1-08e63db50b47" providerId="ADAL" clId="{5DF3A229-1965-414E-AF54-F4C37AC7DF68}" dt="2026-01-26T07:57:23.945" v="1762" actId="1076"/>
        <pc:sldMkLst>
          <pc:docMk/>
          <pc:sldMk cId="445265579" sldId="558"/>
        </pc:sldMkLst>
        <pc:spChg chg="del">
          <ac:chgData name="Zhao Jin" userId="cd05a825-544c-438a-9ba1-08e63db50b47" providerId="ADAL" clId="{5DF3A229-1965-414E-AF54-F4C37AC7DF68}" dt="2026-01-26T07:53:01.930" v="1580" actId="478"/>
          <ac:spMkLst>
            <pc:docMk/>
            <pc:sldMk cId="445265579" sldId="558"/>
            <ac:spMk id="2" creationId="{7EBAAE9F-EE97-B7A4-0231-A3E1FF02DF1F}"/>
          </ac:spMkLst>
        </pc:spChg>
        <pc:spChg chg="add mod">
          <ac:chgData name="Zhao Jin" userId="cd05a825-544c-438a-9ba1-08e63db50b47" providerId="ADAL" clId="{5DF3A229-1965-414E-AF54-F4C37AC7DF68}" dt="2026-01-26T07:53:51.273" v="1679" actId="1076"/>
          <ac:spMkLst>
            <pc:docMk/>
            <pc:sldMk cId="445265579" sldId="558"/>
            <ac:spMk id="4" creationId="{28FA7A8C-DE6A-3E49-54D5-3043C77B1732}"/>
          </ac:spMkLst>
        </pc:spChg>
        <pc:spChg chg="add mod">
          <ac:chgData name="Zhao Jin" userId="cd05a825-544c-438a-9ba1-08e63db50b47" providerId="ADAL" clId="{5DF3A229-1965-414E-AF54-F4C37AC7DF68}" dt="2026-01-26T07:54:06.697" v="1688" actId="14100"/>
          <ac:spMkLst>
            <pc:docMk/>
            <pc:sldMk cId="445265579" sldId="558"/>
            <ac:spMk id="5" creationId="{4BBD56F5-D219-2E53-BBE5-BD9703D031F4}"/>
          </ac:spMkLst>
        </pc:spChg>
        <pc:spChg chg="add mod">
          <ac:chgData name="Zhao Jin" userId="cd05a825-544c-438a-9ba1-08e63db50b47" providerId="ADAL" clId="{5DF3A229-1965-414E-AF54-F4C37AC7DF68}" dt="2026-01-26T07:57:23.945" v="1762" actId="1076"/>
          <ac:spMkLst>
            <pc:docMk/>
            <pc:sldMk cId="445265579" sldId="558"/>
            <ac:spMk id="7" creationId="{331DC773-47AA-FBEC-D69E-C593E140F983}"/>
          </ac:spMkLst>
        </pc:spChg>
        <pc:spChg chg="mod">
          <ac:chgData name="Zhao Jin" userId="cd05a825-544c-438a-9ba1-08e63db50b47" providerId="ADAL" clId="{5DF3A229-1965-414E-AF54-F4C37AC7DF68}" dt="2026-01-26T07:53:34.020" v="1674" actId="20577"/>
          <ac:spMkLst>
            <pc:docMk/>
            <pc:sldMk cId="445265579" sldId="558"/>
            <ac:spMk id="10" creationId="{7BE4790F-4C5F-7823-2C8F-3F4508933B06}"/>
          </ac:spMkLst>
        </pc:spChg>
      </pc:sldChg>
      <pc:sldChg chg="modSp add modAnim">
        <pc:chgData name="Zhao Jin" userId="cd05a825-544c-438a-9ba1-08e63db50b47" providerId="ADAL" clId="{5DF3A229-1965-414E-AF54-F4C37AC7DF68}" dt="2026-01-27T01:18:40.475" v="2101" actId="207"/>
        <pc:sldMkLst>
          <pc:docMk/>
          <pc:sldMk cId="616006651" sldId="559"/>
        </pc:sldMkLst>
        <pc:spChg chg="mod">
          <ac:chgData name="Zhao Jin" userId="cd05a825-544c-438a-9ba1-08e63db50b47" providerId="ADAL" clId="{5DF3A229-1965-414E-AF54-F4C37AC7DF68}" dt="2026-01-27T01:18:40.475" v="2101" actId="207"/>
          <ac:spMkLst>
            <pc:docMk/>
            <pc:sldMk cId="616006651" sldId="559"/>
            <ac:spMk id="10" creationId="{C4B8C5EF-2FBC-A46C-9403-3B1A2D98D7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1/27/2026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54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368B-7F2A-B20A-7A22-918154855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3C327CC-3730-2A91-7CE3-533F4BB5209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E41FF07-FB38-5DE6-B8DC-90BBE9E92E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78371EA-0ED0-B90C-5C2C-7D08B864E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81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25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5529-0BE8-14F3-61E8-EA45DF73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CD3B560-D2FE-A898-B93A-F91A133AC0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6D94BD0-659F-622E-3E18-5CDA115EAC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474D347-0106-37F5-52A1-7C5679FE4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16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8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65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17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58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19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532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98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95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CE049-5D81-B2AD-EA8F-74C26FB4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633FE2C-4526-890B-1C54-389988E341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0A1C221-5493-D9A2-54C8-4CD8631AB2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60B4DEC-CA83-197B-6892-72BC68E9A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19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663C-F26D-96D2-7F0D-9C5F36A5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D182E5E-CE32-A5AB-12B9-66271C1EA9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5BC2A50-229C-B942-EEEC-73415FBDBA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C386F39-35AB-801D-C0AE-356617E18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343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9187-8490-72B2-DE27-D55DB04F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9FAD6BED-E5EE-E75A-A21D-9FDFE37FAE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8F05162-424C-8A1F-3D84-F933703021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668880E-CB57-7B2B-EFAB-45CDBBF48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449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93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4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Week2R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Week 2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322CFE54-EF3A-3F89-E16B-0230CCB692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BF52D1-4D87-A520-F1EB-75FBFC53273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/>
              <a:t>Live Q&amp;A </a:t>
            </a:r>
          </a:p>
          <a:p>
            <a:r>
              <a:rPr lang="en-SG" sz="200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1ED45D-1370-19CD-79E8-C0B308CDA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134" y="445546"/>
            <a:ext cx="5595851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>
                <a:solidFill>
                  <a:srgbClr val="0000FF"/>
                </a:solidFill>
              </a:rPr>
              <a:t>Problem Solving Process</a:t>
            </a:r>
          </a:p>
        </p:txBody>
      </p:sp>
      <p:grpSp>
        <p:nvGrpSpPr>
          <p:cNvPr id="7" name="[Group 28]">
            <a:extLst>
              <a:ext uri="{FF2B5EF4-FFF2-40B4-BE49-F238E27FC236}">
                <a16:creationId xmlns:a16="http://schemas.microsoft.com/office/drawing/2014/main" id="{729C1C90-D8F7-D442-C785-2C66029FA988}"/>
              </a:ext>
            </a:extLst>
          </p:cNvPr>
          <p:cNvGrpSpPr/>
          <p:nvPr/>
        </p:nvGrpSpPr>
        <p:grpSpPr>
          <a:xfrm>
            <a:off x="2895600" y="1377278"/>
            <a:ext cx="3854488" cy="4406263"/>
            <a:chOff x="2895600" y="1377278"/>
            <a:chExt cx="3854488" cy="44062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2E7442-0D41-55B0-E572-45015EBADB60}"/>
                </a:ext>
              </a:extLst>
            </p:cNvPr>
            <p:cNvSpPr txBox="1"/>
            <p:nvPr/>
          </p:nvSpPr>
          <p:spPr bwMode="auto">
            <a:xfrm>
              <a:off x="2903851" y="1377278"/>
              <a:ext cx="2768009" cy="523220"/>
            </a:xfrm>
            <a:prstGeom prst="rect">
              <a:avLst/>
            </a:prstGeom>
            <a:gradFill flip="none" rotWithShape="1">
              <a:gsLst>
                <a:gs pos="0">
                  <a:srgbClr val="9900CC">
                    <a:shade val="30000"/>
                    <a:satMod val="115000"/>
                  </a:srgbClr>
                </a:gs>
                <a:gs pos="50000">
                  <a:srgbClr val="CC00FF"/>
                </a:gs>
                <a:gs pos="100000">
                  <a:srgbClr val="CC66FF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>
                  <a:solidFill>
                    <a:srgbClr val="FFFFFF"/>
                  </a:solidFill>
                </a:rPr>
                <a:t>Analysis</a:t>
              </a:r>
              <a:endParaRPr lang="en-SG" sz="2800">
                <a:solidFill>
                  <a:srgbClr val="FFFF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19C1CA-1EE7-953B-538D-4B46BB3E368F}"/>
                </a:ext>
              </a:extLst>
            </p:cNvPr>
            <p:cNvSpPr txBox="1"/>
            <p:nvPr/>
          </p:nvSpPr>
          <p:spPr bwMode="auto">
            <a:xfrm>
              <a:off x="2895600" y="2656034"/>
              <a:ext cx="2784511" cy="523220"/>
            </a:xfrm>
            <a:prstGeom prst="rect">
              <a:avLst/>
            </a:prstGeom>
            <a:gradFill flip="none" rotWithShape="1">
              <a:gsLst>
                <a:gs pos="0">
                  <a:srgbClr val="006600"/>
                </a:gs>
                <a:gs pos="50000">
                  <a:srgbClr val="00CC00"/>
                </a:gs>
                <a:gs pos="100000">
                  <a:srgbClr val="92D050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>
                  <a:solidFill>
                    <a:srgbClr val="FFFFFF"/>
                  </a:solidFill>
                </a:rPr>
                <a:t>Design</a:t>
              </a:r>
              <a:endParaRPr lang="en-SG" sz="2800">
                <a:solidFill>
                  <a:srgbClr val="FFFFFF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AA6904-6F28-EF0A-4E0E-4F8212BA4F4F}"/>
                </a:ext>
              </a:extLst>
            </p:cNvPr>
            <p:cNvSpPr txBox="1"/>
            <p:nvPr/>
          </p:nvSpPr>
          <p:spPr bwMode="auto">
            <a:xfrm>
              <a:off x="2918632" y="3963128"/>
              <a:ext cx="2738446" cy="523220"/>
            </a:xfrm>
            <a:prstGeom prst="rect">
              <a:avLst/>
            </a:prstGeom>
            <a:gradFill>
              <a:gsLst>
                <a:gs pos="0">
                  <a:srgbClr val="000099"/>
                </a:gs>
                <a:gs pos="50000">
                  <a:srgbClr val="3333FF"/>
                </a:gs>
                <a:gs pos="100000">
                  <a:srgbClr val="99CCFF"/>
                </a:gs>
              </a:gsLst>
              <a:lin ang="2700000" scaled="1"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>
                  <a:solidFill>
                    <a:srgbClr val="FFFFFF"/>
                  </a:solidFill>
                </a:rPr>
                <a:t>Implementation</a:t>
              </a:r>
              <a:endParaRPr lang="en-SG" sz="2800">
                <a:solidFill>
                  <a:srgbClr val="FFFFFF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BD9849-F12D-BBF6-7642-78C59140CD34}"/>
                </a:ext>
              </a:extLst>
            </p:cNvPr>
            <p:cNvSpPr txBox="1"/>
            <p:nvPr/>
          </p:nvSpPr>
          <p:spPr bwMode="auto">
            <a:xfrm>
              <a:off x="2904300" y="5260321"/>
              <a:ext cx="2767111" cy="52322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6600"/>
                </a:gs>
                <a:gs pos="100000">
                  <a:srgbClr val="FF9966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>
                  <a:solidFill>
                    <a:srgbClr val="FFFFFF"/>
                  </a:solidFill>
                </a:rPr>
                <a:t>Testing</a:t>
              </a:r>
              <a:endParaRPr lang="en-SG" sz="2800">
                <a:solidFill>
                  <a:srgbClr val="FFFFFF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1A38562-1EFA-A474-3136-C8A281DFE3A6}"/>
                </a:ext>
              </a:extLst>
            </p:cNvPr>
            <p:cNvCxnSpPr>
              <a:cxnSpLocks noChangeShapeType="1"/>
              <a:stCxn id="8" idx="2"/>
              <a:endCxn id="9" idx="0"/>
            </p:cNvCxnSpPr>
            <p:nvPr/>
          </p:nvCxnSpPr>
          <p:spPr bwMode="auto">
            <a:xfrm>
              <a:off x="4287856" y="1900498"/>
              <a:ext cx="0" cy="755536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14" name="Straight Arrow Connector 14">
              <a:extLst>
                <a:ext uri="{FF2B5EF4-FFF2-40B4-BE49-F238E27FC236}">
                  <a16:creationId xmlns:a16="http://schemas.microsoft.com/office/drawing/2014/main" id="{7E07DDD8-2780-D45B-DC44-45569882DCE6}"/>
                </a:ext>
              </a:extLst>
            </p:cNvPr>
            <p:cNvCxnSpPr>
              <a:cxnSpLocks noChangeShapeType="1"/>
              <a:stCxn id="9" idx="2"/>
              <a:endCxn id="11" idx="0"/>
            </p:cNvCxnSpPr>
            <p:nvPr/>
          </p:nvCxnSpPr>
          <p:spPr bwMode="auto">
            <a:xfrm flipH="1">
              <a:off x="4287855" y="3179254"/>
              <a:ext cx="1" cy="783874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15" name="Straight Arrow Connector 15">
              <a:extLst>
                <a:ext uri="{FF2B5EF4-FFF2-40B4-BE49-F238E27FC236}">
                  <a16:creationId xmlns:a16="http://schemas.microsoft.com/office/drawing/2014/main" id="{9441EB29-655B-3B19-6BF6-3FE4AED6B4F2}"/>
                </a:ext>
              </a:extLst>
            </p:cNvPr>
            <p:cNvCxnSpPr>
              <a:cxnSpLocks noChangeShapeType="1"/>
              <a:stCxn id="11" idx="2"/>
              <a:endCxn id="12" idx="0"/>
            </p:cNvCxnSpPr>
            <p:nvPr/>
          </p:nvCxnSpPr>
          <p:spPr bwMode="auto">
            <a:xfrm>
              <a:off x="4287855" y="4486348"/>
              <a:ext cx="1" cy="773973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16" name="Straight Connector 26">
              <a:extLst>
                <a:ext uri="{FF2B5EF4-FFF2-40B4-BE49-F238E27FC236}">
                  <a16:creationId xmlns:a16="http://schemas.microsoft.com/office/drawing/2014/main" id="{4EBD8CEA-B6BC-AE50-2CC9-35B2B502EE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62710" y="4202706"/>
              <a:ext cx="593714" cy="22032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7" name="Straight Connector 29">
              <a:extLst>
                <a:ext uri="{FF2B5EF4-FFF2-40B4-BE49-F238E27FC236}">
                  <a16:creationId xmlns:a16="http://schemas.microsoft.com/office/drawing/2014/main" id="{EBC33E51-8C51-1245-CE4B-0BC5049DA1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256424" y="1821677"/>
              <a:ext cx="0" cy="2403061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8" name="Straight Connector 31">
              <a:extLst>
                <a:ext uri="{FF2B5EF4-FFF2-40B4-BE49-F238E27FC236}">
                  <a16:creationId xmlns:a16="http://schemas.microsoft.com/office/drawing/2014/main" id="{E8FCCAC6-98AA-EF26-A16B-A35D921F4D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47828" y="1821677"/>
              <a:ext cx="508596" cy="0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74F56F0-EA0C-E2E2-8425-23D7F4986A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47828" y="5615139"/>
              <a:ext cx="748649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" name="Straight Connector 37">
              <a:extLst>
                <a:ext uri="{FF2B5EF4-FFF2-40B4-BE49-F238E27FC236}">
                  <a16:creationId xmlns:a16="http://schemas.microsoft.com/office/drawing/2014/main" id="{730A3B7B-6C64-3F49-BD51-EA6ADE4181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96477" y="1586719"/>
              <a:ext cx="0" cy="4028421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1" name="Straight Connector 41">
              <a:extLst>
                <a:ext uri="{FF2B5EF4-FFF2-40B4-BE49-F238E27FC236}">
                  <a16:creationId xmlns:a16="http://schemas.microsoft.com/office/drawing/2014/main" id="{1F8E9ED0-DCBB-48B8-F1DB-7B73ED3F73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34096" y="1586719"/>
              <a:ext cx="762381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22" name="Straight Connector 48">
              <a:extLst>
                <a:ext uri="{FF2B5EF4-FFF2-40B4-BE49-F238E27FC236}">
                  <a16:creationId xmlns:a16="http://schemas.microsoft.com/office/drawing/2014/main" id="{294A1D9B-4BFB-7B9C-22C9-B501C3EC87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34096" y="5404614"/>
              <a:ext cx="1008546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3" name="Straight Connector 50">
              <a:extLst>
                <a:ext uri="{FF2B5EF4-FFF2-40B4-BE49-F238E27FC236}">
                  <a16:creationId xmlns:a16="http://schemas.microsoft.com/office/drawing/2014/main" id="{5C6ACBB3-764B-7476-47BA-1551543099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742642" y="2930525"/>
              <a:ext cx="7446" cy="2474089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" name="Straight Connector 52">
              <a:extLst>
                <a:ext uri="{FF2B5EF4-FFF2-40B4-BE49-F238E27FC236}">
                  <a16:creationId xmlns:a16="http://schemas.microsoft.com/office/drawing/2014/main" id="{B6DE55DD-332F-330D-5F8E-F460D9F3A6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62761" y="2930525"/>
              <a:ext cx="987327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lg" len="med"/>
              <a:tailEnd type="triangle" w="lg" len="med"/>
            </a:ln>
          </p:spPr>
        </p:cxnSp>
      </p:grpSp>
      <p:sp>
        <p:nvSpPr>
          <p:cNvPr id="25" name="[TextBox 28]">
            <a:extLst>
              <a:ext uri="{FF2B5EF4-FFF2-40B4-BE49-F238E27FC236}">
                <a16:creationId xmlns:a16="http://schemas.microsoft.com/office/drawing/2014/main" id="{BB4ADBA3-F31C-4EEF-255D-616FAC993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2265362"/>
            <a:ext cx="20605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solidFill>
                  <a:srgbClr val="C00000"/>
                </a:solidFill>
                <a:latin typeface="+mn-lt"/>
                <a:cs typeface="Andalus" pitchFamily="18" charset="-78"/>
              </a:rPr>
              <a:t>Iterative process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502C6C93-1375-C843-5360-A0512D734A8E}"/>
              </a:ext>
            </a:extLst>
          </p:cNvPr>
          <p:cNvSpPr txBox="1">
            <a:spLocks noChangeArrowheads="1"/>
          </p:cNvSpPr>
          <p:nvPr/>
        </p:nvSpPr>
        <p:spPr>
          <a:xfrm>
            <a:off x="631334" y="459474"/>
            <a:ext cx="298153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3600">
                <a:solidFill>
                  <a:srgbClr val="0000FF"/>
                </a:solidFill>
              </a:rPr>
              <a:t>Algorithmic</a:t>
            </a:r>
          </a:p>
        </p:txBody>
      </p:sp>
      <p:sp>
        <p:nvSpPr>
          <p:cNvPr id="27" name="[TextBox 24]">
            <a:extLst>
              <a:ext uri="{FF2B5EF4-FFF2-40B4-BE49-F238E27FC236}">
                <a16:creationId xmlns:a16="http://schemas.microsoft.com/office/drawing/2014/main" id="{BD1CA860-7C9B-D466-7C3B-D05581CC2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83" y="1110064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>
                <a:latin typeface="Calibri" pitchFamily="34" charset="0"/>
              </a:rPr>
              <a:t>Determine problem features</a:t>
            </a:r>
          </a:p>
        </p:txBody>
      </p:sp>
      <p:sp>
        <p:nvSpPr>
          <p:cNvPr id="28" name="[TextBox 25]">
            <a:extLst>
              <a:ext uri="{FF2B5EF4-FFF2-40B4-BE49-F238E27FC236}">
                <a16:creationId xmlns:a16="http://schemas.microsoft.com/office/drawing/2014/main" id="{7B3F08DA-CE64-EBF7-70C3-B99ABA1EB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08" y="2562225"/>
            <a:ext cx="21399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>
                <a:solidFill>
                  <a:srgbClr val="008000"/>
                </a:solidFill>
                <a:latin typeface="Calibri" pitchFamily="34" charset="0"/>
              </a:rPr>
              <a:t>Write algorithm</a:t>
            </a:r>
          </a:p>
        </p:txBody>
      </p:sp>
      <p:sp>
        <p:nvSpPr>
          <p:cNvPr id="29" name="[TextBox 26]">
            <a:extLst>
              <a:ext uri="{FF2B5EF4-FFF2-40B4-BE49-F238E27FC236}">
                <a16:creationId xmlns:a16="http://schemas.microsoft.com/office/drawing/2014/main" id="{25431D80-843B-527E-F457-1D35BC26F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76" y="3758480"/>
            <a:ext cx="17036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>
                <a:latin typeface="Calibri" pitchFamily="34" charset="0"/>
              </a:rPr>
              <a:t>Produce code</a:t>
            </a:r>
          </a:p>
        </p:txBody>
      </p:sp>
      <p:sp>
        <p:nvSpPr>
          <p:cNvPr id="30" name="[TextBox 27]">
            <a:extLst>
              <a:ext uri="{FF2B5EF4-FFF2-40B4-BE49-F238E27FC236}">
                <a16:creationId xmlns:a16="http://schemas.microsoft.com/office/drawing/2014/main" id="{161FB673-C751-7E0D-88E3-67522699F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65" y="4922887"/>
            <a:ext cx="25352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>
                <a:solidFill>
                  <a:srgbClr val="006600"/>
                </a:solidFill>
                <a:latin typeface="Calibri" pitchFamily="34" charset="0"/>
              </a:rPr>
              <a:t>Check for correctness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28467405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A3DBB-014C-C52B-CB11-7EC8547E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AD79ABC-C336-C78B-FB3B-1DBBB8EEB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45D81D6-A358-64F2-A4C7-6214EE5D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3</a:t>
            </a:fld>
            <a:endParaRPr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C4B8C5EF-2FBC-A46C-9403-3B1A2D98D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37836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Sample input:	</a:t>
            </a:r>
            <a:r>
              <a:rPr lang="en-US" sz="2400" dirty="0">
                <a:solidFill>
                  <a:srgbClr val="0000FF"/>
                </a:solidFill>
              </a:rPr>
              <a:t>3 4 12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Sample output: 	</a:t>
            </a:r>
            <a:r>
              <a:rPr lang="en-US" sz="2400" dirty="0">
                <a:solidFill>
                  <a:srgbClr val="0000FF"/>
                </a:solidFill>
              </a:rPr>
              <a:t>192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0000FF"/>
                </a:solidFill>
              </a:rPr>
              <a:t>13.0000</a:t>
            </a:r>
            <a:endParaRPr lang="en-US" sz="1200" dirty="0">
              <a:solidFill>
                <a:srgbClr val="0000FF"/>
              </a:solidFill>
            </a:endParaRPr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C00E98C2-2081-97FC-B6A5-6DAF03AC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106FDC-4764-BF6B-5F1B-A926F9E91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1026" name="Picture 2" descr="cuboid">
            <a:extLst>
              <a:ext uri="{FF2B5EF4-FFF2-40B4-BE49-F238E27FC236}">
                <a16:creationId xmlns:a16="http://schemas.microsoft.com/office/drawing/2014/main" id="{2A2F2ACF-C5A2-50C0-6086-0C9A92D9A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1" y="1838008"/>
            <a:ext cx="2074080" cy="13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00665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4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37836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Problem Analysis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Inputs</a:t>
            </a:r>
            <a:r>
              <a:rPr lang="en-US" sz="2400" dirty="0"/>
              <a:t>: 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200" dirty="0"/>
              <a:t>width, length, height (all integers) </a:t>
            </a:r>
            <a:endParaRPr lang="en-US" sz="22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Outputs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200" dirty="0"/>
              <a:t>surface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/>
              <a:t>area (integer)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200" dirty="0"/>
              <a:t>diagonal (real number)</a:t>
            </a:r>
            <a:endParaRPr lang="en-US" sz="22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Constraints</a:t>
            </a:r>
            <a:r>
              <a:rPr lang="en-US" sz="2400" dirty="0"/>
              <a:t>: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</a:p>
          <a:p>
            <a:pPr marL="1257300" lvl="2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200" dirty="0"/>
              <a:t>The outputs are the surface area and the diagonal of the cuboid represented by the inputs.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1026" name="Picture 2" descr="cuboid">
            <a:extLst>
              <a:ext uri="{FF2B5EF4-FFF2-40B4-BE49-F238E27FC236}">
                <a16:creationId xmlns:a16="http://schemas.microsoft.com/office/drawing/2014/main" id="{AD555B6C-FC57-D76F-3D0B-B666416B6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1" y="1838008"/>
            <a:ext cx="2074080" cy="13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7226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C4E0-D468-6AF3-B9B9-A7A816C8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54BF3E3-68B9-C62F-48F4-8BEB468F4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B27BCE4-2BA2-D7CB-14FA-B04A8A04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5</a:t>
            </a:fld>
            <a:endParaRPr/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7BE4790F-4C5F-7823-2C8F-3F4508933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38526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3 integers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surface area and the diagonal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1 integer and 1 real number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9202CCED-3576-14B5-E251-BB216168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27398-740D-8B65-74E6-6A8C6B1C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17D251-A0F7-7161-E09B-EB67301F178F}"/>
              </a:ext>
            </a:extLst>
          </p:cNvPr>
          <p:cNvSpPr txBox="1"/>
          <p:nvPr/>
        </p:nvSpPr>
        <p:spPr>
          <a:xfrm>
            <a:off x="5254505" y="2014728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3. Wishful thinking!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A7A8C-DE6A-3E49-54D5-3043C77B1732}"/>
              </a:ext>
            </a:extLst>
          </p:cNvPr>
          <p:cNvSpPr/>
          <p:nvPr/>
        </p:nvSpPr>
        <p:spPr>
          <a:xfrm>
            <a:off x="2101688" y="3245834"/>
            <a:ext cx="1542448" cy="307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BD56F5-D219-2E53-BBE5-BD9703D031F4}"/>
              </a:ext>
            </a:extLst>
          </p:cNvPr>
          <p:cNvSpPr/>
          <p:nvPr/>
        </p:nvSpPr>
        <p:spPr>
          <a:xfrm>
            <a:off x="2657775" y="3733800"/>
            <a:ext cx="4647799" cy="383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DC773-47AA-FBEC-D69E-C593E140F983}"/>
              </a:ext>
            </a:extLst>
          </p:cNvPr>
          <p:cNvSpPr/>
          <p:nvPr/>
        </p:nvSpPr>
        <p:spPr>
          <a:xfrm>
            <a:off x="2417745" y="4221767"/>
            <a:ext cx="3857928" cy="4368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452655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6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38526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3 integers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Read in an integer for the width  </a:t>
            </a:r>
            <a:r>
              <a:rPr lang="en-US" sz="2000" i="1" dirty="0"/>
              <a:t>(Function from CS1010 Lib.)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Read in an integer for the length </a:t>
            </a:r>
            <a:r>
              <a:rPr lang="en-US" sz="2000" i="1" dirty="0"/>
              <a:t>(Function from CS1010 Lib.)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Read in an integer for the height </a:t>
            </a:r>
            <a:r>
              <a:rPr lang="en-US" sz="2000" i="1" dirty="0"/>
              <a:t>(Function from CS1010 Lib.)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</a:t>
            </a:r>
            <a:r>
              <a:rPr lang="en-US" sz="2400" dirty="0"/>
              <a:t>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 </a:t>
            </a:r>
            <a:r>
              <a:rPr lang="en-US" sz="2400" dirty="0"/>
              <a:t>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BC6DC-B7E6-922E-5C72-04DB2BA2CED4}"/>
              </a:ext>
            </a:extLst>
          </p:cNvPr>
          <p:cNvSpPr txBox="1"/>
          <p:nvPr/>
        </p:nvSpPr>
        <p:spPr>
          <a:xfrm>
            <a:off x="5254505" y="2014728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3. Wishful thinking!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C7D46F-A931-F17E-6BC1-B2325DD7E5B5}"/>
              </a:ext>
            </a:extLst>
          </p:cNvPr>
          <p:cNvSpPr/>
          <p:nvPr/>
        </p:nvSpPr>
        <p:spPr>
          <a:xfrm>
            <a:off x="5486400" y="3612167"/>
            <a:ext cx="3315956" cy="1417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37002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7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38526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surface area and the diagonal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surface area </a:t>
            </a:r>
            <a:r>
              <a:rPr lang="en-US" sz="2000" i="1" dirty="0"/>
              <a:t>(compute surface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diagonal </a:t>
            </a:r>
            <a:r>
              <a:rPr lang="en-US" sz="2000" i="1" dirty="0"/>
              <a:t>(compute diagonal function)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5911E-9B14-F8AD-E35D-0FA10835077B}"/>
              </a:ext>
            </a:extLst>
          </p:cNvPr>
          <p:cNvSpPr txBox="1"/>
          <p:nvPr/>
        </p:nvSpPr>
        <p:spPr>
          <a:xfrm>
            <a:off x="5254505" y="2014728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/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3. Wishful thinking!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8DFC74-56D4-68AC-888E-B9F13599EF27}"/>
              </a:ext>
            </a:extLst>
          </p:cNvPr>
          <p:cNvSpPr/>
          <p:nvPr/>
        </p:nvSpPr>
        <p:spPr>
          <a:xfrm>
            <a:off x="4800600" y="4221767"/>
            <a:ext cx="3685032" cy="3075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D6E67-66F7-FA35-ED3D-3F443D516413}"/>
              </a:ext>
            </a:extLst>
          </p:cNvPr>
          <p:cNvSpPr/>
          <p:nvPr/>
        </p:nvSpPr>
        <p:spPr>
          <a:xfrm>
            <a:off x="4340352" y="4682017"/>
            <a:ext cx="3685032" cy="393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720305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8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385262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</a:t>
            </a:r>
            <a:r>
              <a:rPr lang="en-US" sz="2400" dirty="0"/>
              <a:t>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: …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 1 integer and 1 real number 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Print an integer, which is the surface area</a:t>
            </a:r>
            <a:br>
              <a:rPr lang="en-US" sz="2000" dirty="0"/>
            </a:br>
            <a:r>
              <a:rPr lang="en-US" sz="2000" i="1" dirty="0"/>
              <a:t>(Function from CS1010 I/O Lib.)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Print a real number, which is </a:t>
            </a:r>
            <a:r>
              <a:rPr lang="en-US" sz="2000"/>
              <a:t>the diagonal</a:t>
            </a:r>
            <a:br>
              <a:rPr lang="en-US" sz="2000" dirty="0"/>
            </a:br>
            <a:r>
              <a:rPr lang="en-US" sz="2000" i="1" dirty="0"/>
              <a:t>(Function from CS1010 I/O Lib.)</a:t>
            </a:r>
            <a:endParaRPr lang="en-US" sz="2400" i="1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5177B-120F-A365-3410-145FD229CE7C}"/>
              </a:ext>
            </a:extLst>
          </p:cNvPr>
          <p:cNvSpPr txBox="1"/>
          <p:nvPr/>
        </p:nvSpPr>
        <p:spPr>
          <a:xfrm>
            <a:off x="5254505" y="2014728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3. Wishful thinking!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A09875-B89E-4841-3097-0202AA5C78C1}"/>
              </a:ext>
            </a:extLst>
          </p:cNvPr>
          <p:cNvSpPr/>
          <p:nvPr/>
        </p:nvSpPr>
        <p:spPr>
          <a:xfrm>
            <a:off x="1722120" y="5100542"/>
            <a:ext cx="3974592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261A87-1539-9F2D-6B31-E35092E1D6DD}"/>
              </a:ext>
            </a:extLst>
          </p:cNvPr>
          <p:cNvSpPr/>
          <p:nvPr/>
        </p:nvSpPr>
        <p:spPr>
          <a:xfrm>
            <a:off x="1722120" y="5820156"/>
            <a:ext cx="4120896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77826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9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surface area function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</a:t>
            </a:r>
            <a:r>
              <a:rPr lang="en-US" sz="2000" b="1" dirty="0" err="1"/>
              <a:t>surface_area</a:t>
            </a:r>
            <a:r>
              <a:rPr lang="en-US" sz="2000" dirty="0"/>
              <a:t> as 2 * (width * length + width * height + length * height) </a:t>
            </a:r>
            <a:r>
              <a:rPr lang="en-US" sz="2000" i="1" dirty="0"/>
              <a:t>(formula)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i="1" dirty="0"/>
              <a:t>Computation of area is repeated 3 times </a:t>
            </a:r>
            <a:br>
              <a:rPr lang="en-US" i="1" dirty="0"/>
            </a:br>
            <a:r>
              <a:rPr lang="en-US" i="1" dirty="0"/>
              <a:t>with different inputs!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C1AF6F-9D3D-D413-835B-1A258797DA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31"/>
          <a:stretch/>
        </p:blipFill>
        <p:spPr>
          <a:xfrm>
            <a:off x="7216911" y="825429"/>
            <a:ext cx="1604346" cy="15315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421DC2-521F-71A4-35F4-C96800897C9F}"/>
              </a:ext>
            </a:extLst>
          </p:cNvPr>
          <p:cNvSpPr txBox="1"/>
          <p:nvPr/>
        </p:nvSpPr>
        <p:spPr>
          <a:xfrm>
            <a:off x="5299765" y="5500490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/>
              <a:t>3. Wishful thinking!</a:t>
            </a:r>
          </a:p>
        </p:txBody>
      </p:sp>
    </p:spTree>
    <p:extLst>
      <p:ext uri="{BB962C8B-B14F-4D97-AF65-F5344CB8AC3E}">
        <p14:creationId xmlns:p14="http://schemas.microsoft.com/office/powerpoint/2010/main" val="9271299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10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surface area function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area for the </a:t>
            </a:r>
            <a:r>
              <a:rPr lang="en-US" sz="2000" b="1" dirty="0"/>
              <a:t>bottom </a:t>
            </a:r>
            <a:r>
              <a:rPr lang="en-US" sz="2000" i="1" dirty="0"/>
              <a:t>(compute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area for the </a:t>
            </a:r>
            <a:r>
              <a:rPr lang="en-US" sz="2000" b="1" dirty="0"/>
              <a:t>front </a:t>
            </a:r>
            <a:r>
              <a:rPr lang="en-US" sz="2000" i="1" dirty="0"/>
              <a:t>(compute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area for the </a:t>
            </a:r>
            <a:r>
              <a:rPr lang="en-US" sz="2000" b="1" dirty="0"/>
              <a:t>side</a:t>
            </a:r>
            <a:r>
              <a:rPr lang="en-US" sz="2000" dirty="0"/>
              <a:t> </a:t>
            </a:r>
            <a:r>
              <a:rPr lang="en-US" sz="2000" i="1" dirty="0"/>
              <a:t>(compute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b="1" dirty="0" err="1"/>
              <a:t>surface_area</a:t>
            </a:r>
            <a:r>
              <a:rPr lang="en-US" sz="2000" b="1" dirty="0"/>
              <a:t> </a:t>
            </a:r>
            <a:r>
              <a:rPr lang="en-US" sz="2000" dirty="0"/>
              <a:t>as 2 * the sum of the 3 areas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27DDB-76A5-0680-071B-E6896DA2B813}"/>
              </a:ext>
            </a:extLst>
          </p:cNvPr>
          <p:cNvSpPr txBox="1"/>
          <p:nvPr/>
        </p:nvSpPr>
        <p:spPr>
          <a:xfrm>
            <a:off x="5299765" y="5500490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dirty="0">
                <a:solidFill>
                  <a:srgbClr val="0000FF"/>
                </a:solidFill>
              </a:rPr>
              <a:t>3. Wishful thinking!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B5999-EB0D-233D-0E2A-FC9149860A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31"/>
          <a:stretch/>
        </p:blipFill>
        <p:spPr>
          <a:xfrm>
            <a:off x="7216911" y="825429"/>
            <a:ext cx="1604346" cy="153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397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11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area function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</a:t>
            </a:r>
            <a:r>
              <a:rPr lang="en-US" sz="2000" b="1" dirty="0"/>
              <a:t> area </a:t>
            </a:r>
            <a:r>
              <a:rPr lang="en-US" sz="2000" dirty="0"/>
              <a:t>as length * width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B0C08-E7F5-0775-4449-255BC6C09CA6}"/>
              </a:ext>
            </a:extLst>
          </p:cNvPr>
          <p:cNvSpPr txBox="1"/>
          <p:nvPr/>
        </p:nvSpPr>
        <p:spPr>
          <a:xfrm>
            <a:off x="5299765" y="5500490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/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/>
              <a:t>3. Wishful thinking!</a:t>
            </a:r>
          </a:p>
        </p:txBody>
      </p:sp>
    </p:spTree>
    <p:extLst>
      <p:ext uri="{BB962C8B-B14F-4D97-AF65-F5344CB8AC3E}">
        <p14:creationId xmlns:p14="http://schemas.microsoft.com/office/powerpoint/2010/main" val="369076557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sz="1100" dirty="0"/>
              <a:t>Week2R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12</a:t>
            </a:fld>
            <a:endParaRPr sz="1100"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diagonal function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b="1" dirty="0"/>
              <a:t>hypotenuse of the base </a:t>
            </a:r>
            <a:r>
              <a:rPr lang="en-US" sz="2000" dirty="0"/>
              <a:t>using length and width </a:t>
            </a:r>
            <a:r>
              <a:rPr lang="en-US" sz="2000" i="1" dirty="0"/>
              <a:t>(compute hypotenuse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</a:t>
            </a:r>
            <a:r>
              <a:rPr lang="en-US" sz="2000" b="1" dirty="0"/>
              <a:t>diagonal </a:t>
            </a:r>
            <a:r>
              <a:rPr lang="en-US" sz="2000" dirty="0"/>
              <a:t>of the cuboid as the hypotenuse of the hypotenuse of the base and height </a:t>
            </a:r>
            <a:r>
              <a:rPr lang="en-US" sz="2000" i="1" dirty="0"/>
              <a:t>(compute hypotenuse function)</a:t>
            </a:r>
            <a:endParaRPr lang="en-US" sz="20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i="1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D1E65-4FB4-4897-E7B8-459A82C6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9AA85-CB01-A1E0-D3BF-30790245F78F}"/>
              </a:ext>
            </a:extLst>
          </p:cNvPr>
          <p:cNvSpPr txBox="1"/>
          <p:nvPr/>
        </p:nvSpPr>
        <p:spPr>
          <a:xfrm>
            <a:off x="5299765" y="5500490"/>
            <a:ext cx="3622076" cy="1231106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1. Breaking it down!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2. Borrowing from what we know!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>
                <a:solidFill>
                  <a:srgbClr val="0000FF"/>
                </a:solidFill>
              </a:rPr>
              <a:t>3. Wishful thinking!</a:t>
            </a:r>
          </a:p>
        </p:txBody>
      </p:sp>
    </p:spTree>
    <p:extLst>
      <p:ext uri="{BB962C8B-B14F-4D97-AF65-F5344CB8AC3E}">
        <p14:creationId xmlns:p14="http://schemas.microsoft.com/office/powerpoint/2010/main" val="41403961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Recursive Solution for </a:t>
            </a:r>
            <a:r>
              <a:rPr lang="en-GB" dirty="0" err="1">
                <a:solidFill>
                  <a:srgbClr val="0000FF"/>
                </a:solidFill>
              </a:rPr>
              <a:t>FindMax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100" dirty="0"/>
              <a:t>Week2R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13</a:t>
            </a:fld>
            <a:endParaRPr sz="11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5, 5) =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4, 5) = 3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= 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29B60C-0BF5-E6A6-DDAF-A869A67F8DCC}"/>
              </a:ext>
            </a:extLst>
          </p:cNvPr>
          <p:cNvSpPr txBox="1"/>
          <p:nvPr/>
        </p:nvSpPr>
        <p:spPr>
          <a:xfrm>
            <a:off x="3390500" y="4623501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55D2C-77E4-6488-CAF5-400A39EF5E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1079185" y="2281906"/>
            <a:ext cx="5841378" cy="23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2766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E9A0-62DA-F5F6-8CA1-15131AB6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ighlightBackgroundShapeeee31423-879f-470c-ac44-148c4404b3a6">
            <a:extLst>
              <a:ext uri="{FF2B5EF4-FFF2-40B4-BE49-F238E27FC236}">
                <a16:creationId xmlns:a16="http://schemas.microsoft.com/office/drawing/2014/main" id="{A275D272-7B40-9691-9733-B8B88EED2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5, 5) = </a:t>
            </a:r>
            <a:r>
              <a:rPr lang="en-US" sz="2000" dirty="0" err="1"/>
              <a:t>i</a:t>
            </a:r>
            <a:r>
              <a:rPr lang="en-US" sz="2000" dirty="0"/>
              <a:t> (2) == j (2) ? </a:t>
            </a:r>
            <a:r>
              <a:rPr lang="en-US" sz="2000" dirty="0">
                <a:sym typeface="Wingdings" panose="05000000000000000000" pitchFamily="2" charset="2"/>
              </a:rPr>
              <a:t> Yes. The answer is l</a:t>
            </a:r>
            <a:r>
              <a:rPr lang="en-US" sz="2000" baseline="-25000" dirty="0">
                <a:sym typeface="Wingdings" panose="05000000000000000000" pitchFamily="2" charset="2"/>
              </a:rPr>
              <a:t>5</a:t>
            </a:r>
            <a:r>
              <a:rPr lang="en-US" sz="2000" dirty="0">
                <a:sym typeface="Wingdings" panose="05000000000000000000" pitchFamily="2" charset="2"/>
              </a:rPr>
              <a:t> (2).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= </a:t>
            </a:r>
            <a:r>
              <a:rPr lang="en-US" sz="2000" dirty="0" err="1"/>
              <a:t>i</a:t>
            </a:r>
            <a:r>
              <a:rPr lang="en-US" sz="2000" dirty="0"/>
              <a:t> (0) == j (5)?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No. m is max' (L, 1, 5) = 9 </a:t>
            </a:r>
            <a:br>
              <a:rPr lang="en-US" sz="2000" dirty="0"/>
            </a:b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l</a:t>
            </a:r>
            <a:r>
              <a:rPr lang="en-US" sz="2000" baseline="-25000" dirty="0"/>
              <a:t>0</a:t>
            </a:r>
            <a:r>
              <a:rPr lang="en-US" sz="2000" dirty="0"/>
              <a:t> (2) &gt; m (9)?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No. The answer is m (9).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F570A0B-02CD-0A19-68E3-807B1FAC2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Recursive Solution for </a:t>
            </a:r>
            <a:r>
              <a:rPr lang="en-GB" dirty="0" err="1">
                <a:solidFill>
                  <a:srgbClr val="0000FF"/>
                </a:solidFill>
              </a:rPr>
              <a:t>FindMax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14DD5AF2-AFFB-70A5-A592-896FB084B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4BDCB2BB-1240-B52B-8BD9-7E1DA058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100" dirty="0"/>
              <a:t>Week2R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14</a:t>
            </a:fld>
            <a:endParaRPr sz="11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C423B12A-CB5B-B0B8-8B80-DA0B4B04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BFA04E-9741-966C-D9B6-511BFF0F4EFA}"/>
              </a:ext>
            </a:extLst>
          </p:cNvPr>
          <p:cNvSpPr txBox="1"/>
          <p:nvPr/>
        </p:nvSpPr>
        <p:spPr>
          <a:xfrm>
            <a:off x="3390500" y="4623501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23623-B31D-935A-F0A3-B109BACAC3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1079185" y="2281906"/>
            <a:ext cx="5841378" cy="232234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6B8804-2C90-78EE-9E7B-DD1B3834AF27}"/>
              </a:ext>
            </a:extLst>
          </p:cNvPr>
          <p:cNvSpPr/>
          <p:nvPr/>
        </p:nvSpPr>
        <p:spPr>
          <a:xfrm>
            <a:off x="3215414" y="5839762"/>
            <a:ext cx="1563529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65EC1A-5B40-09D4-58FE-4BC0AD0FBCEC}"/>
              </a:ext>
            </a:extLst>
          </p:cNvPr>
          <p:cNvSpPr/>
          <p:nvPr/>
        </p:nvSpPr>
        <p:spPr>
          <a:xfrm>
            <a:off x="4796857" y="5839762"/>
            <a:ext cx="3355741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72D65-C911-BEB0-D119-8F62C5621A1B}"/>
              </a:ext>
            </a:extLst>
          </p:cNvPr>
          <p:cNvSpPr/>
          <p:nvPr/>
        </p:nvSpPr>
        <p:spPr>
          <a:xfrm>
            <a:off x="1437745" y="6183129"/>
            <a:ext cx="2147650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7400B-6255-C908-29B6-B6997A1492BE}"/>
              </a:ext>
            </a:extLst>
          </p:cNvPr>
          <p:cNvSpPr/>
          <p:nvPr/>
        </p:nvSpPr>
        <p:spPr>
          <a:xfrm>
            <a:off x="3490689" y="6178316"/>
            <a:ext cx="3085505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4D9A15-42E8-CF9D-D3C3-1BE9FE81C515}"/>
              </a:ext>
            </a:extLst>
          </p:cNvPr>
          <p:cNvSpPr/>
          <p:nvPr/>
        </p:nvSpPr>
        <p:spPr>
          <a:xfrm>
            <a:off x="3233328" y="5400908"/>
            <a:ext cx="4755640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98198-F4DD-0FA5-F7B4-1149D7E79C61}"/>
              </a:ext>
            </a:extLst>
          </p:cNvPr>
          <p:cNvSpPr/>
          <p:nvPr/>
        </p:nvSpPr>
        <p:spPr>
          <a:xfrm>
            <a:off x="3786194" y="4926329"/>
            <a:ext cx="1565450" cy="319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5164229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FE7D0-7E98-770F-22C9-EAF873BC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ighlightBackgroundShapeeee31423-879f-470c-ac44-148c4404b3a6">
            <a:extLst>
              <a:ext uri="{FF2B5EF4-FFF2-40B4-BE49-F238E27FC236}">
                <a16:creationId xmlns:a16="http://schemas.microsoft.com/office/drawing/2014/main" id="{B47D16AB-9E56-8062-5929-0446B380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Use a function max' (L, </a:t>
            </a:r>
            <a:r>
              <a:rPr lang="en-US" sz="2400" dirty="0" err="1"/>
              <a:t>i</a:t>
            </a:r>
            <a:r>
              <a:rPr lang="en-US" sz="2400" dirty="0"/>
              <a:t>, j) which computes the maximum among L</a:t>
            </a:r>
            <a:r>
              <a:rPr lang="en-US" sz="2400" baseline="-25000" dirty="0"/>
              <a:t>i</a:t>
            </a:r>
            <a:r>
              <a:rPr lang="en-US" sz="2400" dirty="0"/>
              <a:t>…</a:t>
            </a:r>
            <a:r>
              <a:rPr lang="en-US" sz="2400" dirty="0" err="1"/>
              <a:t>L</a:t>
            </a:r>
            <a:r>
              <a:rPr lang="en-US" sz="2400" baseline="-25000" dirty="0" err="1"/>
              <a:t>j</a:t>
            </a:r>
            <a:r>
              <a:rPr lang="en-US" sz="2400" dirty="0"/>
              <a:t> in a given list L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E.g., Let say L = {</a:t>
            </a:r>
            <a:r>
              <a:rPr lang="en-US" sz="2400" dirty="0">
                <a:solidFill>
                  <a:srgbClr val="0000FF"/>
                </a:solidFill>
              </a:rPr>
              <a:t>5, 9, 8, 1, 3, 2</a:t>
            </a:r>
            <a:r>
              <a:rPr lang="en-US" sz="2400" dirty="0"/>
              <a:t>}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5, 5) = </a:t>
            </a:r>
            <a:r>
              <a:rPr lang="en-US" sz="2000" dirty="0" err="1"/>
              <a:t>i</a:t>
            </a:r>
            <a:r>
              <a:rPr lang="en-US" sz="2000" dirty="0"/>
              <a:t> (2) == j (2) ? </a:t>
            </a:r>
            <a:r>
              <a:rPr lang="en-US" sz="2000" dirty="0">
                <a:sym typeface="Wingdings" panose="05000000000000000000" pitchFamily="2" charset="2"/>
              </a:rPr>
              <a:t> Yes. The answer is l</a:t>
            </a:r>
            <a:r>
              <a:rPr lang="en-US" sz="2000" baseline="-25000" dirty="0">
                <a:sym typeface="Wingdings" panose="05000000000000000000" pitchFamily="2" charset="2"/>
              </a:rPr>
              <a:t>5</a:t>
            </a:r>
            <a:r>
              <a:rPr lang="en-US" sz="2000" dirty="0">
                <a:sym typeface="Wingdings" panose="05000000000000000000" pitchFamily="2" charset="2"/>
              </a:rPr>
              <a:t> (2).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max' (L, 0, 5) = </a:t>
            </a:r>
            <a:r>
              <a:rPr lang="en-US" sz="2000" dirty="0" err="1"/>
              <a:t>i</a:t>
            </a:r>
            <a:r>
              <a:rPr lang="en-US" sz="2000" dirty="0"/>
              <a:t> (0) == j (5)?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No. m is max' (L, 0, 4) = 9 </a:t>
            </a:r>
            <a:br>
              <a:rPr lang="en-US" sz="2000" dirty="0"/>
            </a:b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l</a:t>
            </a:r>
            <a:r>
              <a:rPr lang="en-US" sz="2000" baseline="-25000" dirty="0"/>
              <a:t>5</a:t>
            </a:r>
            <a:r>
              <a:rPr lang="en-US" sz="2000" dirty="0"/>
              <a:t> (2) &gt; m (9)?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No. The answer is m (9).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16262A9C-AA9C-01B5-986C-F00B2412C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Yet Another Recursive Solution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2DC3E7D3-862B-9DD5-13D2-7E466DA0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6275C6F0-B19B-87DD-9B37-30BC1AB4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100" dirty="0"/>
              <a:t>Week2R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15</a:t>
            </a:fld>
            <a:endParaRPr sz="11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A5886FA0-2003-40ED-2095-19FA9AB1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BC999-C698-515A-62E2-D109D791085C}"/>
              </a:ext>
            </a:extLst>
          </p:cNvPr>
          <p:cNvSpPr txBox="1"/>
          <p:nvPr/>
        </p:nvSpPr>
        <p:spPr>
          <a:xfrm>
            <a:off x="3390500" y="4623501"/>
            <a:ext cx="2385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6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6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7B6BFD-8BBB-1D74-A924-6ECBB2CEB6AA}"/>
              </a:ext>
            </a:extLst>
          </p:cNvPr>
          <p:cNvSpPr/>
          <p:nvPr/>
        </p:nvSpPr>
        <p:spPr>
          <a:xfrm>
            <a:off x="3284868" y="5869887"/>
            <a:ext cx="184539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EEE14-7272-9D0F-B4A8-1B8010D7536F}"/>
              </a:ext>
            </a:extLst>
          </p:cNvPr>
          <p:cNvSpPr/>
          <p:nvPr/>
        </p:nvSpPr>
        <p:spPr>
          <a:xfrm>
            <a:off x="5130264" y="5879512"/>
            <a:ext cx="3253339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C1E66F-7A6B-5413-B71E-6EE89ED2D139}"/>
              </a:ext>
            </a:extLst>
          </p:cNvPr>
          <p:cNvSpPr/>
          <p:nvPr/>
        </p:nvSpPr>
        <p:spPr>
          <a:xfrm>
            <a:off x="1555387" y="6208441"/>
            <a:ext cx="2147650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BEBA49-1AC5-D2E5-50AE-AA6FB84B7E39}"/>
              </a:ext>
            </a:extLst>
          </p:cNvPr>
          <p:cNvSpPr/>
          <p:nvPr/>
        </p:nvSpPr>
        <p:spPr>
          <a:xfrm>
            <a:off x="3498174" y="6163089"/>
            <a:ext cx="3085505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450B5A-E8D2-7511-D65F-F5791A6550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1079185" y="2281906"/>
            <a:ext cx="5841378" cy="232234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27D0309-3481-F814-A384-F1E81C433334}"/>
              </a:ext>
            </a:extLst>
          </p:cNvPr>
          <p:cNvSpPr txBox="1"/>
          <p:nvPr/>
        </p:nvSpPr>
        <p:spPr>
          <a:xfrm>
            <a:off x="3081757" y="3278973"/>
            <a:ext cx="88385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b="1" i="1" dirty="0"/>
              <a:t>set m to </a:t>
            </a:r>
            <a:endParaRPr lang="en-US" sz="1100" b="1" i="1" baseline="-25000" dirty="0"/>
          </a:p>
          <a:p>
            <a:pPr algn="ctr"/>
            <a:r>
              <a:rPr lang="en-US" sz="1100" b="1" i="1" dirty="0"/>
              <a:t>max'(L, </a:t>
            </a:r>
            <a:r>
              <a:rPr lang="en-US" sz="1100" b="1" i="1" dirty="0" err="1"/>
              <a:t>i</a:t>
            </a:r>
            <a:r>
              <a:rPr lang="en-US" sz="1100" b="1" i="1" dirty="0"/>
              <a:t>, j-1)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9E0DB1-2446-FB8E-E47A-DC04041DFB1E}"/>
              </a:ext>
            </a:extLst>
          </p:cNvPr>
          <p:cNvSpPr/>
          <p:nvPr/>
        </p:nvSpPr>
        <p:spPr>
          <a:xfrm>
            <a:off x="3108158" y="3286176"/>
            <a:ext cx="883852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EC476-3D56-E542-7B96-2AC871F64F20}"/>
              </a:ext>
            </a:extLst>
          </p:cNvPr>
          <p:cNvSpPr/>
          <p:nvPr/>
        </p:nvSpPr>
        <p:spPr>
          <a:xfrm>
            <a:off x="3449311" y="4926329"/>
            <a:ext cx="1565450" cy="319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4741314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4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3C77-818C-F7F9-932B-59B8015B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ighlightBackgroundShapeeee31423-879f-470c-ac44-148c4404b3a6">
            <a:extLst>
              <a:ext uri="{FF2B5EF4-FFF2-40B4-BE49-F238E27FC236}">
                <a16:creationId xmlns:a16="http://schemas.microsoft.com/office/drawing/2014/main" id="{74DA6ED4-3775-EA8C-09C8-4ECD278B2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Find the maximum among a list {L</a:t>
            </a:r>
            <a:r>
              <a:rPr lang="en-US" sz="2400" baseline="-25000" dirty="0"/>
              <a:t>0</a:t>
            </a:r>
            <a:r>
              <a:rPr lang="en-US" sz="2400" dirty="0"/>
              <a:t>…L</a:t>
            </a:r>
            <a:r>
              <a:rPr lang="en-US" sz="2400" baseline="-25000" dirty="0"/>
              <a:t>k-1</a:t>
            </a:r>
            <a:r>
              <a:rPr lang="en-US" sz="2400" dirty="0"/>
              <a:t>} of k numbers.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With repetition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FindMax</a:t>
            </a:r>
            <a:r>
              <a:rPr lang="en-US" sz="2000" dirty="0"/>
              <a:t>(L, k)</a:t>
            </a:r>
            <a:br>
              <a:rPr lang="en-US" sz="2400" dirty="0"/>
            </a:b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With recursion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max’(L, </a:t>
            </a:r>
            <a:r>
              <a:rPr lang="en-US" sz="2000" dirty="0" err="1"/>
              <a:t>i</a:t>
            </a:r>
            <a:r>
              <a:rPr lang="en-US" sz="2000" dirty="0"/>
              <a:t>, j)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Why </a:t>
            </a:r>
            <a:r>
              <a:rPr lang="en-US" sz="2000" dirty="0" err="1"/>
              <a:t>i</a:t>
            </a:r>
            <a:r>
              <a:rPr lang="en-US" sz="2000" dirty="0"/>
              <a:t> and j are </a:t>
            </a:r>
            <a:br>
              <a:rPr lang="en-US" sz="2000" dirty="0"/>
            </a:br>
            <a:r>
              <a:rPr lang="en-US" sz="2000" dirty="0"/>
              <a:t>required?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How should </a:t>
            </a:r>
            <a:br>
              <a:rPr lang="en-US" sz="2000" dirty="0"/>
            </a:br>
            <a:r>
              <a:rPr lang="en-US" sz="2000" dirty="0"/>
              <a:t>max’ be used </a:t>
            </a:r>
            <a:br>
              <a:rPr lang="en-US" sz="2000" dirty="0"/>
            </a:br>
            <a:r>
              <a:rPr lang="en-US" sz="2000" dirty="0"/>
              <a:t>given L and k?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baseline="-25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F42B71A4-7962-C161-791E-A3162597E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 err="1">
                <a:solidFill>
                  <a:srgbClr val="0000FF"/>
                </a:solidFill>
              </a:rPr>
              <a:t>FindMax</a:t>
            </a:r>
            <a:r>
              <a:rPr lang="en-GB" dirty="0">
                <a:solidFill>
                  <a:srgbClr val="0000FF"/>
                </a:solidFill>
              </a:rPr>
              <a:t> Revisited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AE811CED-1D3E-56AC-750F-53ACC8E6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29B0E47-3FDB-54EE-3A76-29670DD9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100" dirty="0"/>
              <a:t>Week2R</a:t>
            </a:r>
            <a:r>
              <a:rPr sz="1100" dirty="0"/>
              <a:t> - </a:t>
            </a:r>
            <a:fld id="{628B8346-B709-406B-887E-3E0CC6DA1327}" type="slidenum">
              <a:rPr sz="1100" smtClean="0"/>
              <a:pPr>
                <a:defRPr/>
              </a:pPr>
              <a:t>16</a:t>
            </a:fld>
            <a:endParaRPr sz="11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D24BF46D-C216-ED0C-200C-0FDFC9B68F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3" name="Picture 2" descr="flowchart">
            <a:extLst>
              <a:ext uri="{FF2B5EF4-FFF2-40B4-BE49-F238E27FC236}">
                <a16:creationId xmlns:a16="http://schemas.microsoft.com/office/drawing/2014/main" id="{BAD122BF-7BDE-385D-A61C-757A216C4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565" y="1957779"/>
            <a:ext cx="4922090" cy="192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64F1A-937C-DF10-8BE6-440471E47E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4776" r="7635" b="5305"/>
          <a:stretch/>
        </p:blipFill>
        <p:spPr>
          <a:xfrm>
            <a:off x="3621054" y="4403960"/>
            <a:ext cx="5143696" cy="204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1377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/>
              <a:t>Week2R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17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559FAD6-9EC8-66CC-0392-5BA95B51D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(Variable) Type declaration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8" name="HighlightTextShape201406241503265130">
            <a:extLst>
              <a:ext uri="{FF2B5EF4-FFF2-40B4-BE49-F238E27FC236}">
                <a16:creationId xmlns:a16="http://schemas.microsoft.com/office/drawing/2014/main" id="{983219B3-28BE-D7AB-1770-80EEBBFA4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Type declaration </a:t>
            </a:r>
            <a:r>
              <a:rPr lang="en-US" sz="2800" dirty="0">
                <a:solidFill>
                  <a:srgbClr val="0000FF"/>
                </a:solidFill>
              </a:rPr>
              <a:t>for variables (before use)</a:t>
            </a:r>
            <a:r>
              <a:rPr lang="en-US" sz="2800" dirty="0"/>
              <a:t> is compulsory in C so that the computer can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Allocate</a:t>
            </a:r>
            <a:r>
              <a:rPr lang="en-US" sz="2400" dirty="0"/>
              <a:t> the right number of bits in memory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Handle</a:t>
            </a:r>
            <a:r>
              <a:rPr lang="en-US" sz="2400" dirty="0"/>
              <a:t> the value accordingly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r>
              <a:rPr lang="en-US" sz="2800" dirty="0"/>
              <a:t> </a:t>
            </a: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Examples of type declarations in C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32292B-3090-02E3-DCC3-38CE2A90A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08277"/>
              </p:ext>
            </p:extLst>
          </p:nvPr>
        </p:nvGraphicFramePr>
        <p:xfrm>
          <a:off x="952500" y="4453709"/>
          <a:ext cx="68797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943">
                  <a:extLst>
                    <a:ext uri="{9D8B030D-6E8A-4147-A177-3AD203B41FA5}">
                      <a16:colId xmlns:a16="http://schemas.microsoft.com/office/drawing/2014/main" val="3670011442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896197357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686917087"/>
                    </a:ext>
                  </a:extLst>
                </a:gridCol>
                <a:gridCol w="1719943">
                  <a:extLst>
                    <a:ext uri="{9D8B030D-6E8A-4147-A177-3AD203B41FA5}">
                      <a16:colId xmlns:a16="http://schemas.microsoft.com/office/drawing/2014/main" val="2597478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Declaration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 Name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storing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6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0000FF"/>
                          </a:solidFill>
                        </a:rPr>
                        <a:t>long</a:t>
                      </a:r>
                      <a:r>
                        <a:rPr lang="en-SG" dirty="0"/>
                        <a:t>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 bytes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integer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781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</a:rPr>
                        <a:t>char </a:t>
                      </a:r>
                      <a:r>
                        <a:rPr lang="en-US" sz="1800" dirty="0" err="1"/>
                        <a:t>ch</a:t>
                      </a:r>
                      <a:r>
                        <a:rPr lang="en-SG" dirty="0"/>
                        <a:t>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byte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character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6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double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ave</a:t>
                      </a:r>
                      <a:r>
                        <a:rPr lang="en-US" dirty="0"/>
                        <a:t>;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ave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 bytes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real number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87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39213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/>
              <a:t>Week2R - </a:t>
            </a:r>
            <a:fld id="{F7EC234A-9094-4BB8-9EA4-75ECDA8A365B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1341033" y="686470"/>
            <a:ext cx="64694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000"/>
              <a:t>Practice the </a:t>
            </a:r>
            <a:r>
              <a:rPr lang="en-US" sz="4000">
                <a:solidFill>
                  <a:srgbClr val="0000FF"/>
                </a:solidFill>
              </a:rPr>
              <a:t>problem-solving process and techniques</a:t>
            </a:r>
            <a:r>
              <a:rPr lang="en-US" sz="4000"/>
              <a:t>.</a:t>
            </a:r>
            <a:endParaRPr lang="en-GB" sz="2800"/>
          </a:p>
        </p:txBody>
      </p:sp>
      <p:sp>
        <p:nvSpPr>
          <p:cNvPr id="11" name="HighlightTextShape201406241503265130"/>
          <p:cNvSpPr>
            <a:spLocks noChangeArrowheads="1"/>
          </p:cNvSpPr>
          <p:nvPr/>
        </p:nvSpPr>
        <p:spPr bwMode="auto">
          <a:xfrm>
            <a:off x="380004" y="4482858"/>
            <a:ext cx="8391524" cy="149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000">
                <a:solidFill>
                  <a:srgbClr val="0000FF"/>
                </a:solidFill>
              </a:rPr>
              <a:t>Know</a:t>
            </a:r>
            <a:r>
              <a:rPr lang="en-US" sz="4000"/>
              <a:t> </a:t>
            </a:r>
            <a:r>
              <a:rPr lang="en-US" sz="4000">
                <a:solidFill>
                  <a:srgbClr val="0000FF"/>
                </a:solidFill>
              </a:rPr>
              <a:t>the</a:t>
            </a:r>
            <a:r>
              <a:rPr lang="en-US" sz="4000"/>
              <a:t> </a:t>
            </a:r>
            <a:r>
              <a:rPr lang="en-US" sz="4000">
                <a:solidFill>
                  <a:srgbClr val="0000FF"/>
                </a:solidFill>
              </a:rPr>
              <a:t>types of your variables </a:t>
            </a:r>
            <a:br>
              <a:rPr lang="en-US" sz="4000">
                <a:solidFill>
                  <a:srgbClr val="0000FF"/>
                </a:solidFill>
              </a:rPr>
            </a:br>
            <a:r>
              <a:rPr lang="en-US" sz="4000">
                <a:solidFill>
                  <a:srgbClr val="0000FF"/>
                </a:solidFill>
              </a:rPr>
              <a:t>and declare them before use </a:t>
            </a:r>
            <a:br>
              <a:rPr lang="en-US" sz="4000">
                <a:solidFill>
                  <a:srgbClr val="0000FF"/>
                </a:solidFill>
              </a:rPr>
            </a:br>
            <a:r>
              <a:rPr lang="en-US" sz="4000"/>
              <a:t>in a C program.</a:t>
            </a:r>
            <a:endParaRPr lang="en-GB" sz="40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0BA904-4A96-9C3B-C2E1-556DDB37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HighlightTextShape201406241503265130">
            <a:extLst>
              <a:ext uri="{FF2B5EF4-FFF2-40B4-BE49-F238E27FC236}">
                <a16:creationId xmlns:a16="http://schemas.microsoft.com/office/drawing/2014/main" id="{312B4058-B062-CCD9-9B7C-7B82762AD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033" y="3266149"/>
            <a:ext cx="64694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4000"/>
              <a:t>Get started with </a:t>
            </a:r>
            <a:r>
              <a:rPr lang="en-US" sz="4000">
                <a:solidFill>
                  <a:srgbClr val="0000FF"/>
                </a:solidFill>
              </a:rPr>
              <a:t>recursion</a:t>
            </a:r>
            <a:r>
              <a:rPr lang="en-US" sz="4000"/>
              <a:t>.</a:t>
            </a:r>
          </a:p>
          <a:p>
            <a:pPr marL="288925" indent="-288925"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GB" sz="28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1625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280</TotalTime>
  <Words>1464</Words>
  <Application>Microsoft Office PowerPoint</Application>
  <PresentationFormat>On-screen Show (4:3)</PresentationFormat>
  <Paragraphs>265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Clarity</vt:lpstr>
      <vt:lpstr>PowerPoint Presentation</vt:lpstr>
      <vt:lpstr>Problem Solving Process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Problem Solving Techniques</vt:lpstr>
      <vt:lpstr>Recursive Solution for FindMax</vt:lpstr>
      <vt:lpstr>Recursive Solution for FindMax</vt:lpstr>
      <vt:lpstr>Yet Another Recursive Solution</vt:lpstr>
      <vt:lpstr>FindMax Revisited</vt:lpstr>
      <vt:lpstr>(Variable) Type declaration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2026-01-27T01:25:01Z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