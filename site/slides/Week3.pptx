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1"/>
  </p:notesMasterIdLst>
  <p:handoutMasterIdLst>
    <p:handoutMasterId r:id="rId42"/>
  </p:handoutMasterIdLst>
  <p:sldIdLst>
    <p:sldId id="256" r:id="rId2"/>
    <p:sldId id="468" r:id="rId3"/>
    <p:sldId id="575" r:id="rId4"/>
    <p:sldId id="582" r:id="rId5"/>
    <p:sldId id="574" r:id="rId6"/>
    <p:sldId id="547" r:id="rId7"/>
    <p:sldId id="580" r:id="rId8"/>
    <p:sldId id="579" r:id="rId9"/>
    <p:sldId id="551" r:id="rId10"/>
    <p:sldId id="548" r:id="rId11"/>
    <p:sldId id="552" r:id="rId12"/>
    <p:sldId id="485" r:id="rId13"/>
    <p:sldId id="576" r:id="rId14"/>
    <p:sldId id="550" r:id="rId15"/>
    <p:sldId id="553" r:id="rId16"/>
    <p:sldId id="577" r:id="rId17"/>
    <p:sldId id="531" r:id="rId18"/>
    <p:sldId id="554" r:id="rId19"/>
    <p:sldId id="555" r:id="rId20"/>
    <p:sldId id="556" r:id="rId21"/>
    <p:sldId id="557" r:id="rId22"/>
    <p:sldId id="571" r:id="rId23"/>
    <p:sldId id="558" r:id="rId24"/>
    <p:sldId id="559" r:id="rId25"/>
    <p:sldId id="560" r:id="rId26"/>
    <p:sldId id="561" r:id="rId27"/>
    <p:sldId id="562" r:id="rId28"/>
    <p:sldId id="578" r:id="rId29"/>
    <p:sldId id="564" r:id="rId30"/>
    <p:sldId id="565" r:id="rId31"/>
    <p:sldId id="566" r:id="rId32"/>
    <p:sldId id="567" r:id="rId33"/>
    <p:sldId id="545" r:id="rId34"/>
    <p:sldId id="568" r:id="rId35"/>
    <p:sldId id="573" r:id="rId36"/>
    <p:sldId id="569" r:id="rId37"/>
    <p:sldId id="570" r:id="rId38"/>
    <p:sldId id="526" r:id="rId39"/>
    <p:sldId id="581" r:id="rId4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0F0"/>
    <a:srgbClr val="CCFFFF"/>
    <a:srgbClr val="006600"/>
    <a:srgbClr val="FFFF99"/>
    <a:srgbClr val="00CCFF"/>
    <a:srgbClr val="0099FF"/>
    <a:srgbClr val="6699FF"/>
    <a:srgbClr val="0066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FF6CD-7868-41AC-8966-D31FF127B0E7}" v="116" dt="2026-01-27T03:45:09.1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275" autoAdjust="0"/>
    <p:restoredTop sz="96000" autoAdjust="0"/>
  </p:normalViewPr>
  <p:slideViewPr>
    <p:cSldViewPr snapToGrid="0">
      <p:cViewPr varScale="1">
        <p:scale>
          <a:sx n="100" d="100"/>
          <a:sy n="100" d="100"/>
        </p:scale>
        <p:origin x="46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modSld sldOrd">
      <pc:chgData name="Zhao Jin" userId="cd05a825-544c-438a-9ba1-08e63db50b47" providerId="ADAL" clId="{5DF3A229-1965-414E-AF54-F4C37AC7DF68}" dt="2026-01-27T03:45:09.152" v="935" actId="20577"/>
      <pc:docMkLst>
        <pc:docMk/>
      </pc:docMkLst>
      <pc:sldChg chg="modSp">
        <pc:chgData name="Zhao Jin" userId="cd05a825-544c-438a-9ba1-08e63db50b47" providerId="ADAL" clId="{5DF3A229-1965-414E-AF54-F4C37AC7DF68}" dt="2026-01-26T08:12:37.872" v="427" actId="6549"/>
        <pc:sldMkLst>
          <pc:docMk/>
          <pc:sldMk cId="1419062778" sldId="485"/>
        </pc:sldMkLst>
        <pc:spChg chg="mod">
          <ac:chgData name="Zhao Jin" userId="cd05a825-544c-438a-9ba1-08e63db50b47" providerId="ADAL" clId="{5DF3A229-1965-414E-AF54-F4C37AC7DF68}" dt="2026-01-26T08:12:37.872" v="427" actId="6549"/>
          <ac:spMkLst>
            <pc:docMk/>
            <pc:sldMk cId="1419062778" sldId="485"/>
            <ac:spMk id="7" creationId="{00000000-0000-0000-0000-000000000000}"/>
          </ac:spMkLst>
        </pc:spChg>
      </pc:sldChg>
      <pc:sldChg chg="addSp delSp modSp mod">
        <pc:chgData name="Zhao Jin" userId="cd05a825-544c-438a-9ba1-08e63db50b47" providerId="ADAL" clId="{5DF3A229-1965-414E-AF54-F4C37AC7DF68}" dt="2026-01-26T09:22:36.644" v="824" actId="20577"/>
        <pc:sldMkLst>
          <pc:docMk/>
          <pc:sldMk cId="1067695719" sldId="526"/>
        </pc:sldMkLst>
        <pc:spChg chg="add del">
          <ac:chgData name="Zhao Jin" userId="cd05a825-544c-438a-9ba1-08e63db50b47" providerId="ADAL" clId="{5DF3A229-1965-414E-AF54-F4C37AC7DF68}" dt="2026-01-26T08:19:53.724" v="596" actId="22"/>
          <ac:spMkLst>
            <pc:docMk/>
            <pc:sldMk cId="1067695719" sldId="526"/>
            <ac:spMk id="5" creationId="{F4DF6E53-97A7-AD27-6B88-FB64876B01DF}"/>
          </ac:spMkLst>
        </pc:spChg>
        <pc:spChg chg="mod">
          <ac:chgData name="Zhao Jin" userId="cd05a825-544c-438a-9ba1-08e63db50b47" providerId="ADAL" clId="{5DF3A229-1965-414E-AF54-F4C37AC7DF68}" dt="2026-01-26T09:22:36.644" v="824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7T03:44:19.097" v="921" actId="20577"/>
        <pc:sldMkLst>
          <pc:docMk/>
          <pc:sldMk cId="681224785" sldId="531"/>
        </pc:sldMkLst>
        <pc:spChg chg="mod">
          <ac:chgData name="Zhao Jin" userId="cd05a825-544c-438a-9ba1-08e63db50b47" providerId="ADAL" clId="{5DF3A229-1965-414E-AF54-F4C37AC7DF68}" dt="2026-01-27T03:44:19.097" v="921" actId="20577"/>
          <ac:spMkLst>
            <pc:docMk/>
            <pc:sldMk cId="681224785" sldId="531"/>
            <ac:spMk id="8" creationId="{28132129-8005-4001-8A22-A53D9CDE0963}"/>
          </ac:spMkLst>
        </pc:spChg>
        <pc:spChg chg="mod">
          <ac:chgData name="Zhao Jin" userId="cd05a825-544c-438a-9ba1-08e63db50b47" providerId="ADAL" clId="{5DF3A229-1965-414E-AF54-F4C37AC7DF68}" dt="2026-01-27T03:44:15.225" v="917" actId="20577"/>
          <ac:spMkLst>
            <pc:docMk/>
            <pc:sldMk cId="681224785" sldId="531"/>
            <ac:spMk id="14" creationId="{85D4AA78-1A62-4644-8547-CB4E0AF1E1B4}"/>
          </ac:spMkLst>
        </pc:spChg>
      </pc:sldChg>
      <pc:sldChg chg="modSp mod">
        <pc:chgData name="Zhao Jin" userId="cd05a825-544c-438a-9ba1-08e63db50b47" providerId="ADAL" clId="{5DF3A229-1965-414E-AF54-F4C37AC7DF68}" dt="2026-01-26T08:14:18.238" v="444" actId="207"/>
        <pc:sldMkLst>
          <pc:docMk/>
          <pc:sldMk cId="3023700246" sldId="545"/>
        </pc:sldMkLst>
        <pc:spChg chg="mod">
          <ac:chgData name="Zhao Jin" userId="cd05a825-544c-438a-9ba1-08e63db50b47" providerId="ADAL" clId="{5DF3A229-1965-414E-AF54-F4C37AC7DF68}" dt="2026-01-26T08:14:18.238" v="444" actId="207"/>
          <ac:spMkLst>
            <pc:docMk/>
            <pc:sldMk cId="3023700246" sldId="545"/>
            <ac:spMk id="10" creationId="{00000000-0000-0000-0000-000000000000}"/>
          </ac:spMkLst>
        </pc:spChg>
      </pc:sldChg>
      <pc:sldChg chg="modAnim">
        <pc:chgData name="Zhao Jin" userId="cd05a825-544c-438a-9ba1-08e63db50b47" providerId="ADAL" clId="{5DF3A229-1965-414E-AF54-F4C37AC7DF68}" dt="2026-01-26T08:05:47.083" v="66"/>
        <pc:sldMkLst>
          <pc:docMk/>
          <pc:sldMk cId="884841463" sldId="547"/>
        </pc:sldMkLst>
      </pc:sldChg>
      <pc:sldChg chg="modSp mod">
        <pc:chgData name="Zhao Jin" userId="cd05a825-544c-438a-9ba1-08e63db50b47" providerId="ADAL" clId="{5DF3A229-1965-414E-AF54-F4C37AC7DF68}" dt="2026-01-26T08:09:25.322" v="331" actId="207"/>
        <pc:sldMkLst>
          <pc:docMk/>
          <pc:sldMk cId="1617257579" sldId="548"/>
        </pc:sldMkLst>
        <pc:spChg chg="mod">
          <ac:chgData name="Zhao Jin" userId="cd05a825-544c-438a-9ba1-08e63db50b47" providerId="ADAL" clId="{5DF3A229-1965-414E-AF54-F4C37AC7DF68}" dt="2026-01-26T08:09:25.322" v="331" actId="207"/>
          <ac:spMkLst>
            <pc:docMk/>
            <pc:sldMk cId="1617257579" sldId="548"/>
            <ac:spMk id="9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7T03:44:02.132" v="905" actId="20577"/>
        <pc:sldMkLst>
          <pc:docMk/>
          <pc:sldMk cId="784668950" sldId="550"/>
        </pc:sldMkLst>
        <pc:spChg chg="mod">
          <ac:chgData name="Zhao Jin" userId="cd05a825-544c-438a-9ba1-08e63db50b47" providerId="ADAL" clId="{5DF3A229-1965-414E-AF54-F4C37AC7DF68}" dt="2026-01-27T03:44:02.132" v="905" actId="20577"/>
          <ac:spMkLst>
            <pc:docMk/>
            <pc:sldMk cId="784668950" sldId="550"/>
            <ac:spMk id="13" creationId="{76AACBDB-EFE5-4782-AA9B-3760F5E7D3D7}"/>
          </ac:spMkLst>
        </pc:spChg>
      </pc:sldChg>
      <pc:sldChg chg="modSp mod">
        <pc:chgData name="Zhao Jin" userId="cd05a825-544c-438a-9ba1-08e63db50b47" providerId="ADAL" clId="{5DF3A229-1965-414E-AF54-F4C37AC7DF68}" dt="2026-01-26T08:08:59.448" v="326" actId="1035"/>
        <pc:sldMkLst>
          <pc:docMk/>
          <pc:sldMk cId="1186547477" sldId="551"/>
        </pc:sldMkLst>
        <pc:spChg chg="mod">
          <ac:chgData name="Zhao Jin" userId="cd05a825-544c-438a-9ba1-08e63db50b47" providerId="ADAL" clId="{5DF3A229-1965-414E-AF54-F4C37AC7DF68}" dt="2026-01-26T08:08:49.385" v="314" actId="1036"/>
          <ac:spMkLst>
            <pc:docMk/>
            <pc:sldMk cId="1186547477" sldId="551"/>
            <ac:spMk id="2" creationId="{F6100EC4-5A16-2295-4AC4-D8AE76DF41CA}"/>
          </ac:spMkLst>
        </pc:spChg>
        <pc:spChg chg="mod">
          <ac:chgData name="Zhao Jin" userId="cd05a825-544c-438a-9ba1-08e63db50b47" providerId="ADAL" clId="{5DF3A229-1965-414E-AF54-F4C37AC7DF68}" dt="2026-01-26T08:08:59.448" v="326" actId="1035"/>
          <ac:spMkLst>
            <pc:docMk/>
            <pc:sldMk cId="1186547477" sldId="551"/>
            <ac:spMk id="6" creationId="{813F3977-B9BF-862F-A585-200B91BC0324}"/>
          </ac:spMkLst>
        </pc:spChg>
        <pc:spChg chg="mod">
          <ac:chgData name="Zhao Jin" userId="cd05a825-544c-438a-9ba1-08e63db50b47" providerId="ADAL" clId="{5DF3A229-1965-414E-AF54-F4C37AC7DF68}" dt="2026-01-26T08:08:54.691" v="315" actId="6549"/>
          <ac:spMkLst>
            <pc:docMk/>
            <pc:sldMk cId="1186547477" sldId="551"/>
            <ac:spMk id="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8:08:49.385" v="314" actId="1036"/>
          <ac:spMkLst>
            <pc:docMk/>
            <pc:sldMk cId="1186547477" sldId="551"/>
            <ac:spMk id="22" creationId="{D9B312E7-4D52-40DF-8905-F3E8035364E5}"/>
          </ac:spMkLst>
        </pc:spChg>
      </pc:sldChg>
      <pc:sldChg chg="addSp modSp mod addAnim delAnim modAnim">
        <pc:chgData name="Zhao Jin" userId="cd05a825-544c-438a-9ba1-08e63db50b47" providerId="ADAL" clId="{5DF3A229-1965-414E-AF54-F4C37AC7DF68}" dt="2026-01-27T03:43:49.965" v="898" actId="20577"/>
        <pc:sldMkLst>
          <pc:docMk/>
          <pc:sldMk cId="3764235702" sldId="552"/>
        </pc:sldMkLst>
        <pc:spChg chg="mod">
          <ac:chgData name="Zhao Jin" userId="cd05a825-544c-438a-9ba1-08e63db50b47" providerId="ADAL" clId="{5DF3A229-1965-414E-AF54-F4C37AC7DF68}" dt="2026-01-26T08:11:00.498" v="382" actId="1076"/>
          <ac:spMkLst>
            <pc:docMk/>
            <pc:sldMk cId="3764235702" sldId="552"/>
            <ac:spMk id="2" creationId="{D9820829-3332-E1CB-95E4-4F2BD639DBB9}"/>
          </ac:spMkLst>
        </pc:spChg>
        <pc:spChg chg="add mod">
          <ac:chgData name="Zhao Jin" userId="cd05a825-544c-438a-9ba1-08e63db50b47" providerId="ADAL" clId="{5DF3A229-1965-414E-AF54-F4C37AC7DF68}" dt="2026-01-26T08:12:20.342" v="395" actId="207"/>
          <ac:spMkLst>
            <pc:docMk/>
            <pc:sldMk cId="3764235702" sldId="552"/>
            <ac:spMk id="5" creationId="{0ED718ED-0261-88A3-040D-1EA4E854E30B}"/>
          </ac:spMkLst>
        </pc:spChg>
        <pc:spChg chg="mod">
          <ac:chgData name="Zhao Jin" userId="cd05a825-544c-438a-9ba1-08e63db50b47" providerId="ADAL" clId="{5DF3A229-1965-414E-AF54-F4C37AC7DF68}" dt="2026-01-26T08:09:38.291" v="338" actId="20577"/>
          <ac:spMkLst>
            <pc:docMk/>
            <pc:sldMk cId="3764235702" sldId="552"/>
            <ac:spMk id="10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7T03:43:49.965" v="898" actId="20577"/>
          <ac:spMkLst>
            <pc:docMk/>
            <pc:sldMk cId="3764235702" sldId="552"/>
            <ac:spMk id="12" creationId="{59DCFA5F-5032-4FE0-9E21-E9E074B29DBC}"/>
          </ac:spMkLst>
        </pc:spChg>
        <pc:spChg chg="mod">
          <ac:chgData name="Zhao Jin" userId="cd05a825-544c-438a-9ba1-08e63db50b47" providerId="ADAL" clId="{5DF3A229-1965-414E-AF54-F4C37AC7DF68}" dt="2026-01-27T03:43:43.777" v="894" actId="20577"/>
          <ac:spMkLst>
            <pc:docMk/>
            <pc:sldMk cId="3764235702" sldId="552"/>
            <ac:spMk id="13" creationId="{42F138F9-19E2-41AD-9DE1-4590FC84BB34}"/>
          </ac:spMkLst>
        </pc:spChg>
        <pc:picChg chg="ord">
          <ac:chgData name="Zhao Jin" userId="cd05a825-544c-438a-9ba1-08e63db50b47" providerId="ADAL" clId="{5DF3A229-1965-414E-AF54-F4C37AC7DF68}" dt="2026-01-26T08:11:05.391" v="383" actId="166"/>
          <ac:picMkLst>
            <pc:docMk/>
            <pc:sldMk cId="3764235702" sldId="552"/>
            <ac:picMk id="15" creationId="{55FB17E3-D73E-4DA9-8277-7BBB2A11D81D}"/>
          </ac:picMkLst>
        </pc:picChg>
      </pc:sldChg>
      <pc:sldChg chg="modSp mod">
        <pc:chgData name="Zhao Jin" userId="cd05a825-544c-438a-9ba1-08e63db50b47" providerId="ADAL" clId="{5DF3A229-1965-414E-AF54-F4C37AC7DF68}" dt="2026-01-27T03:44:09.482" v="913" actId="20577"/>
        <pc:sldMkLst>
          <pc:docMk/>
          <pc:sldMk cId="1452079182" sldId="553"/>
        </pc:sldMkLst>
        <pc:spChg chg="mod">
          <ac:chgData name="Zhao Jin" userId="cd05a825-544c-438a-9ba1-08e63db50b47" providerId="ADAL" clId="{5DF3A229-1965-414E-AF54-F4C37AC7DF68}" dt="2026-01-27T03:44:09.482" v="913" actId="20577"/>
          <ac:spMkLst>
            <pc:docMk/>
            <pc:sldMk cId="1452079182" sldId="553"/>
            <ac:spMk id="9" creationId="{9900243D-4E9A-2132-2534-091BF461A5DE}"/>
          </ac:spMkLst>
        </pc:spChg>
        <pc:spChg chg="mod">
          <ac:chgData name="Zhao Jin" userId="cd05a825-544c-438a-9ba1-08e63db50b47" providerId="ADAL" clId="{5DF3A229-1965-414E-AF54-F4C37AC7DF68}" dt="2026-01-27T03:44:06.938" v="909" actId="20577"/>
          <ac:spMkLst>
            <pc:docMk/>
            <pc:sldMk cId="1452079182" sldId="553"/>
            <ac:spMk id="11" creationId="{AD26BEE8-8AD5-D992-89AD-328DDD2D9A92}"/>
          </ac:spMkLst>
        </pc:spChg>
      </pc:sldChg>
      <pc:sldChg chg="modSp mod">
        <pc:chgData name="Zhao Jin" userId="cd05a825-544c-438a-9ba1-08e63db50b47" providerId="ADAL" clId="{5DF3A229-1965-414E-AF54-F4C37AC7DF68}" dt="2026-01-27T03:44:40.626" v="933" actId="20577"/>
        <pc:sldMkLst>
          <pc:docMk/>
          <pc:sldMk cId="4044705258" sldId="556"/>
        </pc:sldMkLst>
        <pc:spChg chg="mod">
          <ac:chgData name="Zhao Jin" userId="cd05a825-544c-438a-9ba1-08e63db50b47" providerId="ADAL" clId="{5DF3A229-1965-414E-AF54-F4C37AC7DF68}" dt="2026-01-27T03:44:40.626" v="933" actId="20577"/>
          <ac:spMkLst>
            <pc:docMk/>
            <pc:sldMk cId="4044705258" sldId="556"/>
            <ac:spMk id="13" creationId="{76AACBDB-EFE5-4782-AA9B-3760F5E7D3D7}"/>
          </ac:spMkLst>
        </pc:spChg>
      </pc:sldChg>
      <pc:sldChg chg="modSp mod">
        <pc:chgData name="Zhao Jin" userId="cd05a825-544c-438a-9ba1-08e63db50b47" providerId="ADAL" clId="{5DF3A229-1965-414E-AF54-F4C37AC7DF68}" dt="2026-01-27T03:44:23.841" v="925" actId="20577"/>
        <pc:sldMkLst>
          <pc:docMk/>
          <pc:sldMk cId="1521000033" sldId="559"/>
        </pc:sldMkLst>
        <pc:spChg chg="mod">
          <ac:chgData name="Zhao Jin" userId="cd05a825-544c-438a-9ba1-08e63db50b47" providerId="ADAL" clId="{5DF3A229-1965-414E-AF54-F4C37AC7DF68}" dt="2026-01-27T03:44:23.841" v="925" actId="20577"/>
          <ac:spMkLst>
            <pc:docMk/>
            <pc:sldMk cId="1521000033" sldId="559"/>
            <ac:spMk id="13" creationId="{76AACBDB-EFE5-4782-AA9B-3760F5E7D3D7}"/>
          </ac:spMkLst>
        </pc:spChg>
      </pc:sldChg>
      <pc:sldChg chg="modSp">
        <pc:chgData name="Zhao Jin" userId="cd05a825-544c-438a-9ba1-08e63db50b47" providerId="ADAL" clId="{5DF3A229-1965-414E-AF54-F4C37AC7DF68}" dt="2026-01-27T03:45:09.152" v="935" actId="20577"/>
        <pc:sldMkLst>
          <pc:docMk/>
          <pc:sldMk cId="1311126165" sldId="566"/>
        </pc:sldMkLst>
        <pc:spChg chg="mod">
          <ac:chgData name="Zhao Jin" userId="cd05a825-544c-438a-9ba1-08e63db50b47" providerId="ADAL" clId="{5DF3A229-1965-414E-AF54-F4C37AC7DF68}" dt="2026-01-27T03:45:09.152" v="935" actId="20577"/>
          <ac:spMkLst>
            <pc:docMk/>
            <pc:sldMk cId="1311126165" sldId="566"/>
            <ac:spMk id="6" creationId="{1FF2E942-A5DB-38D5-B40D-97490EC324D2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1-26T08:16:10.956" v="518"/>
        <pc:sldMkLst>
          <pc:docMk/>
          <pc:sldMk cId="2072030558" sldId="568"/>
        </pc:sldMkLst>
        <pc:spChg chg="mod">
          <ac:chgData name="Zhao Jin" userId="cd05a825-544c-438a-9ba1-08e63db50b47" providerId="ADAL" clId="{5DF3A229-1965-414E-AF54-F4C37AC7DF68}" dt="2026-01-26T08:14:32.075" v="490" actId="207"/>
          <ac:spMkLst>
            <pc:docMk/>
            <pc:sldMk cId="2072030558" sldId="568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7T03:42:42.703" v="879" actId="20577"/>
        <pc:sldMkLst>
          <pc:docMk/>
          <pc:sldMk cId="2848702153" sldId="571"/>
        </pc:sldMkLst>
        <pc:spChg chg="mod">
          <ac:chgData name="Zhao Jin" userId="cd05a825-544c-438a-9ba1-08e63db50b47" providerId="ADAL" clId="{5DF3A229-1965-414E-AF54-F4C37AC7DF68}" dt="2026-01-27T03:42:42.703" v="879" actId="20577"/>
          <ac:spMkLst>
            <pc:docMk/>
            <pc:sldMk cId="2848702153" sldId="571"/>
            <ac:spMk id="5" creationId="{8F49DB17-F9A7-CF8E-AF03-AE4BE2DC10A0}"/>
          </ac:spMkLst>
        </pc:spChg>
      </pc:sldChg>
      <pc:sldChg chg="modSp mod">
        <pc:chgData name="Zhao Jin" userId="cd05a825-544c-438a-9ba1-08e63db50b47" providerId="ADAL" clId="{5DF3A229-1965-414E-AF54-F4C37AC7DF68}" dt="2026-01-27T01:28:22.504" v="869" actId="1035"/>
        <pc:sldMkLst>
          <pc:docMk/>
          <pc:sldMk cId="2939134821" sldId="573"/>
        </pc:sldMkLst>
        <pc:spChg chg="mod">
          <ac:chgData name="Zhao Jin" userId="cd05a825-544c-438a-9ba1-08e63db50b47" providerId="ADAL" clId="{5DF3A229-1965-414E-AF54-F4C37AC7DF68}" dt="2026-01-26T08:45:38.308" v="819" actId="20577"/>
          <ac:spMkLst>
            <pc:docMk/>
            <pc:sldMk cId="2939134821" sldId="573"/>
            <ac:spMk id="4" creationId="{FAE768AD-D65F-BBFF-208B-F42A413279B7}"/>
          </ac:spMkLst>
        </pc:spChg>
        <pc:spChg chg="mod">
          <ac:chgData name="Zhao Jin" userId="cd05a825-544c-438a-9ba1-08e63db50b47" providerId="ADAL" clId="{5DF3A229-1965-414E-AF54-F4C37AC7DF68}" dt="2026-01-26T08:45:45.830" v="821" actId="20577"/>
          <ac:spMkLst>
            <pc:docMk/>
            <pc:sldMk cId="2939134821" sldId="573"/>
            <ac:spMk id="5" creationId="{96D88295-3777-0D1E-AD30-243146155028}"/>
          </ac:spMkLst>
        </pc:spChg>
        <pc:spChg chg="mod">
          <ac:chgData name="Zhao Jin" userId="cd05a825-544c-438a-9ba1-08e63db50b47" providerId="ADAL" clId="{5DF3A229-1965-414E-AF54-F4C37AC7DF68}" dt="2026-01-26T08:44:18.994" v="780" actId="20577"/>
          <ac:spMkLst>
            <pc:docMk/>
            <pc:sldMk cId="2939134821" sldId="573"/>
            <ac:spMk id="7" creationId="{C42D9107-89FB-C323-4BFD-7E27AB03DE7E}"/>
          </ac:spMkLst>
        </pc:spChg>
        <pc:spChg chg="mod">
          <ac:chgData name="Zhao Jin" userId="cd05a825-544c-438a-9ba1-08e63db50b47" providerId="ADAL" clId="{5DF3A229-1965-414E-AF54-F4C37AC7DF68}" dt="2026-01-27T01:28:22.504" v="869" actId="1035"/>
          <ac:spMkLst>
            <pc:docMk/>
            <pc:sldMk cId="2939134821" sldId="573"/>
            <ac:spMk id="9" creationId="{938465B6-91F3-9F73-B5E1-00D9D6E89905}"/>
          </ac:spMkLst>
        </pc:spChg>
        <pc:spChg chg="mod">
          <ac:chgData name="Zhao Jin" userId="cd05a825-544c-438a-9ba1-08e63db50b47" providerId="ADAL" clId="{5DF3A229-1965-414E-AF54-F4C37AC7DF68}" dt="2026-01-26T08:15:02.896" v="509" actId="20577"/>
          <ac:spMkLst>
            <pc:docMk/>
            <pc:sldMk cId="2939134821" sldId="573"/>
            <ac:spMk id="10" creationId="{142F393B-925A-A780-D4A6-18B38EDF7DD8}"/>
          </ac:spMkLst>
        </pc:spChg>
      </pc:sldChg>
      <pc:sldChg chg="delSp modSp mod delAnim">
        <pc:chgData name="Zhao Jin" userId="cd05a825-544c-438a-9ba1-08e63db50b47" providerId="ADAL" clId="{5DF3A229-1965-414E-AF54-F4C37AC7DF68}" dt="2026-01-27T01:27:30.904" v="856" actId="403"/>
        <pc:sldMkLst>
          <pc:docMk/>
          <pc:sldMk cId="711410542" sldId="574"/>
        </pc:sldMkLst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7" creationId="{326A574F-D0D6-7C94-29F4-FBE2D8FDD4AE}"/>
          </ac:spMkLst>
        </pc:spChg>
        <pc:spChg chg="mod">
          <ac:chgData name="Zhao Jin" userId="cd05a825-544c-438a-9ba1-08e63db50b47" providerId="ADAL" clId="{5DF3A229-1965-414E-AF54-F4C37AC7DF68}" dt="2026-01-27T01:27:30.904" v="856" actId="403"/>
          <ac:spMkLst>
            <pc:docMk/>
            <pc:sldMk cId="711410542" sldId="574"/>
            <ac:spMk id="8" creationId="{E49403E2-9ED9-03B7-8472-B7C963E5B677}"/>
          </ac:spMkLst>
        </pc:spChg>
        <pc:spChg chg="mod">
          <ac:chgData name="Zhao Jin" userId="cd05a825-544c-438a-9ba1-08e63db50b47" providerId="ADAL" clId="{5DF3A229-1965-414E-AF54-F4C37AC7DF68}" dt="2026-01-27T01:27:27.502" v="855" actId="13926"/>
          <ac:spMkLst>
            <pc:docMk/>
            <pc:sldMk cId="711410542" sldId="574"/>
            <ac:spMk id="9" creationId="{A2A6721C-C98A-1142-91F6-8B6E2724489A}"/>
          </ac:spMkLst>
        </pc:spChg>
        <pc:spChg chg="del mod">
          <ac:chgData name="Zhao Jin" userId="cd05a825-544c-438a-9ba1-08e63db50b47" providerId="ADAL" clId="{5DF3A229-1965-414E-AF54-F4C37AC7DF68}" dt="2026-01-27T01:27:22.232" v="854" actId="478"/>
          <ac:spMkLst>
            <pc:docMk/>
            <pc:sldMk cId="711410542" sldId="574"/>
            <ac:spMk id="10" creationId="{6B188B00-5562-2E43-EDB3-E0335B6F3DFF}"/>
          </ac:spMkLst>
        </pc:spChg>
        <pc:spChg chg="del mod">
          <ac:chgData name="Zhao Jin" userId="cd05a825-544c-438a-9ba1-08e63db50b47" providerId="ADAL" clId="{5DF3A229-1965-414E-AF54-F4C37AC7DF68}" dt="2026-01-27T01:27:22.232" v="854" actId="478"/>
          <ac:spMkLst>
            <pc:docMk/>
            <pc:sldMk cId="711410542" sldId="574"/>
            <ac:spMk id="11" creationId="{8DEBD552-1DF2-79B6-9A8D-D0D6C05BBC81}"/>
          </ac:spMkLst>
        </pc:spChg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12" creationId="{5AEFB674-C5A1-CF11-A391-2805691AA442}"/>
          </ac:spMkLst>
        </pc:spChg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13" creationId="{92FDDFDF-6F47-7AA6-F49D-5C7C023B8287}"/>
          </ac:spMkLst>
        </pc:spChg>
        <pc:spChg chg="del mod">
          <ac:chgData name="Zhao Jin" userId="cd05a825-544c-438a-9ba1-08e63db50b47" providerId="ADAL" clId="{5DF3A229-1965-414E-AF54-F4C37AC7DF68}" dt="2026-01-27T01:27:22.232" v="854" actId="478"/>
          <ac:spMkLst>
            <pc:docMk/>
            <pc:sldMk cId="711410542" sldId="574"/>
            <ac:spMk id="14" creationId="{3E27EACB-B086-AEE8-2178-9D3AEC0F1FB4}"/>
          </ac:spMkLst>
        </pc:spChg>
        <pc:spChg chg="del mod">
          <ac:chgData name="Zhao Jin" userId="cd05a825-544c-438a-9ba1-08e63db50b47" providerId="ADAL" clId="{5DF3A229-1965-414E-AF54-F4C37AC7DF68}" dt="2026-01-27T01:27:22.232" v="854" actId="478"/>
          <ac:spMkLst>
            <pc:docMk/>
            <pc:sldMk cId="711410542" sldId="574"/>
            <ac:spMk id="15" creationId="{4198310A-0EF5-1636-0097-CFE90A7872A0}"/>
          </ac:spMkLst>
        </pc:spChg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17" creationId="{205F72C3-4FC2-837F-BAA0-5FEFCD27253E}"/>
          </ac:spMkLst>
        </pc:spChg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18" creationId="{67079C7F-3995-1BCB-53E3-1442722A63EA}"/>
          </ac:spMkLst>
        </pc:spChg>
      </pc:sldChg>
      <pc:sldChg chg="modSp mod">
        <pc:chgData name="Zhao Jin" userId="cd05a825-544c-438a-9ba1-08e63db50b47" providerId="ADAL" clId="{5DF3A229-1965-414E-AF54-F4C37AC7DF68}" dt="2026-01-26T08:02:11.536" v="63" actId="20577"/>
        <pc:sldMkLst>
          <pc:docMk/>
          <pc:sldMk cId="3082655292" sldId="575"/>
        </pc:sldMkLst>
        <pc:spChg chg="mod">
          <ac:chgData name="Zhao Jin" userId="cd05a825-544c-438a-9ba1-08e63db50b47" providerId="ADAL" clId="{5DF3A229-1965-414E-AF54-F4C37AC7DF68}" dt="2026-01-26T08:01:16.283" v="1" actId="6549"/>
          <ac:spMkLst>
            <pc:docMk/>
            <pc:sldMk cId="3082655292" sldId="575"/>
            <ac:spMk id="8" creationId="{E1475532-C359-1199-A892-8B8C934D06B6}"/>
          </ac:spMkLst>
        </pc:spChg>
        <pc:spChg chg="mod">
          <ac:chgData name="Zhao Jin" userId="cd05a825-544c-438a-9ba1-08e63db50b47" providerId="ADAL" clId="{5DF3A229-1965-414E-AF54-F4C37AC7DF68}" dt="2026-01-26T08:02:11.536" v="63" actId="20577"/>
          <ac:spMkLst>
            <pc:docMk/>
            <pc:sldMk cId="3082655292" sldId="575"/>
            <ac:spMk id="9" creationId="{7B735FE2-51ED-3F7A-C539-BA0C600C9DFF}"/>
          </ac:spMkLst>
        </pc:spChg>
      </pc:sldChg>
      <pc:sldChg chg="modSp mod">
        <pc:chgData name="Zhao Jin" userId="cd05a825-544c-438a-9ba1-08e63db50b47" providerId="ADAL" clId="{5DF3A229-1965-414E-AF54-F4C37AC7DF68}" dt="2026-01-27T03:44:33.611" v="929" actId="20577"/>
        <pc:sldMkLst>
          <pc:docMk/>
          <pc:sldMk cId="2276019218" sldId="576"/>
        </pc:sldMkLst>
        <pc:spChg chg="mod">
          <ac:chgData name="Zhao Jin" userId="cd05a825-544c-438a-9ba1-08e63db50b47" providerId="ADAL" clId="{5DF3A229-1965-414E-AF54-F4C37AC7DF68}" dt="2026-01-27T03:44:33.611" v="929" actId="20577"/>
          <ac:spMkLst>
            <pc:docMk/>
            <pc:sldMk cId="2276019218" sldId="576"/>
            <ac:spMk id="9" creationId="{4DB6124C-A567-835A-29D2-3B8EE71A4FDA}"/>
          </ac:spMkLst>
        </pc:spChg>
      </pc:sldChg>
      <pc:sldChg chg="modSp mod">
        <pc:chgData name="Zhao Jin" userId="cd05a825-544c-438a-9ba1-08e63db50b47" providerId="ADAL" clId="{5DF3A229-1965-414E-AF54-F4C37AC7DF68}" dt="2026-01-26T08:07:36.852" v="189" actId="20577"/>
        <pc:sldMkLst>
          <pc:docMk/>
          <pc:sldMk cId="1059784215" sldId="579"/>
        </pc:sldMkLst>
        <pc:spChg chg="mod">
          <ac:chgData name="Zhao Jin" userId="cd05a825-544c-438a-9ba1-08e63db50b47" providerId="ADAL" clId="{5DF3A229-1965-414E-AF54-F4C37AC7DF68}" dt="2026-01-26T08:07:36.852" v="189" actId="20577"/>
          <ac:spMkLst>
            <pc:docMk/>
            <pc:sldMk cId="1059784215" sldId="579"/>
            <ac:spMk id="8" creationId="{42E65DED-BA6E-7EE5-38D0-91F9E2314D1D}"/>
          </ac:spMkLst>
        </pc:spChg>
      </pc:sldChg>
      <pc:sldChg chg="modSp add mod">
        <pc:chgData name="Zhao Jin" userId="cd05a825-544c-438a-9ba1-08e63db50b47" providerId="ADAL" clId="{5DF3A229-1965-414E-AF54-F4C37AC7DF68}" dt="2026-01-26T08:41:51.355" v="756" actId="20577"/>
        <pc:sldMkLst>
          <pc:docMk/>
          <pc:sldMk cId="2363424464" sldId="581"/>
        </pc:sldMkLst>
        <pc:spChg chg="mod">
          <ac:chgData name="Zhao Jin" userId="cd05a825-544c-438a-9ba1-08e63db50b47" providerId="ADAL" clId="{5DF3A229-1965-414E-AF54-F4C37AC7DF68}" dt="2026-01-26T08:41:51.355" v="756" actId="20577"/>
          <ac:spMkLst>
            <pc:docMk/>
            <pc:sldMk cId="2363424464" sldId="581"/>
            <ac:spMk id="13" creationId="{2E3AC04B-447E-C788-6D7F-028D5307BDE0}"/>
          </ac:spMkLst>
        </pc:spChg>
        <pc:spChg chg="mod">
          <ac:chgData name="Zhao Jin" userId="cd05a825-544c-438a-9ba1-08e63db50b47" providerId="ADAL" clId="{5DF3A229-1965-414E-AF54-F4C37AC7DF68}" dt="2026-01-26T08:41:27.848" v="686" actId="20577"/>
          <ac:spMkLst>
            <pc:docMk/>
            <pc:sldMk cId="2363424464" sldId="581"/>
            <ac:spMk id="24578" creationId="{0A4501C4-2D2A-19E2-D301-234C7D184BAB}"/>
          </ac:spMkLst>
        </pc:spChg>
      </pc:sldChg>
      <pc:sldChg chg="addSp delSp modSp add mod ord addAnim delAnim">
        <pc:chgData name="Zhao Jin" userId="cd05a825-544c-438a-9ba1-08e63db50b47" providerId="ADAL" clId="{5DF3A229-1965-414E-AF54-F4C37AC7DF68}" dt="2026-01-27T01:27:15.824" v="852"/>
        <pc:sldMkLst>
          <pc:docMk/>
          <pc:sldMk cId="3536804483" sldId="582"/>
        </pc:sldMkLst>
        <pc:spChg chg="del">
          <ac:chgData name="Zhao Jin" userId="cd05a825-544c-438a-9ba1-08e63db50b47" providerId="ADAL" clId="{5DF3A229-1965-414E-AF54-F4C37AC7DF68}" dt="2026-01-27T01:27:02.538" v="846" actId="478"/>
          <ac:spMkLst>
            <pc:docMk/>
            <pc:sldMk cId="3536804483" sldId="582"/>
            <ac:spMk id="7" creationId="{EC241604-D5C2-1C29-39CB-708B4E37ABA0}"/>
          </ac:spMkLst>
        </pc:spChg>
        <pc:spChg chg="mod">
          <ac:chgData name="Zhao Jin" userId="cd05a825-544c-438a-9ba1-08e63db50b47" providerId="ADAL" clId="{5DF3A229-1965-414E-AF54-F4C37AC7DF68}" dt="2026-01-27T01:26:53.184" v="843" actId="403"/>
          <ac:spMkLst>
            <pc:docMk/>
            <pc:sldMk cId="3536804483" sldId="582"/>
            <ac:spMk id="8" creationId="{FD484E6A-4779-5C24-0708-17B1441A37A3}"/>
          </ac:spMkLst>
        </pc:spChg>
        <pc:spChg chg="mod">
          <ac:chgData name="Zhao Jin" userId="cd05a825-544c-438a-9ba1-08e63db50b47" providerId="ADAL" clId="{5DF3A229-1965-414E-AF54-F4C37AC7DF68}" dt="2026-01-27T01:27:12.999" v="850" actId="13926"/>
          <ac:spMkLst>
            <pc:docMk/>
            <pc:sldMk cId="3536804483" sldId="582"/>
            <ac:spMk id="9" creationId="{3FEBBA09-919B-8977-A1F1-86AE367B094A}"/>
          </ac:spMkLst>
        </pc:spChg>
        <pc:spChg chg="add del">
          <ac:chgData name="Zhao Jin" userId="cd05a825-544c-438a-9ba1-08e63db50b47" providerId="ADAL" clId="{5DF3A229-1965-414E-AF54-F4C37AC7DF68}" dt="2026-01-27T01:27:00.425" v="845" actId="478"/>
          <ac:spMkLst>
            <pc:docMk/>
            <pc:sldMk cId="3536804483" sldId="582"/>
            <ac:spMk id="10" creationId="{66FD30F9-2B21-224F-DA0D-F2F76CD34E72}"/>
          </ac:spMkLst>
        </pc:spChg>
        <pc:spChg chg="add del">
          <ac:chgData name="Zhao Jin" userId="cd05a825-544c-438a-9ba1-08e63db50b47" providerId="ADAL" clId="{5DF3A229-1965-414E-AF54-F4C37AC7DF68}" dt="2026-01-27T01:27:00.425" v="845" actId="478"/>
          <ac:spMkLst>
            <pc:docMk/>
            <pc:sldMk cId="3536804483" sldId="582"/>
            <ac:spMk id="11" creationId="{F62E308D-9679-32E6-3077-BFE954931D1E}"/>
          </ac:spMkLst>
        </pc:spChg>
        <pc:spChg chg="del">
          <ac:chgData name="Zhao Jin" userId="cd05a825-544c-438a-9ba1-08e63db50b47" providerId="ADAL" clId="{5DF3A229-1965-414E-AF54-F4C37AC7DF68}" dt="2026-01-27T01:27:06.395" v="849" actId="478"/>
          <ac:spMkLst>
            <pc:docMk/>
            <pc:sldMk cId="3536804483" sldId="582"/>
            <ac:spMk id="12" creationId="{256AD991-6FDF-AE2C-42C2-4D1BFE2998C2}"/>
          </ac:spMkLst>
        </pc:spChg>
        <pc:spChg chg="del">
          <ac:chgData name="Zhao Jin" userId="cd05a825-544c-438a-9ba1-08e63db50b47" providerId="ADAL" clId="{5DF3A229-1965-414E-AF54-F4C37AC7DF68}" dt="2026-01-27T01:27:02.538" v="846" actId="478"/>
          <ac:spMkLst>
            <pc:docMk/>
            <pc:sldMk cId="3536804483" sldId="582"/>
            <ac:spMk id="13" creationId="{EB23DF96-20F9-9251-0CE3-5179B4E51DE3}"/>
          </ac:spMkLst>
        </pc:spChg>
        <pc:spChg chg="add del">
          <ac:chgData name="Zhao Jin" userId="cd05a825-544c-438a-9ba1-08e63db50b47" providerId="ADAL" clId="{5DF3A229-1965-414E-AF54-F4C37AC7DF68}" dt="2026-01-27T01:27:00.425" v="845" actId="478"/>
          <ac:spMkLst>
            <pc:docMk/>
            <pc:sldMk cId="3536804483" sldId="582"/>
            <ac:spMk id="14" creationId="{C3AA8F61-53B7-531C-0BB8-F87BB589C9AA}"/>
          </ac:spMkLst>
        </pc:spChg>
        <pc:spChg chg="add del">
          <ac:chgData name="Zhao Jin" userId="cd05a825-544c-438a-9ba1-08e63db50b47" providerId="ADAL" clId="{5DF3A229-1965-414E-AF54-F4C37AC7DF68}" dt="2026-01-27T01:27:00.425" v="845" actId="478"/>
          <ac:spMkLst>
            <pc:docMk/>
            <pc:sldMk cId="3536804483" sldId="582"/>
            <ac:spMk id="15" creationId="{8C742A99-7057-25B2-7D84-14327D7D92C5}"/>
          </ac:spMkLst>
        </pc:spChg>
        <pc:spChg chg="del">
          <ac:chgData name="Zhao Jin" userId="cd05a825-544c-438a-9ba1-08e63db50b47" providerId="ADAL" clId="{5DF3A229-1965-414E-AF54-F4C37AC7DF68}" dt="2026-01-27T01:27:04.478" v="848" actId="478"/>
          <ac:spMkLst>
            <pc:docMk/>
            <pc:sldMk cId="3536804483" sldId="582"/>
            <ac:spMk id="17" creationId="{9EF3BC24-F89C-D98E-A1E0-897ADD1354C7}"/>
          </ac:spMkLst>
        </pc:spChg>
        <pc:spChg chg="del">
          <ac:chgData name="Zhao Jin" userId="cd05a825-544c-438a-9ba1-08e63db50b47" providerId="ADAL" clId="{5DF3A229-1965-414E-AF54-F4C37AC7DF68}" dt="2026-01-27T01:27:03.498" v="847" actId="478"/>
          <ac:spMkLst>
            <pc:docMk/>
            <pc:sldMk cId="3536804483" sldId="582"/>
            <ac:spMk id="18" creationId="{90C41E9B-FB73-1520-289B-6A2A93A0D3B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1/27/2026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E517-500D-643E-3FE6-E8D12C08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359622B-B86F-E140-B95A-9319A7BF3A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527E26C-451D-3C7E-A010-482C3953F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1252054-AA7F-8738-B2E8-027838F09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778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C8B7-86CF-A10A-64DD-72FB6ADE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402FEDA-2CAF-D524-9891-EC4C07F2F7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DCCC7DB-4C0E-6224-5C06-D116E03C5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996CFD1-94BB-CC24-00CE-0B3779332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63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FB62-ACD4-86C0-1F14-9E638E9B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0AB95BE-7984-32EE-ACD0-136562BCB0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FB44D3C-DF71-2BD3-3EEE-1E02D7C0AC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86148CC4-326F-0708-3AC7-5998E678A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575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853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FB0A9-CAE4-3F24-378C-1A13064B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60B83D2-9122-6C63-054B-6F3593D78EE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7CE0997-0610-E09C-95E6-938C6C9E25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5A52974-1A55-D200-DE5C-B36E325FD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56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02E4B-F52B-ACA7-8E9D-19123565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CE1BA63-C227-36E2-75D4-F32E35EB85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A47BB0E-29AC-7736-6BAB-3CBA6C109A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249A431-A9D3-3857-C2DC-1B6888050F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771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85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64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20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368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6E480-59B3-9BB3-2EA6-B41A4E0D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546F5FB8-BFF0-557C-1E82-AD1CC486E6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17C9266B-869E-E336-AF88-0E60948AC8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080E313-4543-D386-F1C7-3DD0989CE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425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32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32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3757-5F6C-12F5-4CBC-1FA8176A8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D2F46E5-15EF-B227-297B-6B1637D7AE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7FC7D45-6060-C2E9-8B20-8FA18E1057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1CA2FF9-E018-145F-A801-80E1D34A4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651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798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08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012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8B16-F61C-CB49-2C53-AD67B223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89288E3-08B0-6DF9-C2CE-2F11438DC1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766E1C8-5A86-B353-808B-EEB82DFC8B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C5D702C-4C60-7DFC-23A6-E036D1530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73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34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59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176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AE57-1E88-3650-4D22-5B39DEA0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0C187A71-7EDB-7EA4-A152-05922180BD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59B4BB2C-E366-7B47-AD3F-C9ED188D5A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7A377831-221E-3087-3545-13B54C2FA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070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518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089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613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620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897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652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C516-E137-A26D-5907-01279D0C3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C383BF2-ECC5-DEA3-1C2A-9028E160A6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C86E349-4381-2362-FE83-3B39525C69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6119DAD5-16C0-A35B-C560-651FAA7AC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098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178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34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F182-0858-18C7-DDDD-5400AECC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1A043DD2-15CE-83CA-F005-5B266BEA13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0441443-10E8-1331-E476-2151ABDC07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B9A80F8-EB56-1D74-CA7B-B0FA358B6C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38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5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First C Program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EF2673DC-345C-DB1E-1E5D-7A2102357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8442C5-CB5F-96E1-8B34-BD788016DC97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5: First C Program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Your First C Function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Your First C Program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Functions from the Math Library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US" sz="2800"/>
              <a:t>Your First C Program (Redux)</a:t>
            </a:r>
            <a:endParaRPr lang="en-GB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97784F-0A7C-516C-57AF-0AB4D19D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DEC176-1665-60AA-B83A-F9FEA1DC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FCB52-13AC-57FD-CE13-E1737DA2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5996D9-1B2C-488A-0506-1AC05F9A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2F2B2A-DD59-908A-ED87-1BD685FAD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1475532-C359-1199-A892-8B8C934D0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Functions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9" name="HighlightTextShape201406241503265130">
            <a:extLst>
              <a:ext uri="{FF2B5EF4-FFF2-40B4-BE49-F238E27FC236}">
                <a16:creationId xmlns:a16="http://schemas.microsoft.com/office/drawing/2014/main" id="{7B735FE2-51ED-3F7A-C539-BA0C600C9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The magic black box (a.k.a. a </a:t>
            </a:r>
            <a:r>
              <a:rPr lang="en-US" sz="2800" dirty="0">
                <a:solidFill>
                  <a:srgbClr val="0000FF"/>
                </a:solidFill>
              </a:rPr>
              <a:t>Function</a:t>
            </a:r>
            <a:r>
              <a:rPr lang="en-US" sz="28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Given some inputs, it produces a value that we need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Where to find it?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Provided by the standard C library or other libraries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Example: sqrt(x) computes the square root of x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Written by you!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Example: </a:t>
            </a:r>
            <a:r>
              <a:rPr lang="en-US" sz="2400" dirty="0" err="1"/>
              <a:t>FindMax</a:t>
            </a:r>
            <a:r>
              <a:rPr lang="en-US" sz="2400" dirty="0"/>
              <a:t>(L, k), max’(L, </a:t>
            </a:r>
            <a:r>
              <a:rPr lang="en-US" sz="2400" dirty="0" err="1"/>
              <a:t>i</a:t>
            </a:r>
            <a:r>
              <a:rPr lang="en-US" sz="2400" dirty="0"/>
              <a:t>, j)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6552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92653-0EA8-E756-42C0-7D5BBA8F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4302565-077F-6E67-38F2-75CDD4DB2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D484E6A-4779-5C24-0708-17B1441A3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 </a:t>
            </a:r>
            <a:r>
              <a:rPr lang="en-US" sz="2800" dirty="0">
                <a:solidFill>
                  <a:srgbClr val="0000FF"/>
                </a:solidFill>
              </a:rPr>
              <a:t>function (definition)</a:t>
            </a: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highlight>
                  <a:srgbClr val="FFFF00"/>
                </a:highlight>
              </a:rPr>
              <a:t>Header</a:t>
            </a:r>
            <a:r>
              <a:rPr lang="en-US" sz="2400" dirty="0"/>
              <a:t>: consists of </a:t>
            </a:r>
            <a:r>
              <a:rPr lang="en-US" sz="2400" dirty="0">
                <a:solidFill>
                  <a:srgbClr val="C00000"/>
                </a:solidFill>
              </a:rPr>
              <a:t>return type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function name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a list of parameters </a:t>
            </a:r>
            <a:r>
              <a:rPr lang="en-US" sz="2400" dirty="0"/>
              <a:t>(with their types) separated by commas</a:t>
            </a:r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Return type: any of the data types or void (no return value)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BBA09-919B-8977-A1F1-86AE367B094A}"/>
              </a:ext>
            </a:extLst>
          </p:cNvPr>
          <p:cNvSpPr txBox="1"/>
          <p:nvPr/>
        </p:nvSpPr>
        <p:spPr>
          <a:xfrm>
            <a:off x="2725507" y="4618596"/>
            <a:ext cx="33275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square</a:t>
            </a:r>
            <a:r>
              <a:rPr lang="en-US" b="1" dirty="0">
                <a:highlight>
                  <a:srgbClr val="FFFF00"/>
                </a:highlight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cs typeface="Courier New"/>
              </a:rPr>
              <a:t>long </a:t>
            </a:r>
            <a:r>
              <a:rPr lang="en-US" b="1" dirty="0">
                <a:highlight>
                  <a:srgbClr val="FFFF00"/>
                </a:highlight>
                <a:latin typeface="Courier New"/>
                <a:cs typeface="Courier New"/>
              </a:rPr>
              <a:t>x)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b="1" dirty="0">
                <a:latin typeface="Courier New"/>
                <a:cs typeface="Courier New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10" name="Line Callout 2 9">
            <a:extLst>
              <a:ext uri="{FF2B5EF4-FFF2-40B4-BE49-F238E27FC236}">
                <a16:creationId xmlns:a16="http://schemas.microsoft.com/office/drawing/2014/main" id="{66FD30F9-2B21-224F-DA0D-F2F76CD34E72}"/>
              </a:ext>
            </a:extLst>
          </p:cNvPr>
          <p:cNvSpPr/>
          <p:nvPr/>
        </p:nvSpPr>
        <p:spPr bwMode="auto">
          <a:xfrm flipH="1">
            <a:off x="951699" y="4055021"/>
            <a:ext cx="1396559" cy="336460"/>
          </a:xfrm>
          <a:prstGeom prst="borderCallout2">
            <a:avLst>
              <a:gd name="adj1" fmla="val 21316"/>
              <a:gd name="adj2" fmla="val 246"/>
              <a:gd name="adj3" fmla="val 21317"/>
              <a:gd name="adj4" fmla="val -14687"/>
              <a:gd name="adj5" fmla="val 178226"/>
              <a:gd name="adj6" fmla="val -48699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Return type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Line Callout 2 13">
            <a:extLst>
              <a:ext uri="{FF2B5EF4-FFF2-40B4-BE49-F238E27FC236}">
                <a16:creationId xmlns:a16="http://schemas.microsoft.com/office/drawing/2014/main" id="{C3AA8F61-53B7-531C-0BB8-F87BB589C9AA}"/>
              </a:ext>
            </a:extLst>
          </p:cNvPr>
          <p:cNvSpPr/>
          <p:nvPr/>
        </p:nvSpPr>
        <p:spPr bwMode="auto">
          <a:xfrm>
            <a:off x="6053007" y="4073214"/>
            <a:ext cx="1963554" cy="353430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161082"/>
              <a:gd name="adj6" fmla="val -44290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Parameter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name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Line Callout 2 9">
            <a:extLst>
              <a:ext uri="{FF2B5EF4-FFF2-40B4-BE49-F238E27FC236}">
                <a16:creationId xmlns:a16="http://schemas.microsoft.com/office/drawing/2014/main" id="{F62E308D-9679-32E6-3077-BFE954931D1E}"/>
              </a:ext>
            </a:extLst>
          </p:cNvPr>
          <p:cNvSpPr/>
          <p:nvPr/>
        </p:nvSpPr>
        <p:spPr bwMode="auto">
          <a:xfrm flipH="1">
            <a:off x="1649979" y="3555668"/>
            <a:ext cx="1710656" cy="355445"/>
          </a:xfrm>
          <a:prstGeom prst="borderCallout2">
            <a:avLst>
              <a:gd name="adj1" fmla="val 21316"/>
              <a:gd name="adj2" fmla="val 246"/>
              <a:gd name="adj3" fmla="val 21317"/>
              <a:gd name="adj4" fmla="val -14687"/>
              <a:gd name="adj5" fmla="val 304248"/>
              <a:gd name="adj6" fmla="val -25026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Function name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Line Callout 2 13">
            <a:extLst>
              <a:ext uri="{FF2B5EF4-FFF2-40B4-BE49-F238E27FC236}">
                <a16:creationId xmlns:a16="http://schemas.microsoft.com/office/drawing/2014/main" id="{8C742A99-7057-25B2-7D84-14327D7D92C5}"/>
              </a:ext>
            </a:extLst>
          </p:cNvPr>
          <p:cNvSpPr/>
          <p:nvPr/>
        </p:nvSpPr>
        <p:spPr bwMode="auto">
          <a:xfrm>
            <a:off x="5407700" y="3555668"/>
            <a:ext cx="1844935" cy="355445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307236"/>
              <a:gd name="adj6" fmla="val -45397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Parameter type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9F9C8-AB04-42FA-9212-8B934102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C509BD-1A20-D552-1375-A0D6E561A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5368044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1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C21B9-9AC7-F568-77ED-A26CD41C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FE144A7-71DB-3995-E12B-F8B46684B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49403E2-9ED9-03B7-8472-B7C963E5B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 </a:t>
            </a:r>
            <a:r>
              <a:rPr lang="en-US" sz="2800" dirty="0">
                <a:solidFill>
                  <a:srgbClr val="0000FF"/>
                </a:solidFill>
              </a:rPr>
              <a:t>function (definition)</a:t>
            </a: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highlight>
                  <a:srgbClr val="00FF00"/>
                </a:highlight>
              </a:rPr>
              <a:t>Body</a:t>
            </a:r>
            <a:r>
              <a:rPr lang="en-US" sz="2400" dirty="0"/>
              <a:t>: code to perform the task; contains a </a:t>
            </a:r>
            <a:r>
              <a:rPr lang="en-US" sz="2400" dirty="0">
                <a:solidFill>
                  <a:srgbClr val="C00000"/>
                </a:solidFill>
              </a:rPr>
              <a:t>return</a:t>
            </a:r>
            <a:r>
              <a:rPr lang="en-US" sz="2400" dirty="0"/>
              <a:t> statement a value should be returned (if any); uses indentation for clarity.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6721C-C98A-1142-91F6-8B6E2724489A}"/>
              </a:ext>
            </a:extLst>
          </p:cNvPr>
          <p:cNvSpPr txBox="1"/>
          <p:nvPr/>
        </p:nvSpPr>
        <p:spPr>
          <a:xfrm>
            <a:off x="2725507" y="4618596"/>
            <a:ext cx="33275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highlight>
                  <a:srgbClr val="00FF00"/>
                </a:highlight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highlight>
                  <a:srgbClr val="00FF00"/>
                </a:highlight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00FF00"/>
                </a:highlight>
                <a:latin typeface="Courier New"/>
                <a:cs typeface="Courier New"/>
              </a:rPr>
              <a:t>return</a:t>
            </a:r>
            <a:r>
              <a:rPr lang="en-US" b="1" dirty="0">
                <a:highlight>
                  <a:srgbClr val="00FF00"/>
                </a:highlight>
                <a:latin typeface="Courier New"/>
                <a:cs typeface="Courier New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highlight>
                  <a:srgbClr val="00FF00"/>
                </a:highlight>
                <a:latin typeface="Courier New"/>
                <a:cs typeface="Courier New"/>
              </a:rPr>
              <a:t>}</a:t>
            </a:r>
          </a:p>
        </p:txBody>
      </p:sp>
      <p:sp>
        <p:nvSpPr>
          <p:cNvPr id="17" name="Line Callout 2 13">
            <a:extLst>
              <a:ext uri="{FF2B5EF4-FFF2-40B4-BE49-F238E27FC236}">
                <a16:creationId xmlns:a16="http://schemas.microsoft.com/office/drawing/2014/main" id="{205F72C3-4FC2-837F-BAA0-5FEFCD27253E}"/>
              </a:ext>
            </a:extLst>
          </p:cNvPr>
          <p:cNvSpPr/>
          <p:nvPr/>
        </p:nvSpPr>
        <p:spPr bwMode="auto">
          <a:xfrm>
            <a:off x="1383911" y="5994001"/>
            <a:ext cx="1341596" cy="430306"/>
          </a:xfrm>
          <a:prstGeom prst="borderCallout2">
            <a:avLst>
              <a:gd name="adj1" fmla="val 52449"/>
              <a:gd name="adj2" fmla="val 100727"/>
              <a:gd name="adj3" fmla="val 3237"/>
              <a:gd name="adj4" fmla="val 129514"/>
              <a:gd name="adj5" fmla="val -126709"/>
              <a:gd name="adj6" fmla="val 130248"/>
            </a:avLst>
          </a:prstGeom>
          <a:solidFill>
            <a:srgbClr val="CCFFCC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Indentation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Line Callout 2 13">
            <a:extLst>
              <a:ext uri="{FF2B5EF4-FFF2-40B4-BE49-F238E27FC236}">
                <a16:creationId xmlns:a16="http://schemas.microsoft.com/office/drawing/2014/main" id="{67079C7F-3995-1BCB-53E3-1442722A63EA}"/>
              </a:ext>
            </a:extLst>
          </p:cNvPr>
          <p:cNvSpPr/>
          <p:nvPr/>
        </p:nvSpPr>
        <p:spPr bwMode="auto">
          <a:xfrm>
            <a:off x="4389257" y="5976261"/>
            <a:ext cx="1976151" cy="430306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-113554"/>
              <a:gd name="adj6" fmla="val -27642"/>
            </a:avLst>
          </a:prstGeom>
          <a:solidFill>
            <a:srgbClr val="CCFFCC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Return statement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E55B69-15FA-C630-D245-24337CC0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1F0F1B-9AE6-BD59-425B-79BC97D9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Line Callout 2 13">
            <a:extLst>
              <a:ext uri="{FF2B5EF4-FFF2-40B4-BE49-F238E27FC236}">
                <a16:creationId xmlns:a16="http://schemas.microsoft.com/office/drawing/2014/main" id="{326A574F-D0D6-7C94-29F4-FBE2D8FDD4AE}"/>
              </a:ext>
            </a:extLst>
          </p:cNvPr>
          <p:cNvSpPr/>
          <p:nvPr/>
        </p:nvSpPr>
        <p:spPr bwMode="auto">
          <a:xfrm>
            <a:off x="6555724" y="4682438"/>
            <a:ext cx="1460837" cy="635027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87540"/>
              <a:gd name="adj6" fmla="val -128615"/>
            </a:avLst>
          </a:prstGeom>
          <a:solidFill>
            <a:srgbClr val="F0F0F0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Arithmetic computation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EFB674-C5A1-CF11-A391-2805691AA442}"/>
              </a:ext>
            </a:extLst>
          </p:cNvPr>
          <p:cNvSpPr/>
          <p:nvPr/>
        </p:nvSpPr>
        <p:spPr>
          <a:xfrm>
            <a:off x="5024673" y="5187638"/>
            <a:ext cx="117695" cy="325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Line Callout 2 13">
            <a:extLst>
              <a:ext uri="{FF2B5EF4-FFF2-40B4-BE49-F238E27FC236}">
                <a16:creationId xmlns:a16="http://schemas.microsoft.com/office/drawing/2014/main" id="{92FDDFDF-6F47-7AA6-F49D-5C7C023B8287}"/>
              </a:ext>
            </a:extLst>
          </p:cNvPr>
          <p:cNvSpPr/>
          <p:nvPr/>
        </p:nvSpPr>
        <p:spPr bwMode="auto">
          <a:xfrm>
            <a:off x="6555724" y="5367677"/>
            <a:ext cx="1796449" cy="626324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-2944"/>
              <a:gd name="adj6" fmla="val -76668"/>
            </a:avLst>
          </a:prstGeom>
          <a:solidFill>
            <a:srgbClr val="F0F0F0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Compulsory for all statements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4105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7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458279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 </a:t>
            </a:r>
            <a:r>
              <a:rPr lang="en-US" sz="2800" dirty="0">
                <a:solidFill>
                  <a:srgbClr val="0000FF"/>
                </a:solidFill>
              </a:rPr>
              <a:t>function (call)</a:t>
            </a: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Consists of the </a:t>
            </a:r>
            <a:r>
              <a:rPr lang="en-US" sz="2400" dirty="0">
                <a:solidFill>
                  <a:srgbClr val="C00000"/>
                </a:solidFill>
              </a:rPr>
              <a:t>function name</a:t>
            </a:r>
            <a:r>
              <a:rPr lang="en-US" sz="2400" dirty="0"/>
              <a:t> and the </a:t>
            </a:r>
            <a:r>
              <a:rPr lang="en-US" sz="2400" dirty="0">
                <a:solidFill>
                  <a:srgbClr val="C00000"/>
                </a:solidFill>
              </a:rPr>
              <a:t>argument(s)</a:t>
            </a:r>
            <a:r>
              <a:rPr lang="en-US" sz="2400" dirty="0"/>
              <a:t>; performs the specified task of the function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59CEA4-54AF-47F7-80BB-AE083295F435}"/>
              </a:ext>
            </a:extLst>
          </p:cNvPr>
          <p:cNvSpPr txBox="1"/>
          <p:nvPr/>
        </p:nvSpPr>
        <p:spPr>
          <a:xfrm>
            <a:off x="4175086" y="2629971"/>
            <a:ext cx="143377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i="0" dirty="0">
              <a:solidFill>
                <a:srgbClr val="36464E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Line Callout 2 9">
            <a:extLst>
              <a:ext uri="{FF2B5EF4-FFF2-40B4-BE49-F238E27FC236}">
                <a16:creationId xmlns:a16="http://schemas.microsoft.com/office/drawing/2014/main" id="{CCF71CD9-B6CF-4490-9CB3-74DBF90AAB07}"/>
              </a:ext>
            </a:extLst>
          </p:cNvPr>
          <p:cNvSpPr/>
          <p:nvPr/>
        </p:nvSpPr>
        <p:spPr bwMode="auto">
          <a:xfrm flipH="1">
            <a:off x="2158510" y="3464038"/>
            <a:ext cx="1710656" cy="355445"/>
          </a:xfrm>
          <a:prstGeom prst="borderCallout2">
            <a:avLst>
              <a:gd name="adj1" fmla="val 21316"/>
              <a:gd name="adj2" fmla="val 246"/>
              <a:gd name="adj3" fmla="val 21317"/>
              <a:gd name="adj4" fmla="val -14687"/>
              <a:gd name="adj5" fmla="val -150107"/>
              <a:gd name="adj6" fmla="val -42945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Function name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Line Callout 2 13">
            <a:extLst>
              <a:ext uri="{FF2B5EF4-FFF2-40B4-BE49-F238E27FC236}">
                <a16:creationId xmlns:a16="http://schemas.microsoft.com/office/drawing/2014/main" id="{33AB9C09-AF1A-43E8-9EE7-68E205A2C68B}"/>
              </a:ext>
            </a:extLst>
          </p:cNvPr>
          <p:cNvSpPr/>
          <p:nvPr/>
        </p:nvSpPr>
        <p:spPr bwMode="auto">
          <a:xfrm>
            <a:off x="6001706" y="3445564"/>
            <a:ext cx="1289549" cy="355445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-141007"/>
              <a:gd name="adj6" fmla="val -51295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Argument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697A0-CBE3-45C6-D642-4C1E19CA6BF5}"/>
              </a:ext>
            </a:extLst>
          </p:cNvPr>
          <p:cNvSpPr txBox="1"/>
          <p:nvPr/>
        </p:nvSpPr>
        <p:spPr>
          <a:xfrm>
            <a:off x="2392240" y="4118892"/>
            <a:ext cx="4899015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instructions in the function definition of square() will be executed with 3 as the input and 9 will be returned as the output.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4C033-8CF4-A846-853B-F0D717A2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B4DCF8-CD17-8C70-3049-5A9040ED0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A47E1-263A-8642-31CC-FF16A7BFFF18}"/>
              </a:ext>
            </a:extLst>
          </p:cNvPr>
          <p:cNvSpPr txBox="1"/>
          <p:nvPr/>
        </p:nvSpPr>
        <p:spPr>
          <a:xfrm>
            <a:off x="3318980" y="5214701"/>
            <a:ext cx="33275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b="1" dirty="0">
                <a:latin typeface="Courier New"/>
                <a:cs typeface="Courier New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48414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02EC-8B97-6716-42B1-4E2349D8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E91C77D-D61C-D91C-55A3-03D2A16EF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E6E39BF-B196-71CE-A8F4-1654CEA11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Expanded version of square() with declaration and assignment statements.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517FC-C977-C1F2-ED86-11E24ABED7F1}"/>
              </a:ext>
            </a:extLst>
          </p:cNvPr>
          <p:cNvSpPr txBox="1"/>
          <p:nvPr/>
        </p:nvSpPr>
        <p:spPr>
          <a:xfrm>
            <a:off x="960081" y="2164150"/>
            <a:ext cx="361191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</a:t>
            </a:r>
            <a:r>
              <a:rPr lang="en-US" b="1" dirty="0">
                <a:latin typeface="Courier New"/>
                <a:cs typeface="Courier New"/>
              </a:rPr>
              <a:t> result =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b="1" dirty="0">
                <a:latin typeface="Courier New"/>
                <a:cs typeface="Courier New"/>
              </a:rPr>
              <a:t> result;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4BAA59-2C64-C328-E08F-13FA6F8A1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942730-C4E6-B930-B4BE-517CF294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C6AEE-F4AF-BF42-18BC-20B625B1A65F}"/>
              </a:ext>
            </a:extLst>
          </p:cNvPr>
          <p:cNvSpPr txBox="1"/>
          <p:nvPr/>
        </p:nvSpPr>
        <p:spPr>
          <a:xfrm>
            <a:off x="4916286" y="2164150"/>
            <a:ext cx="33275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b="1" dirty="0">
                <a:latin typeface="Courier New"/>
                <a:cs typeface="Courier New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70DB8-99CD-84C6-D77D-B44738707BBB}"/>
              </a:ext>
            </a:extLst>
          </p:cNvPr>
          <p:cNvSpPr txBox="1"/>
          <p:nvPr/>
        </p:nvSpPr>
        <p:spPr>
          <a:xfrm>
            <a:off x="2007626" y="3737407"/>
            <a:ext cx="1256435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Expanded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32D6B-7D6C-8C1F-BF72-4948B87508CB}"/>
              </a:ext>
            </a:extLst>
          </p:cNvPr>
          <p:cNvSpPr txBox="1"/>
          <p:nvPr/>
        </p:nvSpPr>
        <p:spPr>
          <a:xfrm>
            <a:off x="5984112" y="3737407"/>
            <a:ext cx="983847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218275642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0C19-05C3-EE6A-8B72-C52C582D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24E9782-5BD3-A9A9-5C03-5E326EBC1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2E65DED-BA6E-7EE5-38D0-91F9E2314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458279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 </a:t>
            </a:r>
            <a:r>
              <a:rPr lang="en-US" sz="2800" dirty="0">
                <a:solidFill>
                  <a:srgbClr val="0000FF"/>
                </a:solidFill>
              </a:rPr>
              <a:t>variable declaration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Consists of a </a:t>
            </a:r>
            <a:r>
              <a:rPr lang="en-US" sz="2400" dirty="0">
                <a:solidFill>
                  <a:srgbClr val="C00000"/>
                </a:solidFill>
              </a:rPr>
              <a:t>type</a:t>
            </a:r>
            <a:r>
              <a:rPr lang="en-US" sz="2400" dirty="0"/>
              <a:t> and a </a:t>
            </a:r>
            <a:r>
              <a:rPr lang="en-US" sz="2400" dirty="0">
                <a:solidFill>
                  <a:srgbClr val="C00000"/>
                </a:solidFill>
              </a:rPr>
              <a:t>variable name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Common types: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double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char</a:t>
            </a:r>
            <a:r>
              <a:rPr lang="en-US" dirty="0"/>
              <a:t>…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Variable names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Must start with a letter or an underscore, followed by any sequence of letters, digits, and underscores (e.g., </a:t>
            </a:r>
            <a:r>
              <a:rPr lang="en-US" i="1" dirty="0"/>
              <a:t>sum</a:t>
            </a:r>
            <a:r>
              <a:rPr lang="en-US" dirty="0"/>
              <a:t> and </a:t>
            </a:r>
            <a:r>
              <a:rPr lang="en-US" i="1" dirty="0"/>
              <a:t>max</a:t>
            </a:r>
            <a:r>
              <a:rPr lang="en-US" dirty="0"/>
              <a:t> are valid but </a:t>
            </a:r>
            <a:r>
              <a:rPr lang="en-US" i="1" dirty="0"/>
              <a:t>2days</a:t>
            </a:r>
            <a:r>
              <a:rPr lang="en-US" dirty="0"/>
              <a:t> and </a:t>
            </a:r>
            <a:r>
              <a:rPr lang="en-US" i="1" dirty="0"/>
              <a:t>five/three</a:t>
            </a:r>
            <a:r>
              <a:rPr lang="en-US" dirty="0"/>
              <a:t> are not)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Cannot be a keyword (e.g.,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/>
              <a:t>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Case sensitive (e.g., result is different from Result)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E9C107-D2CB-7AF4-D69B-89FAA178C991}"/>
              </a:ext>
            </a:extLst>
          </p:cNvPr>
          <p:cNvSpPr txBox="1"/>
          <p:nvPr/>
        </p:nvSpPr>
        <p:spPr>
          <a:xfrm>
            <a:off x="1319364" y="2172339"/>
            <a:ext cx="340654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05851-9896-A4C8-0FC7-F46BACBB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588C0-D8E0-30EE-D1A9-572CCFA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5978421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458279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an </a:t>
            </a:r>
            <a:r>
              <a:rPr lang="en-US" sz="2800" dirty="0">
                <a:solidFill>
                  <a:srgbClr val="0000FF"/>
                </a:solidFill>
              </a:rPr>
              <a:t>assignment statement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Consists of </a:t>
            </a:r>
            <a:r>
              <a:rPr lang="en-US" sz="2400" dirty="0">
                <a:solidFill>
                  <a:srgbClr val="C00000"/>
                </a:solidFill>
              </a:rPr>
              <a:t>a variable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an expression</a:t>
            </a:r>
            <a:r>
              <a:rPr lang="en-US" sz="2400" dirty="0"/>
              <a:t>; stores the value of the expression into the variable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Can be combined with declaration as well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B312E7-4D52-40DF-8905-F3E8035364E5}"/>
              </a:ext>
            </a:extLst>
          </p:cNvPr>
          <p:cNvSpPr txBox="1"/>
          <p:nvPr/>
        </p:nvSpPr>
        <p:spPr>
          <a:xfrm>
            <a:off x="1319364" y="3129562"/>
            <a:ext cx="280122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100EC4-5A16-2295-4AC4-D8AE76DF41CA}"/>
              </a:ext>
            </a:extLst>
          </p:cNvPr>
          <p:cNvSpPr txBox="1"/>
          <p:nvPr/>
        </p:nvSpPr>
        <p:spPr>
          <a:xfrm>
            <a:off x="1319364" y="2573592"/>
            <a:ext cx="228036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20A69-826B-6D99-EFC6-F375F198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D5430-FE9A-6902-BD6A-122F28D3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F3977-B9BF-862F-A585-200B91BC0324}"/>
              </a:ext>
            </a:extLst>
          </p:cNvPr>
          <p:cNvSpPr txBox="1"/>
          <p:nvPr/>
        </p:nvSpPr>
        <p:spPr>
          <a:xfrm>
            <a:off x="1310311" y="4746325"/>
            <a:ext cx="294917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result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4747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Program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Consists of a </a:t>
            </a:r>
            <a:r>
              <a:rPr lang="en-US" dirty="0">
                <a:highlight>
                  <a:srgbClr val="FFFF00"/>
                </a:highlight>
              </a:rPr>
              <a:t>main function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starting point of execution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Contains variable declarations and major steps of your algorithm (e.g., input / compute / output)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Returns an integer (status code for execution, 0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All is well)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2051" y="3189309"/>
            <a:ext cx="6515177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+ 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63257-0C43-E480-6FCC-7BA97D02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D4DBAB-4630-6FF2-29FF-65E424B0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1725757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Common Mistakes with Variables (1/2)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Missing declaration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Re-declaration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DCFA5F-5032-4FE0-9E21-E9E074B29DBC}"/>
              </a:ext>
            </a:extLst>
          </p:cNvPr>
          <p:cNvSpPr txBox="1"/>
          <p:nvPr/>
        </p:nvSpPr>
        <p:spPr>
          <a:xfrm>
            <a:off x="865337" y="1771967"/>
            <a:ext cx="6515177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…;</a:t>
            </a:r>
            <a:endParaRPr lang="en-US" b="1" i="0" dirty="0">
              <a:solidFill>
                <a:srgbClr val="0066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138F9-19E2-41AD-9DE1-4590FC84BB34}"/>
              </a:ext>
            </a:extLst>
          </p:cNvPr>
          <p:cNvSpPr txBox="1"/>
          <p:nvPr/>
        </p:nvSpPr>
        <p:spPr>
          <a:xfrm>
            <a:off x="865337" y="3922749"/>
            <a:ext cx="4032245" cy="20313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rgbClr val="0066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0CDDD-4206-994C-A14B-ADCEC7C6B094}"/>
              </a:ext>
            </a:extLst>
          </p:cNvPr>
          <p:cNvSpPr txBox="1"/>
          <p:nvPr/>
        </p:nvSpPr>
        <p:spPr>
          <a:xfrm>
            <a:off x="5763100" y="2743186"/>
            <a:ext cx="2867186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 variables should be </a:t>
            </a:r>
            <a:r>
              <a:rPr lang="en-US" b="1" dirty="0"/>
              <a:t>declared before use</a:t>
            </a:r>
            <a:r>
              <a:rPr lang="en-US" dirty="0"/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AA83BD7-4016-DB49-B6DC-C69FB68949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333" y="1704020"/>
            <a:ext cx="362361" cy="4900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820829-3332-E1CB-95E4-4F2BD639DBB9}"/>
              </a:ext>
            </a:extLst>
          </p:cNvPr>
          <p:cNvSpPr txBox="1"/>
          <p:nvPr/>
        </p:nvSpPr>
        <p:spPr>
          <a:xfrm>
            <a:off x="5841517" y="5570558"/>
            <a:ext cx="2867186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 variables should be declared only </a:t>
            </a:r>
            <a:r>
              <a:rPr lang="en-US" b="1" dirty="0"/>
              <a:t>once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13E3E-35DF-A0BE-16B0-A7127A7D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19A18-FA95-99FB-FB4B-F7466183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718ED-0261-88A3-040D-1EA4E854E30B}"/>
              </a:ext>
            </a:extLst>
          </p:cNvPr>
          <p:cNvSpPr txBox="1"/>
          <p:nvPr/>
        </p:nvSpPr>
        <p:spPr>
          <a:xfrm>
            <a:off x="4987064" y="3922748"/>
            <a:ext cx="4032245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FB17E3-D73E-4DA9-8277-7BBB2A11D8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946" y="4938411"/>
            <a:ext cx="362361" cy="49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357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  <p:bldP spid="2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/>
          <p:cNvSpPr txBox="1">
            <a:spLocks/>
          </p:cNvSpPr>
          <p:nvPr/>
        </p:nvSpPr>
        <p:spPr bwMode="auto">
          <a:xfrm>
            <a:off x="587375" y="2969191"/>
            <a:ext cx="8229600" cy="578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Unnecessary initialization of variables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tabLst/>
              <a:defRPr/>
            </a:pPr>
            <a:endParaRPr lang="en-US" sz="3200" kern="0" dirty="0">
              <a:latin typeface="+mn-lt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US" sz="2400" kern="0" dirty="0">
                <a:latin typeface="+mn-lt"/>
                <a:cs typeface="+mn-cs"/>
              </a:rPr>
              <a:t>Incompatible type</a:t>
            </a:r>
          </a:p>
          <a:p>
            <a:pPr marL="800100" lvl="1" indent="-342900">
              <a:spcBef>
                <a:spcPct val="200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2" name="[Rectangle 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Common Mistakes with Variables </a:t>
            </a:r>
            <a:r>
              <a:rPr lang="en-GB" sz="4000" dirty="0">
                <a:solidFill>
                  <a:srgbClr val="0000FF"/>
                </a:solidFill>
              </a:rPr>
              <a:t>(2/2)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7" name="Content Placeholder 5"/>
          <p:cNvSpPr>
            <a:spLocks noGrp="1"/>
          </p:cNvSpPr>
          <p:nvPr>
            <p:ph idx="1"/>
          </p:nvPr>
        </p:nvSpPr>
        <p:spPr>
          <a:xfrm>
            <a:off x="587375" y="1208691"/>
            <a:ext cx="8229600" cy="1000970"/>
          </a:xfrm>
        </p:spPr>
        <p:txBody>
          <a:bodyPr>
            <a:noAutofit/>
          </a:bodyPr>
          <a:lstStyle/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Missing </a:t>
            </a:r>
            <a:r>
              <a:rPr lang="en-US" dirty="0" err="1"/>
              <a:t>initializiation</a:t>
            </a:r>
            <a:endParaRPr lang="en-US" dirty="0"/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Program may work on some machine but not on another!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1503" y="2125688"/>
            <a:ext cx="1716077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a, b;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a = b +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1503" y="3547487"/>
            <a:ext cx="1716077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x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531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23641" y="2070371"/>
            <a:ext cx="3016469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u="sng" dirty="0"/>
              <a:t>Cannot</a:t>
            </a:r>
            <a:r>
              <a:rPr lang="en-US" dirty="0"/>
              <a:t> assume that the initial value of b is zero!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175" y="1245476"/>
            <a:ext cx="3826970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EXTREMELY COMMON MISTAKE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FB3A4-124F-4FB3-9CA1-6EA45A21DCBC}"/>
              </a:ext>
            </a:extLst>
          </p:cNvPr>
          <p:cNvSpPr txBox="1"/>
          <p:nvPr/>
        </p:nvSpPr>
        <p:spPr>
          <a:xfrm>
            <a:off x="1781502" y="4989751"/>
            <a:ext cx="2357362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10.2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12405B-4106-42E1-B4DD-408829B80978}"/>
              </a:ext>
            </a:extLst>
          </p:cNvPr>
          <p:cNvSpPr txBox="1"/>
          <p:nvPr/>
        </p:nvSpPr>
        <p:spPr>
          <a:xfrm>
            <a:off x="5237863" y="5684957"/>
            <a:ext cx="2755594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 for integers and </a:t>
            </a:r>
            <a:r>
              <a:rPr lang="en-US" dirty="0">
                <a:solidFill>
                  <a:srgbClr val="0000FF"/>
                </a:solidFill>
              </a:rPr>
              <a:t>double</a:t>
            </a:r>
            <a:r>
              <a:rPr lang="en-US" dirty="0"/>
              <a:t> for real numbers.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79A867-EEBB-FFAF-51F4-34A4A2DE0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1A2C04-7490-3C64-5A0B-1306F749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FAE74-D94E-683E-C911-20A88979E3D8}"/>
              </a:ext>
            </a:extLst>
          </p:cNvPr>
          <p:cNvSpPr txBox="1"/>
          <p:nvPr/>
        </p:nvSpPr>
        <p:spPr>
          <a:xfrm>
            <a:off x="5248378" y="4964450"/>
            <a:ext cx="2001024" cy="369332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Truncation occurs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C431CD-BB53-1DC3-CBD5-95E875011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424" y="4965309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x is 10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0627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  <p:bldP spid="10" grpId="0" animBg="1"/>
      <p:bldP spid="16" grpId="0" animBg="1"/>
      <p:bldP spid="4" grpId="0" animBg="1"/>
      <p:bldP spid="12" grpId="0" animBg="1"/>
      <p:bldP spid="15" grpId="0" animBg="1"/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8110-3BFD-5764-0F18-1F72CCC5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E774A1E-A581-68FA-410B-D6796FB1C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Self-defined Functions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8D04FFB-5546-B042-A0ED-4799A675E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Other self-defined functions can be defined and called.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6124C-A567-835A-29D2-3B8EE71A4FDA}"/>
              </a:ext>
            </a:extLst>
          </p:cNvPr>
          <p:cNvSpPr txBox="1"/>
          <p:nvPr/>
        </p:nvSpPr>
        <p:spPr>
          <a:xfrm>
            <a:off x="736775" y="1771008"/>
            <a:ext cx="6515177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  <a:r>
              <a:rPr lang="en-US" b="1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6B3526-3F61-8EB3-61A4-5EACCF44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AC7A6D-68B5-BD1A-4ADE-3D2D72C1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2760192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Functions from the Math Library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double</a:t>
            </a:r>
            <a:r>
              <a:rPr lang="en-US" sz="2400" dirty="0">
                <a:highlight>
                  <a:srgbClr val="FFFF00"/>
                </a:highlight>
              </a:rPr>
              <a:t> sqrt(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double</a:t>
            </a:r>
            <a:r>
              <a:rPr lang="en-US" sz="2400" dirty="0">
                <a:highlight>
                  <a:srgbClr val="FFFF00"/>
                </a:highlight>
              </a:rPr>
              <a:t> x)</a:t>
            </a:r>
            <a:r>
              <a:rPr lang="en-US" sz="2400" dirty="0"/>
              <a:t> – computes the square root of a number; requires </a:t>
            </a:r>
            <a:r>
              <a:rPr lang="en-US" sz="2400" dirty="0" err="1"/>
              <a:t>math.h</a:t>
            </a:r>
            <a:r>
              <a:rPr lang="en-US" sz="2400" dirty="0"/>
              <a:t> and -</a:t>
            </a:r>
            <a:r>
              <a:rPr lang="en-US" sz="2400" dirty="0" err="1"/>
              <a:t>lm</a:t>
            </a:r>
            <a:r>
              <a:rPr lang="en-US" sz="2400" dirty="0"/>
              <a:t> for compilation </a:t>
            </a:r>
            <a:endParaRPr lang="en-US" sz="20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ACBDB-EFE5-4782-AA9B-3760F5E7D3D7}"/>
              </a:ext>
            </a:extLst>
          </p:cNvPr>
          <p:cNvSpPr txBox="1"/>
          <p:nvPr/>
        </p:nvSpPr>
        <p:spPr>
          <a:xfrm>
            <a:off x="908958" y="2101813"/>
            <a:ext cx="6515177" cy="461664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i="0" dirty="0" err="1">
                <a:solidFill>
                  <a:srgbClr val="00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b="1" i="0" dirty="0">
                <a:solidFill>
                  <a:srgbClr val="00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base,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height)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(square(base) + square(height));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3CD25-E0A6-43C6-ACBF-2582BD134206}"/>
              </a:ext>
            </a:extLst>
          </p:cNvPr>
          <p:cNvSpPr txBox="1"/>
          <p:nvPr/>
        </p:nvSpPr>
        <p:spPr>
          <a:xfrm>
            <a:off x="5006341" y="5608320"/>
            <a:ext cx="376988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the compilation guide at "Software/Tools" </a:t>
            </a:r>
            <a:r>
              <a:rPr lang="en-US" dirty="0">
                <a:sym typeface="Wingdings" panose="05000000000000000000" pitchFamily="2" charset="2"/>
              </a:rPr>
              <a:t> "</a:t>
            </a:r>
            <a:r>
              <a:rPr lang="en-US" dirty="0" err="1">
                <a:sym typeface="Wingdings" panose="05000000000000000000" pitchFamily="2" charset="2"/>
              </a:rPr>
              <a:t>CLang</a:t>
            </a:r>
            <a:r>
              <a:rPr lang="en-US" dirty="0">
                <a:sym typeface="Wingdings" panose="05000000000000000000" pitchFamily="2" charset="2"/>
              </a:rPr>
              <a:t>" </a:t>
            </a:r>
            <a:r>
              <a:rPr lang="en-US" dirty="0"/>
              <a:t>to know </a:t>
            </a:r>
            <a:r>
              <a:rPr lang="en-US"/>
              <a:t>more about this.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7F0D71-A943-F14A-4B0E-5DADE46C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9B577D-543E-B8D9-755F-B559BF92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7846689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Your First C Program (Redux)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Unit5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15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Self-defined functions must be </a:t>
            </a:r>
            <a:r>
              <a:rPr lang="en-US" sz="2400" b="1" dirty="0"/>
              <a:t>defined before use</a:t>
            </a:r>
            <a:r>
              <a:rPr lang="en-US" sz="2400" dirty="0"/>
              <a:t>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But it might be difficult to write the complete definition for all functions right away…</a:t>
            </a:r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br>
              <a:rPr lang="en-US" sz="2400" dirty="0"/>
            </a:b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br>
              <a:rPr lang="en-US" sz="2400" dirty="0"/>
            </a:b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CF549E-9482-E6F3-930B-DEFA9F61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0243D-4E9A-2132-2534-091BF461A5DE}"/>
              </a:ext>
            </a:extLst>
          </p:cNvPr>
          <p:cNvSpPr txBox="1"/>
          <p:nvPr/>
        </p:nvSpPr>
        <p:spPr>
          <a:xfrm>
            <a:off x="3761881" y="1820671"/>
            <a:ext cx="2840633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26BEE8-8AD5-D992-89AD-328DDD2D9A92}"/>
              </a:ext>
            </a:extLst>
          </p:cNvPr>
          <p:cNvSpPr txBox="1"/>
          <p:nvPr/>
        </p:nvSpPr>
        <p:spPr>
          <a:xfrm>
            <a:off x="887503" y="1820672"/>
            <a:ext cx="2816391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36464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BC3F3E-0BE2-DBEB-9B7F-3D4B11AD3D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389" y="2669852"/>
            <a:ext cx="362361" cy="4900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8BCC39-C180-1C67-E9F4-87C7413A3C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246" y="2695163"/>
            <a:ext cx="415645" cy="52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7918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C1FEB-B082-85C5-D88C-31A0E349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6A5ABA5-F1B7-E587-14F1-8FF3D0AE4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Program (Redux)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E25149E-66BD-5E85-E3ED-5AB76604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92" y="1223662"/>
            <a:ext cx="8229600" cy="5109177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Self-defined functions must </a:t>
            </a:r>
            <a:r>
              <a:rPr lang="en-US" b="1" dirty="0"/>
              <a:t>be</a:t>
            </a:r>
            <a:r>
              <a:rPr lang="en-US" dirty="0"/>
              <a:t> </a:t>
            </a:r>
            <a:r>
              <a:rPr lang="en-US" b="1" dirty="0"/>
              <a:t>defined </a:t>
            </a:r>
            <a:r>
              <a:rPr lang="en-US" b="1" dirty="0">
                <a:solidFill>
                  <a:srgbClr val="0000FF"/>
                </a:solidFill>
              </a:rPr>
              <a:t>or declared </a:t>
            </a:r>
            <a:r>
              <a:rPr lang="en-US" b="1" dirty="0"/>
              <a:t>before use</a:t>
            </a:r>
            <a:r>
              <a:rPr lang="en-US" dirty="0"/>
              <a:t>. 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0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Components of a </a:t>
            </a:r>
            <a:r>
              <a:rPr lang="en-US" dirty="0">
                <a:solidFill>
                  <a:srgbClr val="0000FF"/>
                </a:solidFill>
              </a:rPr>
              <a:t>function (declaration)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Function definition without the body.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47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This is </a:t>
            </a:r>
            <a:r>
              <a:rPr lang="en-US" dirty="0">
                <a:solidFill>
                  <a:srgbClr val="0000FF"/>
                </a:solidFill>
              </a:rPr>
              <a:t>Wishful Thinking</a:t>
            </a:r>
            <a:r>
              <a:rPr lang="en-US" dirty="0"/>
              <a:t>! 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br>
              <a:rPr lang="en-US" dirty="0"/>
            </a:br>
            <a:endParaRPr lang="en-US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br>
              <a:rPr lang="en-US" sz="2400" dirty="0"/>
            </a:b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F6A73-58CB-76AB-BE83-5691CA33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3CC9F4-F344-5DF7-36EC-91E57035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6BA9E-471E-4E06-6B47-9B1CA3A4D64B}"/>
              </a:ext>
            </a:extLst>
          </p:cNvPr>
          <p:cNvSpPr txBox="1"/>
          <p:nvPr/>
        </p:nvSpPr>
        <p:spPr>
          <a:xfrm>
            <a:off x="1190264" y="3920840"/>
            <a:ext cx="301398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E8B61-C23A-DFF8-98EE-1F38333E953F}"/>
              </a:ext>
            </a:extLst>
          </p:cNvPr>
          <p:cNvSpPr txBox="1"/>
          <p:nvPr/>
        </p:nvSpPr>
        <p:spPr>
          <a:xfrm>
            <a:off x="4641618" y="3920840"/>
            <a:ext cx="2840633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C72B5-AF27-2323-4C76-8433E1D4A825}"/>
              </a:ext>
            </a:extLst>
          </p:cNvPr>
          <p:cNvSpPr txBox="1"/>
          <p:nvPr/>
        </p:nvSpPr>
        <p:spPr>
          <a:xfrm>
            <a:off x="1543942" y="3346477"/>
            <a:ext cx="225335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Function declaration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70241-D08C-3F91-A453-A58CD989F3F4}"/>
              </a:ext>
            </a:extLst>
          </p:cNvPr>
          <p:cNvSpPr txBox="1"/>
          <p:nvPr/>
        </p:nvSpPr>
        <p:spPr>
          <a:xfrm>
            <a:off x="4972117" y="3338178"/>
            <a:ext cx="2050983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Function definition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9248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Your First C Program (Redux)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Unit5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17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2157158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br>
              <a:rPr lang="en-US" sz="2400" dirty="0"/>
            </a:b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32129-8005-4001-8A22-A53D9CDE0963}"/>
              </a:ext>
            </a:extLst>
          </p:cNvPr>
          <p:cNvSpPr txBox="1"/>
          <p:nvPr/>
        </p:nvSpPr>
        <p:spPr>
          <a:xfrm>
            <a:off x="1877325" y="2258447"/>
            <a:ext cx="3013989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D4AA78-1A62-4644-8547-CB4E0AF1E1B4}"/>
              </a:ext>
            </a:extLst>
          </p:cNvPr>
          <p:cNvSpPr txBox="1"/>
          <p:nvPr/>
        </p:nvSpPr>
        <p:spPr>
          <a:xfrm>
            <a:off x="4949301" y="2260515"/>
            <a:ext cx="2816391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36464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8809FA-B406-4981-9740-F8FEA3DB0F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46" y="3192879"/>
            <a:ext cx="415645" cy="5237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8D2BC2-4BCE-978D-13F0-90879AD0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65C55-C066-0B93-373D-EFBE883B7D29}"/>
              </a:ext>
            </a:extLst>
          </p:cNvPr>
          <p:cNvSpPr txBox="1"/>
          <p:nvPr/>
        </p:nvSpPr>
        <p:spPr>
          <a:xfrm>
            <a:off x="2207608" y="1219200"/>
            <a:ext cx="236145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Function declaration before use, followed by definition later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8D6B5-8320-7B9A-1516-365EC0B72F9F}"/>
              </a:ext>
            </a:extLst>
          </p:cNvPr>
          <p:cNvSpPr txBox="1"/>
          <p:nvPr/>
        </p:nvSpPr>
        <p:spPr>
          <a:xfrm>
            <a:off x="5333421" y="1496199"/>
            <a:ext cx="204815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Function definition before use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5B931-E43D-49DA-0AB0-58F1D644D026}"/>
              </a:ext>
            </a:extLst>
          </p:cNvPr>
          <p:cNvSpPr txBox="1"/>
          <p:nvPr/>
        </p:nvSpPr>
        <p:spPr>
          <a:xfrm>
            <a:off x="2086285" y="5513685"/>
            <a:ext cx="2596067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Good for managing difficulty and keeping the code organized.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D1242-5512-DAB9-14F8-B01FB7F4ED4B}"/>
              </a:ext>
            </a:extLst>
          </p:cNvPr>
          <p:cNvSpPr txBox="1"/>
          <p:nvPr/>
        </p:nvSpPr>
        <p:spPr>
          <a:xfrm>
            <a:off x="5234025" y="5513684"/>
            <a:ext cx="2219526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OK if you only have simple functions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311CE1-DDEB-4EA2-89E6-0F3AD4D814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183" y="3192879"/>
            <a:ext cx="415645" cy="52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478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6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CS1010 I/O Library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6EA36B0C-E396-7EA2-138D-0F7801C74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D3E4EA-CDFC-E481-5690-CA53F54D5EFC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6: The CS1010 I/O Library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Input / Output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CS1010 I/</a:t>
            </a:r>
            <a:r>
              <a:rPr lang="en-GB" sz="2800"/>
              <a:t>O Library</a:t>
            </a:r>
            <a:endParaRPr lang="en-GB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536578-9F57-ACDA-1C27-C302283E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EB7DC-1358-741F-B27D-04C202BE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6466196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Input / Output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happens when you run this program?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ACBDB-EFE5-4782-AA9B-3760F5E7D3D7}"/>
              </a:ext>
            </a:extLst>
          </p:cNvPr>
          <p:cNvSpPr txBox="1"/>
          <p:nvPr/>
        </p:nvSpPr>
        <p:spPr>
          <a:xfrm>
            <a:off x="908958" y="1876485"/>
            <a:ext cx="6515177" cy="452431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i="0" dirty="0" err="1">
                <a:solidFill>
                  <a:srgbClr val="00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b="1" i="0" dirty="0">
                <a:solidFill>
                  <a:srgbClr val="00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square(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base,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height)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sqrt(square(base) + square(height));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main(void)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0B9B5D-8B0A-9F36-5C31-62C13349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F5253C-30D4-FCF6-932C-4908D4B6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4470525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Input / Output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The program: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Runs by itself without asking for input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Performs the same computation every time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Does not show the result of the computation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More interactions required…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Ask the users for the base and height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Print the computed length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Doable using C functions </a:t>
            </a:r>
            <a:r>
              <a:rPr lang="en-US" sz="2800" dirty="0" err="1"/>
              <a:t>printf</a:t>
            </a:r>
            <a:r>
              <a:rPr lang="en-US" sz="2800" dirty="0"/>
              <a:t>() / </a:t>
            </a:r>
            <a:r>
              <a:rPr lang="en-US" sz="2800" dirty="0" err="1"/>
              <a:t>scanf</a:t>
            </a:r>
            <a:r>
              <a:rPr lang="en-US" sz="2800" dirty="0"/>
              <a:t>()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But they are complicated and unsafe…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A90BE6-73F1-2A6F-E4FA-E020585B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7B2D8F-23FE-7221-D6D4-31D58AFF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8194408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D1A3-0BE4-5577-38C7-FA8CDF07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041B0D3-3770-6D1D-6D80-59A87DDF2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CS1010 I/O Library</a:t>
            </a:r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3A354931-5AFF-3A80-4498-CDC6F5E3F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Requires cs1010.h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Provides the following functions for reading inputs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long</a:t>
            </a:r>
            <a:r>
              <a:rPr lang="en-US" sz="2400" dirty="0"/>
              <a:t> cs1010_read_long();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double</a:t>
            </a:r>
            <a:r>
              <a:rPr lang="en-US" sz="2400" dirty="0"/>
              <a:t> cs1010_read_double();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F8B810-8667-F54B-1016-68E11F25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7CC939-8268-EA30-1FD6-457FD715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9DB17-F9A7-CF8E-AF03-AE4BE2DC10A0}"/>
              </a:ext>
            </a:extLst>
          </p:cNvPr>
          <p:cNvSpPr txBox="1"/>
          <p:nvPr/>
        </p:nvSpPr>
        <p:spPr>
          <a:xfrm>
            <a:off x="6129081" y="2979846"/>
            <a:ext cx="252360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in single number</a:t>
            </a:r>
          </a:p>
          <a:p>
            <a:r>
              <a:rPr lang="en-US" dirty="0"/>
              <a:t>cs1010_read_long();</a:t>
            </a:r>
          </a:p>
          <a:p>
            <a:r>
              <a:rPr lang="en-US" i="1" dirty="0"/>
              <a:t>[wait for user input]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1158ECE1-BD52-BEC1-80FA-4124A339EA7C}"/>
              </a:ext>
            </a:extLst>
          </p:cNvPr>
          <p:cNvSpPr/>
          <p:nvPr/>
        </p:nvSpPr>
        <p:spPr>
          <a:xfrm rot="16200000">
            <a:off x="5794101" y="3396506"/>
            <a:ext cx="262551" cy="313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870215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CS1010 I/O Library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Provides the following functions for printing outputs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void</a:t>
            </a:r>
            <a:r>
              <a:rPr lang="en-US" sz="2400" dirty="0"/>
              <a:t> cs1010_print_long(</a:t>
            </a:r>
            <a:r>
              <a:rPr lang="en-US" sz="2400" dirty="0">
                <a:solidFill>
                  <a:srgbClr val="0000FF"/>
                </a:solidFill>
              </a:rPr>
              <a:t>long</a:t>
            </a:r>
            <a:r>
              <a:rPr lang="en-US" sz="2400" dirty="0"/>
              <a:t> x);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void</a:t>
            </a:r>
            <a:r>
              <a:rPr lang="en-US" sz="2400" dirty="0"/>
              <a:t> cs1010_print_double(</a:t>
            </a:r>
            <a:r>
              <a:rPr lang="en-US" sz="2400" dirty="0">
                <a:solidFill>
                  <a:srgbClr val="0000FF"/>
                </a:solidFill>
              </a:rPr>
              <a:t>double</a:t>
            </a:r>
            <a:r>
              <a:rPr lang="en-US" sz="2400" dirty="0"/>
              <a:t> x);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void</a:t>
            </a:r>
            <a:r>
              <a:rPr lang="en-US" sz="2400" dirty="0"/>
              <a:t> cs1010_print</a:t>
            </a:r>
            <a:r>
              <a:rPr lang="en-US" sz="2400" b="1" dirty="0"/>
              <a:t>ln</a:t>
            </a:r>
            <a:r>
              <a:rPr lang="en-US" sz="2400" dirty="0"/>
              <a:t>_long(</a:t>
            </a:r>
            <a:r>
              <a:rPr lang="en-US" sz="2400" dirty="0">
                <a:solidFill>
                  <a:srgbClr val="0000FF"/>
                </a:solidFill>
              </a:rPr>
              <a:t>long</a:t>
            </a:r>
            <a:r>
              <a:rPr lang="en-US" sz="2400" dirty="0"/>
              <a:t> x);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void</a:t>
            </a:r>
            <a:r>
              <a:rPr lang="en-US" sz="2400" dirty="0"/>
              <a:t> cs1010_print</a:t>
            </a:r>
            <a:r>
              <a:rPr lang="en-US" sz="2400" b="1" dirty="0"/>
              <a:t>ln</a:t>
            </a:r>
            <a:r>
              <a:rPr lang="en-US" sz="2400" dirty="0"/>
              <a:t>_double(</a:t>
            </a:r>
            <a:r>
              <a:rPr lang="en-US" sz="2400" dirty="0">
                <a:solidFill>
                  <a:srgbClr val="0000FF"/>
                </a:solidFill>
              </a:rPr>
              <a:t>double</a:t>
            </a:r>
            <a:r>
              <a:rPr lang="en-US" sz="2400" dirty="0"/>
              <a:t> x);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08820-2F04-C82A-0B87-AA60A931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9B47EC-D7ED-66E0-EB2F-D7D03914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B06A7-8577-342A-B908-826B10A2E294}"/>
              </a:ext>
            </a:extLst>
          </p:cNvPr>
          <p:cNvSpPr txBox="1"/>
          <p:nvPr/>
        </p:nvSpPr>
        <p:spPr>
          <a:xfrm>
            <a:off x="6599862" y="2029232"/>
            <a:ext cx="2417501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without newlines</a:t>
            </a:r>
          </a:p>
          <a:p>
            <a:r>
              <a:rPr lang="en-US" dirty="0"/>
              <a:t>cs1010_print_long(3);</a:t>
            </a:r>
          </a:p>
          <a:p>
            <a:r>
              <a:rPr lang="en-US" dirty="0"/>
              <a:t>cs1010_print_long(4);</a:t>
            </a:r>
            <a:r>
              <a:rPr lang="en-US" i="1" dirty="0"/>
              <a:t>34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979CA-0099-7A60-A3EB-CB643C0E86E8}"/>
              </a:ext>
            </a:extLst>
          </p:cNvPr>
          <p:cNvSpPr txBox="1"/>
          <p:nvPr/>
        </p:nvSpPr>
        <p:spPr>
          <a:xfrm>
            <a:off x="2643558" y="4778620"/>
            <a:ext cx="2625559" cy="1477328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with newlines</a:t>
            </a:r>
          </a:p>
          <a:p>
            <a:r>
              <a:rPr lang="en-US" dirty="0"/>
              <a:t>cs1010_println_long(3);</a:t>
            </a:r>
          </a:p>
          <a:p>
            <a:r>
              <a:rPr lang="en-US" dirty="0"/>
              <a:t>cs1010_println_long(4);</a:t>
            </a:r>
          </a:p>
          <a:p>
            <a:r>
              <a:rPr lang="en-US" i="1" dirty="0"/>
              <a:t>3</a:t>
            </a:r>
          </a:p>
          <a:p>
            <a:r>
              <a:rPr lang="en-US" i="1" dirty="0"/>
              <a:t>4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961922F-99CE-DEC6-78DA-A66C02C7529E}"/>
              </a:ext>
            </a:extLst>
          </p:cNvPr>
          <p:cNvSpPr/>
          <p:nvPr/>
        </p:nvSpPr>
        <p:spPr>
          <a:xfrm>
            <a:off x="3766244" y="4393848"/>
            <a:ext cx="262551" cy="313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EE06971-610F-7365-7F65-30AB84380EC6}"/>
              </a:ext>
            </a:extLst>
          </p:cNvPr>
          <p:cNvSpPr/>
          <p:nvPr/>
        </p:nvSpPr>
        <p:spPr>
          <a:xfrm rot="16200000">
            <a:off x="6264882" y="2445892"/>
            <a:ext cx="262551" cy="313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77804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CS1010 I/O Library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happens when you run this program?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ACBDB-EFE5-4782-AA9B-3760F5E7D3D7}"/>
              </a:ext>
            </a:extLst>
          </p:cNvPr>
          <p:cNvSpPr txBox="1"/>
          <p:nvPr/>
        </p:nvSpPr>
        <p:spPr>
          <a:xfrm>
            <a:off x="908958" y="1876485"/>
            <a:ext cx="6515177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#include "cs1010.h"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(void)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ouble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hypotenuse;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base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height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hypotenuse = 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(base, height);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cs1010_println_double(hypotenuse);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844B4E-5F17-5103-0622-14134FF7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EDAC79-3597-B79B-17D4-E68E21077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52100003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CS1010 I/O Library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Provided as part of the skeleton files in general.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 your own uses, follow the instructions in “CS1010 I/O Library” to install the library and compile with it. 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844B4E-5F17-5103-0622-14134FF7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54614D-9FDD-DBEC-3AE9-9F27088F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75519219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7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Arithmetic Computations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6846253-4BC7-7D76-8B35-8CEDAFBD4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53CC7E-1EC6-685E-5D69-A3F3FA7963F9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7: Arithmetic Computations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Basics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Compound Operators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Common Mistakes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US" sz="2800" dirty="0"/>
              <a:t>List of C features banned in CS1010</a:t>
            </a:r>
            <a:endParaRPr lang="en-GB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88AA95-9772-C3E4-8152-396FC764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3F82A2-1A06-9C96-EE91-20534CDB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5248238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9A51-B6AC-BD78-6B8A-1BC904CF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931198D-4384-E57B-F46E-1F4C0E718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The Basics</a:t>
            </a:r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5F09539A-0D4B-D4A4-A391-CC398388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+, -, *, / have the same </a:t>
            </a:r>
            <a:r>
              <a:rPr lang="en-US" sz="2800" dirty="0">
                <a:solidFill>
                  <a:srgbClr val="0000FF"/>
                </a:solidFill>
              </a:rPr>
              <a:t>definition</a:t>
            </a:r>
            <a:r>
              <a:rPr lang="en-US" sz="2800" dirty="0"/>
              <a:t> / </a:t>
            </a:r>
            <a:r>
              <a:rPr lang="en-US" sz="2800" dirty="0">
                <a:solidFill>
                  <a:srgbClr val="0000FF"/>
                </a:solidFill>
              </a:rPr>
              <a:t>associativity</a:t>
            </a:r>
            <a:r>
              <a:rPr lang="en-US" sz="2800" dirty="0"/>
              <a:t> / </a:t>
            </a:r>
            <a:r>
              <a:rPr lang="en-US" sz="2800" dirty="0">
                <a:solidFill>
                  <a:srgbClr val="0000FF"/>
                </a:solidFill>
              </a:rPr>
              <a:t>precedence</a:t>
            </a:r>
            <a:r>
              <a:rPr lang="en-US" sz="2800" dirty="0"/>
              <a:t> as their math counter-parts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Works on integers and real numbers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() can be used to change / indicate the </a:t>
            </a:r>
            <a:r>
              <a:rPr lang="en-US" sz="2800" dirty="0">
                <a:solidFill>
                  <a:srgbClr val="0000FF"/>
                </a:solidFill>
              </a:rPr>
              <a:t>order of execution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A7067D-A663-D495-50CF-96261178D293}"/>
              </a:ext>
            </a:extLst>
          </p:cNvPr>
          <p:cNvSpPr txBox="1"/>
          <p:nvPr/>
        </p:nvSpPr>
        <p:spPr>
          <a:xfrm>
            <a:off x="963211" y="2318434"/>
            <a:ext cx="1848570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16A569-0EDC-6A12-6E67-1075A80444BB}"/>
              </a:ext>
            </a:extLst>
          </p:cNvPr>
          <p:cNvSpPr txBox="1"/>
          <p:nvPr/>
        </p:nvSpPr>
        <p:spPr>
          <a:xfrm>
            <a:off x="3383280" y="2318433"/>
            <a:ext cx="3550919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 = b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 c /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267082-C606-D9BF-7614-B8A3AC5A3808}"/>
              </a:ext>
            </a:extLst>
          </p:cNvPr>
          <p:cNvSpPr txBox="1"/>
          <p:nvPr/>
        </p:nvSpPr>
        <p:spPr>
          <a:xfrm>
            <a:off x="922021" y="4921522"/>
            <a:ext cx="3779520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 = (b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* c /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9EB7B3-EA95-D015-7766-B253B50BE17D}"/>
              </a:ext>
            </a:extLst>
          </p:cNvPr>
          <p:cNvSpPr txBox="1"/>
          <p:nvPr/>
        </p:nvSpPr>
        <p:spPr>
          <a:xfrm>
            <a:off x="922021" y="5439237"/>
            <a:ext cx="3779520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 = b + 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 c /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A0AF96-F77F-F4E2-72D4-579108737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837" y="2303044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a is 11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4F5B5-47A4-FDA3-7A8B-C2053176B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117" y="4882993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a is 6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C1B3FB-1A90-8344-1A9E-EB4CE1C19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117" y="5408459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a is 11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C2904-0643-0BFF-979F-EEF93F17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C1F6FB-A80D-96D1-07C7-EB92631B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191865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The Basics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% is modulo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 % b gives the remainder of a divided by b</a:t>
            </a: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Works on integers only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 lot more powerful / useful than you think!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D1549-FCFF-422B-BD55-47E924BB5B64}"/>
              </a:ext>
            </a:extLst>
          </p:cNvPr>
          <p:cNvSpPr txBox="1"/>
          <p:nvPr/>
        </p:nvSpPr>
        <p:spPr>
          <a:xfrm>
            <a:off x="1075931" y="1961425"/>
            <a:ext cx="2743199" cy="92333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17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10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123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%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00E69E-B874-4AD7-A688-23874810C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027" y="1926803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a is 1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8B6E8-C648-4B2A-8BC3-E30DB246F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267" y="2212624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b is 7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583B22-9F12-443E-BB3B-A9043201D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267" y="2510831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c is 23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3AE71-BFC7-7CC3-8D99-F354879E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AAE373-A629-C7E0-22EB-398F03E50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0901927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Compound Operator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The following (very common) statements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r>
              <a:rPr lang="en-US" sz="2800" dirty="0"/>
              <a:t>    can be simplified as:</a:t>
            </a:r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In general, op is +, -, *, / and %</a:t>
            </a:r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r>
              <a:rPr lang="en-US" sz="2400" dirty="0"/>
              <a:t>                       </a:t>
            </a:r>
            <a:r>
              <a:rPr lang="en-US" sz="2800" dirty="0"/>
              <a:t>means</a:t>
            </a: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465B4-8C04-4110-B95A-C9085C43D5D2}"/>
              </a:ext>
            </a:extLst>
          </p:cNvPr>
          <p:cNvSpPr txBox="1"/>
          <p:nvPr/>
        </p:nvSpPr>
        <p:spPr>
          <a:xfrm>
            <a:off x="906232" y="1808309"/>
            <a:ext cx="7662629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index = index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increment the variable index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age = age *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double the variable 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E9B18-5E93-46C9-A42F-2935154C4C83}"/>
              </a:ext>
            </a:extLst>
          </p:cNvPr>
          <p:cNvSpPr txBox="1"/>
          <p:nvPr/>
        </p:nvSpPr>
        <p:spPr>
          <a:xfrm>
            <a:off x="906232" y="3160944"/>
            <a:ext cx="1753148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index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age *=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D845AC-8EEE-4937-A1D5-A9464AD3BB8B}"/>
              </a:ext>
            </a:extLst>
          </p:cNvPr>
          <p:cNvSpPr txBox="1"/>
          <p:nvPr/>
        </p:nvSpPr>
        <p:spPr>
          <a:xfrm>
            <a:off x="963211" y="5056106"/>
            <a:ext cx="1330409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op= b;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C17F5-46A6-4070-8125-1946A5F8ABB3}"/>
              </a:ext>
            </a:extLst>
          </p:cNvPr>
          <p:cNvSpPr txBox="1"/>
          <p:nvPr/>
        </p:nvSpPr>
        <p:spPr>
          <a:xfrm>
            <a:off x="3726368" y="5057613"/>
            <a:ext cx="1567901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= a op 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FF7140-4486-8ADD-E698-4BD502AD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1B3E02-A1EA-970C-4738-B12C405F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71974596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Rectangle 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Common Mistakes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7" name="Content Placeholder 5"/>
          <p:cNvSpPr>
            <a:spLocks noGrp="1"/>
          </p:cNvSpPr>
          <p:nvPr>
            <p:ph idx="1"/>
          </p:nvPr>
        </p:nvSpPr>
        <p:spPr>
          <a:xfrm>
            <a:off x="587375" y="1208691"/>
            <a:ext cx="8229600" cy="1000970"/>
          </a:xfrm>
        </p:spPr>
        <p:txBody>
          <a:bodyPr>
            <a:noAutofit/>
          </a:bodyPr>
          <a:lstStyle/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Unintended integer division</a:t>
            </a: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What is the value of </a:t>
            </a:r>
            <a:r>
              <a:rPr lang="en-US" sz="2400" dirty="0">
                <a:solidFill>
                  <a:srgbClr val="0000FF"/>
                </a:solidFill>
              </a:rPr>
              <a:t>half</a:t>
            </a:r>
            <a:r>
              <a:rPr lang="en-US" sz="2400" dirty="0"/>
              <a:t>?</a:t>
            </a: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925494" y="2885353"/>
            <a:ext cx="3826970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EXTREMELY COMMON MISTAKE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ED752D-194B-43FD-B744-0163878ED425}"/>
              </a:ext>
            </a:extLst>
          </p:cNvPr>
          <p:cNvSpPr txBox="1"/>
          <p:nvPr/>
        </p:nvSpPr>
        <p:spPr>
          <a:xfrm>
            <a:off x="1328971" y="2277863"/>
            <a:ext cx="2663607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9C33B6-ACC3-490C-93EF-C4A17D53A66F}"/>
              </a:ext>
            </a:extLst>
          </p:cNvPr>
          <p:cNvSpPr txBox="1"/>
          <p:nvPr/>
        </p:nvSpPr>
        <p:spPr>
          <a:xfrm>
            <a:off x="5658820" y="2011910"/>
            <a:ext cx="1273176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Truncation occurs!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DC9B30-6313-3A42-9AE8-E11052AB3B07}"/>
              </a:ext>
            </a:extLst>
          </p:cNvPr>
          <p:cNvSpPr txBox="1"/>
          <p:nvPr/>
        </p:nvSpPr>
        <p:spPr>
          <a:xfrm>
            <a:off x="1328970" y="3960297"/>
            <a:ext cx="3787040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2EE18B-6878-0045-B3ED-50F1002D05F4}"/>
              </a:ext>
            </a:extLst>
          </p:cNvPr>
          <p:cNvSpPr txBox="1"/>
          <p:nvPr/>
        </p:nvSpPr>
        <p:spPr>
          <a:xfrm>
            <a:off x="1328970" y="3521209"/>
            <a:ext cx="2965238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2.0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1C2E8-3484-F04C-8219-1AF74C1DD04A}"/>
              </a:ext>
            </a:extLst>
          </p:cNvPr>
          <p:cNvSpPr txBox="1"/>
          <p:nvPr/>
        </p:nvSpPr>
        <p:spPr>
          <a:xfrm>
            <a:off x="5216790" y="3590831"/>
            <a:ext cx="373044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Avoid truncation by changing any of the operands to a real number.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779977-1001-E0E5-84CF-E6A53212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E96DA-8C37-49EB-B8F6-0458903F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2E942-A5DB-38D5-B40D-97490EC32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4495" y="2247085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half </a:t>
            </a:r>
            <a:r>
              <a:rPr lang="en-US" sz="2000">
                <a:solidFill>
                  <a:srgbClr val="7030A0"/>
                </a:solidFill>
                <a:latin typeface="+mj-lt"/>
                <a:cs typeface="Courier New" pitchFamily="49" charset="0"/>
              </a:rPr>
              <a:t>is 1.0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261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8" grpId="0" animBg="1"/>
      <p:bldP spid="12" grpId="0" animBg="1"/>
      <p:bldP spid="13" grpId="0" animBg="1"/>
      <p:bldP spid="15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Rectangle 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Pop Quiz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CBFE53A2-62B2-4E30-A043-46DC1C0E7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88" y="1270000"/>
            <a:ext cx="8229600" cy="2319338"/>
          </a:xfrm>
        </p:spPr>
        <p:txBody>
          <a:bodyPr/>
          <a:lstStyle/>
          <a:p>
            <a:pPr marL="393700" indent="-393700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are the values of the variables?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14F451-3F52-414E-B5D5-B9A07F5BD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744" y="1860244"/>
            <a:ext cx="1681859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m is 2</a:t>
            </a:r>
          </a:p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n is 2.0</a:t>
            </a:r>
          </a:p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p is 2</a:t>
            </a:r>
          </a:p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q is 2.5</a:t>
            </a:r>
          </a:p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r is 2.5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325F14-DE33-4EB6-A0A8-20BCEC6C6AAF}"/>
              </a:ext>
            </a:extLst>
          </p:cNvPr>
          <p:cNvSpPr txBox="1"/>
          <p:nvPr/>
        </p:nvSpPr>
        <p:spPr>
          <a:xfrm>
            <a:off x="1074606" y="1896066"/>
            <a:ext cx="4048117" cy="1631216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m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 </a:t>
            </a:r>
            <a:endParaRPr lang="en-US" sz="2000" b="1" dirty="0">
              <a:solidFill>
                <a:schemeClr val="tx1"/>
              </a:solidFill>
            </a:endParaRP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2000" b="1" dirty="0">
                <a:solidFill>
                  <a:schemeClr val="tx1"/>
                </a:solidFill>
              </a:rPr>
              <a:t>	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p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4.0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2000" b="1" dirty="0">
              <a:solidFill>
                <a:schemeClr val="tx1"/>
              </a:solidFill>
            </a:endParaRP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4.0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 =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54104-6D84-CA47-9A43-320A15451684}"/>
              </a:ext>
            </a:extLst>
          </p:cNvPr>
          <p:cNvSpPr/>
          <p:nvPr/>
        </p:nvSpPr>
        <p:spPr>
          <a:xfrm>
            <a:off x="5347532" y="1903788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72A15-8CE2-3F4B-A058-28D7F8BB7581}"/>
              </a:ext>
            </a:extLst>
          </p:cNvPr>
          <p:cNvSpPr/>
          <p:nvPr/>
        </p:nvSpPr>
        <p:spPr>
          <a:xfrm>
            <a:off x="5360140" y="2183293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B6F36-6000-1841-B92B-245E66B5B334}"/>
              </a:ext>
            </a:extLst>
          </p:cNvPr>
          <p:cNvSpPr/>
          <p:nvPr/>
        </p:nvSpPr>
        <p:spPr>
          <a:xfrm>
            <a:off x="5363328" y="2506342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DF59FB-C736-634C-9A74-61206537936E}"/>
              </a:ext>
            </a:extLst>
          </p:cNvPr>
          <p:cNvSpPr/>
          <p:nvPr/>
        </p:nvSpPr>
        <p:spPr>
          <a:xfrm>
            <a:off x="5364149" y="2878505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166A8A-8789-E849-B664-08CAF192849A}"/>
              </a:ext>
            </a:extLst>
          </p:cNvPr>
          <p:cNvSpPr/>
          <p:nvPr/>
        </p:nvSpPr>
        <p:spPr>
          <a:xfrm>
            <a:off x="5319778" y="3146652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C76B5-734B-84C5-42B3-1F8684FD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19F7F-9D5E-00E0-F734-BB64940F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1685505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26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Putting All These Together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06746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 </a:t>
            </a:r>
            <a:r>
              <a:rPr lang="en-US" sz="2400" dirty="0"/>
              <a:t>3 integers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Read in an integer for the width </a:t>
            </a:r>
            <a:r>
              <a:rPr lang="en-US" sz="2000" i="1" dirty="0"/>
              <a:t>(Function from CS1010 Lib.)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…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36744A-A262-AEF3-2AAD-792500E4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1D3A2-F3D0-E59A-118B-5E64489129D9}"/>
              </a:ext>
            </a:extLst>
          </p:cNvPr>
          <p:cNvSpPr txBox="1"/>
          <p:nvPr/>
        </p:nvSpPr>
        <p:spPr>
          <a:xfrm>
            <a:off x="3123211" y="4152378"/>
            <a:ext cx="4603668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width = cs1010_read_long();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EC859-C2E8-87E1-718E-925B885C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DD6F1-4FD0-CE36-9272-BF269414CF8F}"/>
              </a:ext>
            </a:extLst>
          </p:cNvPr>
          <p:cNvSpPr txBox="1"/>
          <p:nvPr/>
        </p:nvSpPr>
        <p:spPr>
          <a:xfrm>
            <a:off x="7594712" y="4429872"/>
            <a:ext cx="111737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main()</a:t>
            </a:r>
          </a:p>
        </p:txBody>
      </p:sp>
      <p:pic>
        <p:nvPicPr>
          <p:cNvPr id="6" name="Picture 2" descr="cuboid">
            <a:extLst>
              <a:ext uri="{FF2B5EF4-FFF2-40B4-BE49-F238E27FC236}">
                <a16:creationId xmlns:a16="http://schemas.microsoft.com/office/drawing/2014/main" id="{B6D4BD58-AE40-1FC5-94EA-FF5678DD0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1" y="1838008"/>
            <a:ext cx="2074080" cy="130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70024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 </a:t>
            </a:r>
            <a:r>
              <a:rPr lang="en-US" sz="2400" dirty="0"/>
              <a:t>the surface area and the diagonal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surface area </a:t>
            </a:r>
            <a:r>
              <a:rPr lang="en-US" sz="2000" i="1" dirty="0"/>
              <a:t>(compute surface area function)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...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D3517B-FD3C-E895-A619-A00C5810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13CD7-7797-7724-BED7-098F9A575DC9}"/>
              </a:ext>
            </a:extLst>
          </p:cNvPr>
          <p:cNvSpPr txBox="1"/>
          <p:nvPr/>
        </p:nvSpPr>
        <p:spPr>
          <a:xfrm>
            <a:off x="2244714" y="3881257"/>
            <a:ext cx="6428509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(width, length, height);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CDD5C-F9F4-ADA7-C843-6AD89978544D}"/>
              </a:ext>
            </a:extLst>
          </p:cNvPr>
          <p:cNvSpPr txBox="1"/>
          <p:nvPr/>
        </p:nvSpPr>
        <p:spPr>
          <a:xfrm>
            <a:off x="2273691" y="2869419"/>
            <a:ext cx="6428509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width,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height);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930B61-3510-1B11-66A4-7F48C51E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864B3-BFF0-33D0-7D97-00CC1AE40DCC}"/>
              </a:ext>
            </a:extLst>
          </p:cNvPr>
          <p:cNvSpPr txBox="1"/>
          <p:nvPr/>
        </p:nvSpPr>
        <p:spPr>
          <a:xfrm>
            <a:off x="6532079" y="4477061"/>
            <a:ext cx="2445217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call in main()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F15A5B-4A04-84F0-9F51-9C23BE7008B4}"/>
              </a:ext>
            </a:extLst>
          </p:cNvPr>
          <p:cNvSpPr txBox="1"/>
          <p:nvPr/>
        </p:nvSpPr>
        <p:spPr>
          <a:xfrm>
            <a:off x="2244986" y="4960888"/>
            <a:ext cx="6428509" cy="1477328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width,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height){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…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D086-FC59-6B1A-F53F-4935E25CB6F1}"/>
              </a:ext>
            </a:extLst>
          </p:cNvPr>
          <p:cNvSpPr txBox="1"/>
          <p:nvPr/>
        </p:nvSpPr>
        <p:spPr>
          <a:xfrm>
            <a:off x="6545656" y="3328098"/>
            <a:ext cx="227242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declaration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27293-6CD1-EFA8-4D64-DFAEC1AC801E}"/>
              </a:ext>
            </a:extLst>
          </p:cNvPr>
          <p:cNvSpPr txBox="1"/>
          <p:nvPr/>
        </p:nvSpPr>
        <p:spPr>
          <a:xfrm>
            <a:off x="6518497" y="6248542"/>
            <a:ext cx="205513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</p:spTree>
    <p:extLst>
      <p:ext uri="{BB962C8B-B14F-4D97-AF65-F5344CB8AC3E}">
        <p14:creationId xmlns:p14="http://schemas.microsoft.com/office/powerpoint/2010/main" val="20720305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6" grpId="0" animBg="1"/>
      <p:bldP spid="8" grpId="0" animBg="1"/>
      <p:bldP spid="9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E4F88-3C79-2CC6-8DA1-9F157AEE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BE2FCE5-0625-702B-2045-AA7FC48318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142F393B-925A-A780-D4A6-18B38EDF7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surface area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bottom area </a:t>
            </a:r>
            <a:r>
              <a:rPr lang="en-US" sz="2000" i="1" dirty="0"/>
              <a:t>(compute area function)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...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90F5ED-7075-3FC9-0FDC-C5A63CB4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768AD-D65F-BBFF-208B-F42A413279B7}"/>
              </a:ext>
            </a:extLst>
          </p:cNvPr>
          <p:cNvSpPr txBox="1"/>
          <p:nvPr/>
        </p:nvSpPr>
        <p:spPr>
          <a:xfrm>
            <a:off x="2258292" y="3916438"/>
            <a:ext cx="5726865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bottom_area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(length, 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    width);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D9107-89FB-C323-4BFD-7E27AB03DE7E}"/>
              </a:ext>
            </a:extLst>
          </p:cNvPr>
          <p:cNvSpPr txBox="1"/>
          <p:nvPr/>
        </p:nvSpPr>
        <p:spPr>
          <a:xfrm>
            <a:off x="2258292" y="5034563"/>
            <a:ext cx="5726864" cy="1200329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width){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 * width;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00475-4931-95A4-5F63-A20085CB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88295-3777-0D1E-AD30-243146155028}"/>
              </a:ext>
            </a:extLst>
          </p:cNvPr>
          <p:cNvSpPr txBox="1"/>
          <p:nvPr/>
        </p:nvSpPr>
        <p:spPr>
          <a:xfrm>
            <a:off x="2258292" y="2885342"/>
            <a:ext cx="5726864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width);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D3349-D12E-F156-DE87-8AF4BF641BA8}"/>
              </a:ext>
            </a:extLst>
          </p:cNvPr>
          <p:cNvSpPr txBox="1"/>
          <p:nvPr/>
        </p:nvSpPr>
        <p:spPr>
          <a:xfrm>
            <a:off x="4753070" y="4524950"/>
            <a:ext cx="428005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call in </a:t>
            </a:r>
            <a:r>
              <a:rPr lang="en-US" dirty="0" err="1"/>
              <a:t>compute_surface_area</a:t>
            </a:r>
            <a:r>
              <a:rPr lang="en-US" dirty="0"/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C2338-A076-5E30-C043-C18BC6FAFFCD}"/>
              </a:ext>
            </a:extLst>
          </p:cNvPr>
          <p:cNvSpPr txBox="1"/>
          <p:nvPr/>
        </p:nvSpPr>
        <p:spPr>
          <a:xfrm>
            <a:off x="6590924" y="3384554"/>
            <a:ext cx="227242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declaration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465B6-91F3-9F73-B5E1-00D9D6E89905}"/>
              </a:ext>
            </a:extLst>
          </p:cNvPr>
          <p:cNvSpPr txBox="1"/>
          <p:nvPr/>
        </p:nvSpPr>
        <p:spPr>
          <a:xfrm>
            <a:off x="6590924" y="6085715"/>
            <a:ext cx="205513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</p:spTree>
    <p:extLst>
      <p:ext uri="{BB962C8B-B14F-4D97-AF65-F5344CB8AC3E}">
        <p14:creationId xmlns:p14="http://schemas.microsoft.com/office/powerpoint/2010/main" val="293913482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: 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Print the surface area, which an integer </a:t>
            </a:r>
            <a:r>
              <a:rPr lang="en-US" sz="2000" i="1" dirty="0"/>
              <a:t>(CS1010 Lib.)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...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i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8F250-4BA8-A9A2-4734-E85B4A4D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264DE-5356-396F-950F-0B5F7022A3AE}"/>
              </a:ext>
            </a:extLst>
          </p:cNvPr>
          <p:cNvSpPr txBox="1"/>
          <p:nvPr/>
        </p:nvSpPr>
        <p:spPr>
          <a:xfrm>
            <a:off x="3241963" y="4199580"/>
            <a:ext cx="4849092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cs1010_println_long(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81111-AA35-5D4E-5C6F-FD0F5A88E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E2328E-605F-0077-4CEE-7F7CA0D6DDB9}"/>
              </a:ext>
            </a:extLst>
          </p:cNvPr>
          <p:cNvSpPr txBox="1"/>
          <p:nvPr/>
        </p:nvSpPr>
        <p:spPr>
          <a:xfrm>
            <a:off x="7823312" y="4497082"/>
            <a:ext cx="111737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main()</a:t>
            </a:r>
          </a:p>
        </p:txBody>
      </p:sp>
    </p:spTree>
    <p:extLst>
      <p:ext uri="{BB962C8B-B14F-4D97-AF65-F5344CB8AC3E}">
        <p14:creationId xmlns:p14="http://schemas.microsoft.com/office/powerpoint/2010/main" val="177782633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List of C Features Banned in CS1010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Increment / Decrement operators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++, --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Less representative / precise types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int, short, float 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Global variables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Discouraged (but not banned)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 err="1"/>
              <a:t>scanf</a:t>
            </a:r>
            <a:r>
              <a:rPr lang="en-US" sz="2400" dirty="0"/>
              <a:t> / </a:t>
            </a:r>
            <a:r>
              <a:rPr lang="en-US" sz="2400" dirty="0" err="1"/>
              <a:t>printf</a:t>
            </a: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Skipping of parentheses</a:t>
            </a:r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DB03E-9D64-4159-B715-8A7364DA86DA}"/>
              </a:ext>
            </a:extLst>
          </p:cNvPr>
          <p:cNvSpPr txBox="1"/>
          <p:nvPr/>
        </p:nvSpPr>
        <p:spPr>
          <a:xfrm>
            <a:off x="6061381" y="5693863"/>
            <a:ext cx="273007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"C in CS1010" for a complete list!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FF041-4467-4623-9444-18376ADE5E33}"/>
              </a:ext>
            </a:extLst>
          </p:cNvPr>
          <p:cNvSpPr txBox="1"/>
          <p:nvPr/>
        </p:nvSpPr>
        <p:spPr>
          <a:xfrm>
            <a:off x="3003767" y="1699573"/>
            <a:ext cx="3551038" cy="92333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b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c, d;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 = ++a; 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 = b++;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16EA84-3F57-B5A6-D07B-DA60775B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7F8E57-30D0-87BC-07BA-FE6DEDB6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43130078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3 (due </a:t>
            </a:r>
            <a:r>
              <a:rPr lang="en-US" sz="2000" dirty="0">
                <a:solidFill>
                  <a:srgbClr val="0000FF"/>
                </a:solidFill>
              </a:rPr>
              <a:t>3 Feb, 2pm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Vim (due </a:t>
            </a:r>
            <a:r>
              <a:rPr lang="en-US" sz="2000" dirty="0">
                <a:solidFill>
                  <a:srgbClr val="0000FF"/>
                </a:solidFill>
              </a:rPr>
              <a:t>3 Feb, 2pm</a:t>
            </a:r>
            <a:r>
              <a:rPr lang="en-US" sz="2000" dirty="0"/>
              <a:t>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 Set 5 (under Unit 5)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Exercise 0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Due </a:t>
            </a:r>
            <a:r>
              <a:rPr lang="en-US" sz="2000" dirty="0">
                <a:solidFill>
                  <a:srgbClr val="0000FF"/>
                </a:solidFill>
              </a:rPr>
              <a:t>3 Feb, 2pm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Forum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Ask Jin anything!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C002A2-D1C2-BACA-2AD8-841E81C1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198B36-B3C1-5094-B5B2-1E114FC0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9F39-025F-BA73-2A92-197B04D5A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A4501C4-2D2A-19E2-D301-234C7D184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PE0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728D6D13-DFA3-9EF2-03A7-9513863FD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13" name="HighlightBackgroundShapeeee31423-879f-470c-ac44-148c4404b3a6">
            <a:extLst>
              <a:ext uri="{FF2B5EF4-FFF2-40B4-BE49-F238E27FC236}">
                <a16:creationId xmlns:a16="http://schemas.microsoft.com/office/drawing/2014/main" id="{2E3AC04B-447E-C788-6D7F-028D5307B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Basic Info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Date: </a:t>
            </a:r>
            <a:r>
              <a:rPr lang="en-US" sz="2000" dirty="0">
                <a:solidFill>
                  <a:srgbClr val="0000FF"/>
                </a:solidFill>
              </a:rPr>
              <a:t>10 Feb (Tue)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Time: </a:t>
            </a:r>
            <a:r>
              <a:rPr lang="en-US" sz="2000" dirty="0">
                <a:solidFill>
                  <a:srgbClr val="0000FF"/>
                </a:solidFill>
              </a:rPr>
              <a:t>6 pm to 9 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Venue: </a:t>
            </a:r>
            <a:r>
              <a:rPr lang="en-US" sz="2000" dirty="0">
                <a:solidFill>
                  <a:srgbClr val="0000FF"/>
                </a:solidFill>
              </a:rPr>
              <a:t>PL4 (COM1-B111)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Scope: </a:t>
            </a:r>
            <a:r>
              <a:rPr lang="en-US" sz="2000" dirty="0">
                <a:solidFill>
                  <a:srgbClr val="0000FF"/>
                </a:solidFill>
              </a:rPr>
              <a:t>Units 1-10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Format: </a:t>
            </a:r>
            <a:r>
              <a:rPr lang="en-US" sz="2000" dirty="0">
                <a:solidFill>
                  <a:srgbClr val="0000FF"/>
                </a:solidFill>
              </a:rPr>
              <a:t>3</a:t>
            </a:r>
            <a:r>
              <a:rPr lang="en-US" sz="2000" dirty="0"/>
              <a:t> programming questions, easy to hard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Duration: </a:t>
            </a:r>
            <a:r>
              <a:rPr lang="en-US" sz="2000" dirty="0">
                <a:solidFill>
                  <a:srgbClr val="0000FF"/>
                </a:solidFill>
              </a:rPr>
              <a:t>2.5 hours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0000FF"/>
                </a:solidFill>
              </a:rPr>
              <a:t>Open Book </a:t>
            </a:r>
            <a:r>
              <a:rPr lang="en-US" sz="2000" dirty="0"/>
              <a:t>(Analog references only but calculators allowed)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Practice, practice</a:t>
            </a:r>
            <a:r>
              <a:rPr lang="en-US" sz="2000"/>
              <a:t>, practice!</a:t>
            </a:r>
            <a:endParaRPr lang="en-US" sz="20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A2895-E61C-4758-C766-15F4BA4C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FAC1B5-46C3-45D4-0005-12D275E2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363424464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14105</TotalTime>
  <Words>2781</Words>
  <Application>Microsoft Office PowerPoint</Application>
  <PresentationFormat>On-screen Show (4:3)</PresentationFormat>
  <Paragraphs>682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Courier New</vt:lpstr>
      <vt:lpstr>Times New Roman</vt:lpstr>
      <vt:lpstr>Wingdings</vt:lpstr>
      <vt:lpstr>Clarity</vt:lpstr>
      <vt:lpstr>PowerPoint Presentation</vt:lpstr>
      <vt:lpstr>Unit 5: First C Program</vt:lpstr>
      <vt:lpstr>Functions</vt:lpstr>
      <vt:lpstr>Your First C Function</vt:lpstr>
      <vt:lpstr>Your First C Function</vt:lpstr>
      <vt:lpstr>Your First C Function</vt:lpstr>
      <vt:lpstr>Your First C Function</vt:lpstr>
      <vt:lpstr>Your First C Function</vt:lpstr>
      <vt:lpstr>Your First C Function</vt:lpstr>
      <vt:lpstr>Your First C Program</vt:lpstr>
      <vt:lpstr>Common Mistakes with Variables (1/2)</vt:lpstr>
      <vt:lpstr>Common Mistakes with Variables (2/2)</vt:lpstr>
      <vt:lpstr>Self-defined Functions</vt:lpstr>
      <vt:lpstr>Functions from the Math Library</vt:lpstr>
      <vt:lpstr>Your First C Program (Redux)</vt:lpstr>
      <vt:lpstr>Your First C Program (Redux)</vt:lpstr>
      <vt:lpstr>Your First C Program (Redux)</vt:lpstr>
      <vt:lpstr>PowerPoint Presentation</vt:lpstr>
      <vt:lpstr>Unit 6: The CS1010 I/O Library</vt:lpstr>
      <vt:lpstr>Input / Output</vt:lpstr>
      <vt:lpstr>Input / Output</vt:lpstr>
      <vt:lpstr>CS1010 I/O Library</vt:lpstr>
      <vt:lpstr>CS1010 I/O Library</vt:lpstr>
      <vt:lpstr>CS1010 I/O Library</vt:lpstr>
      <vt:lpstr>CS1010 I/O Library</vt:lpstr>
      <vt:lpstr>PowerPoint Presentation</vt:lpstr>
      <vt:lpstr>Unit 7: Arithmetic Computations</vt:lpstr>
      <vt:lpstr>The Basics</vt:lpstr>
      <vt:lpstr>The Basics</vt:lpstr>
      <vt:lpstr>Compound Operator</vt:lpstr>
      <vt:lpstr>Common Mistakes</vt:lpstr>
      <vt:lpstr>Pop Quiz</vt:lpstr>
      <vt:lpstr>Putting All These Together</vt:lpstr>
      <vt:lpstr>Problem Solving Techniques</vt:lpstr>
      <vt:lpstr>Problem Solving Techniques</vt:lpstr>
      <vt:lpstr>Problem Solving Techniques</vt:lpstr>
      <vt:lpstr>List of C Features Banned in CS1010</vt:lpstr>
      <vt:lpstr>Homework</vt:lpstr>
      <vt:lpstr>PE0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1541</cp:revision>
  <cp:lastPrinted>2014-06-20T04:24:53Z</cp:lastPrinted>
  <dcterms:created xsi:type="dcterms:W3CDTF">1998-09-05T15:03:32Z</dcterms:created>
  <dcterms:modified xsi:type="dcterms:W3CDTF">2026-01-27T03:45:13Z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