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>
  <p:sldMasterIdLst>
    <p:sldMasterId id="2147485087" r:id="rId1"/>
  </p:sldMasterIdLst>
  <p:notesMasterIdLst>
    <p:notesMasterId r:id="rId16"/>
  </p:notesMasterIdLst>
  <p:handoutMasterIdLst>
    <p:handoutMasterId r:id="rId17"/>
  </p:handoutMasterIdLst>
  <p:sldIdLst>
    <p:sldId id="256" r:id="rId2"/>
    <p:sldId id="600" r:id="rId3"/>
    <p:sldId id="564" r:id="rId4"/>
    <p:sldId id="590" r:id="rId5"/>
    <p:sldId id="594" r:id="rId6"/>
    <p:sldId id="595" r:id="rId7"/>
    <p:sldId id="598" r:id="rId8"/>
    <p:sldId id="553" r:id="rId9"/>
    <p:sldId id="599" r:id="rId10"/>
    <p:sldId id="596" r:id="rId11"/>
    <p:sldId id="559" r:id="rId12"/>
    <p:sldId id="560" r:id="rId13"/>
    <p:sldId id="601" r:id="rId14"/>
    <p:sldId id="525" r:id="rId15"/>
  </p:sldIdLst>
  <p:sldSz cx="9144000" cy="6858000" type="screen4x3"/>
  <p:notesSz cx="7010400" cy="92964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929">
          <p15:clr>
            <a:srgbClr val="A4A3A4"/>
          </p15:clr>
        </p15:guide>
        <p15:guide id="2" pos="2209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0066FF"/>
    <a:srgbClr val="006600"/>
    <a:srgbClr val="FFFF99"/>
    <a:srgbClr val="CCFFCC"/>
    <a:srgbClr val="000099"/>
    <a:srgbClr val="FF3300"/>
    <a:srgbClr val="000000"/>
    <a:srgbClr val="FE8D6E"/>
    <a:srgbClr val="91F67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1E908F2-F33B-4F3A-A158-1BC16994A8AF}" v="444" dt="2026-02-19T02:14:44.06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9" d="100"/>
          <a:sy n="99" d="100"/>
        </p:scale>
        <p:origin x="1944" y="7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>
        <p:guide orient="horz" pos="2929"/>
        <p:guide pos="2209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hao Jin" userId="cd05a825-544c-438a-9ba1-08e63db50b47" providerId="ADAL" clId="{5DF3A229-1965-414E-AF54-F4C37AC7DF68}"/>
    <pc:docChg chg="undo custSel addSld delSld modSld sldOrd">
      <pc:chgData name="Zhao Jin" userId="cd05a825-544c-438a-9ba1-08e63db50b47" providerId="ADAL" clId="{5DF3A229-1965-414E-AF54-F4C37AC7DF68}" dt="2026-02-19T03:18:41.838" v="626" actId="166"/>
      <pc:docMkLst>
        <pc:docMk/>
      </pc:docMkLst>
      <pc:sldChg chg="modSp mod">
        <pc:chgData name="Zhao Jin" userId="cd05a825-544c-438a-9ba1-08e63db50b47" providerId="ADAL" clId="{5DF3A229-1965-414E-AF54-F4C37AC7DF68}" dt="2026-02-19T03:18:41.838" v="626" actId="166"/>
        <pc:sldMkLst>
          <pc:docMk/>
          <pc:sldMk cId="754083244" sldId="553"/>
        </pc:sldMkLst>
        <pc:spChg chg="ord">
          <ac:chgData name="Zhao Jin" userId="cd05a825-544c-438a-9ba1-08e63db50b47" providerId="ADAL" clId="{5DF3A229-1965-414E-AF54-F4C37AC7DF68}" dt="2026-02-19T03:18:41.838" v="626" actId="166"/>
          <ac:spMkLst>
            <pc:docMk/>
            <pc:sldMk cId="754083244" sldId="553"/>
            <ac:spMk id="84" creationId="{DE7127C1-D47B-3069-6716-AFCD1F6541DA}"/>
          </ac:spMkLst>
        </pc:spChg>
        <pc:picChg chg="mod">
          <ac:chgData name="Zhao Jin" userId="cd05a825-544c-438a-9ba1-08e63db50b47" providerId="ADAL" clId="{5DF3A229-1965-414E-AF54-F4C37AC7DF68}" dt="2026-02-19T03:09:30.644" v="625" actId="1076"/>
          <ac:picMkLst>
            <pc:docMk/>
            <pc:sldMk cId="754083244" sldId="553"/>
            <ac:picMk id="3" creationId="{168F5031-919A-B0D5-243B-A05F5BA81D97}"/>
          </ac:picMkLst>
        </pc:picChg>
      </pc:sldChg>
      <pc:sldChg chg="modSp">
        <pc:chgData name="Zhao Jin" userId="cd05a825-544c-438a-9ba1-08e63db50b47" providerId="ADAL" clId="{5DF3A229-1965-414E-AF54-F4C37AC7DF68}" dt="2026-02-19T02:14:21.570" v="555"/>
        <pc:sldMkLst>
          <pc:docMk/>
          <pc:sldMk cId="1971208294" sldId="560"/>
        </pc:sldMkLst>
        <pc:spChg chg="mod">
          <ac:chgData name="Zhao Jin" userId="cd05a825-544c-438a-9ba1-08e63db50b47" providerId="ADAL" clId="{5DF3A229-1965-414E-AF54-F4C37AC7DF68}" dt="2026-02-19T02:14:21.570" v="555"/>
          <ac:spMkLst>
            <pc:docMk/>
            <pc:sldMk cId="1971208294" sldId="560"/>
            <ac:spMk id="30" creationId="{C70A47A0-816F-405E-B986-DCD3BF78F602}"/>
          </ac:spMkLst>
        </pc:spChg>
      </pc:sldChg>
      <pc:sldChg chg="addSp modSp mod addAnim delAnim modAnim">
        <pc:chgData name="Zhao Jin" userId="cd05a825-544c-438a-9ba1-08e63db50b47" providerId="ADAL" clId="{5DF3A229-1965-414E-AF54-F4C37AC7DF68}" dt="2026-02-19T02:04:33.717" v="369"/>
        <pc:sldMkLst>
          <pc:docMk/>
          <pc:sldMk cId="894186310" sldId="564"/>
        </pc:sldMkLst>
        <pc:spChg chg="mod">
          <ac:chgData name="Zhao Jin" userId="cd05a825-544c-438a-9ba1-08e63db50b47" providerId="ADAL" clId="{5DF3A229-1965-414E-AF54-F4C37AC7DF68}" dt="2026-02-19T02:03:55.223" v="360" actId="14100"/>
          <ac:spMkLst>
            <pc:docMk/>
            <pc:sldMk cId="894186310" sldId="564"/>
            <ac:spMk id="8" creationId="{A1FCBF0D-2794-4D66-A616-CF3267CF45BD}"/>
          </ac:spMkLst>
        </pc:spChg>
        <pc:spChg chg="add mod">
          <ac:chgData name="Zhao Jin" userId="cd05a825-544c-438a-9ba1-08e63db50b47" providerId="ADAL" clId="{5DF3A229-1965-414E-AF54-F4C37AC7DF68}" dt="2026-02-19T02:04:11.729" v="363" actId="14100"/>
          <ac:spMkLst>
            <pc:docMk/>
            <pc:sldMk cId="894186310" sldId="564"/>
            <ac:spMk id="13" creationId="{D8ECA080-77EC-ED31-EDAD-EA7647E60848}"/>
          </ac:spMkLst>
        </pc:spChg>
      </pc:sldChg>
      <pc:sldChg chg="modSp mod">
        <pc:chgData name="Zhao Jin" userId="cd05a825-544c-438a-9ba1-08e63db50b47" providerId="ADAL" clId="{5DF3A229-1965-414E-AF54-F4C37AC7DF68}" dt="2026-02-19T02:05:21.554" v="376" actId="20577"/>
        <pc:sldMkLst>
          <pc:docMk/>
          <pc:sldMk cId="4156536479" sldId="590"/>
        </pc:sldMkLst>
        <pc:spChg chg="mod">
          <ac:chgData name="Zhao Jin" userId="cd05a825-544c-438a-9ba1-08e63db50b47" providerId="ADAL" clId="{5DF3A229-1965-414E-AF54-F4C37AC7DF68}" dt="2026-02-19T02:05:21.554" v="376" actId="20577"/>
          <ac:spMkLst>
            <pc:docMk/>
            <pc:sldMk cId="4156536479" sldId="590"/>
            <ac:spMk id="14" creationId="{AB42F3A3-1E2A-4EB8-0579-1D9E2B99FF19}"/>
          </ac:spMkLst>
        </pc:spChg>
      </pc:sldChg>
      <pc:sldChg chg="addSp modSp mod modAnim">
        <pc:chgData name="Zhao Jin" userId="cd05a825-544c-438a-9ba1-08e63db50b47" providerId="ADAL" clId="{5DF3A229-1965-414E-AF54-F4C37AC7DF68}" dt="2026-02-19T02:08:48.703" v="450" actId="1035"/>
        <pc:sldMkLst>
          <pc:docMk/>
          <pc:sldMk cId="2217225800" sldId="594"/>
        </pc:sldMkLst>
        <pc:spChg chg="mod">
          <ac:chgData name="Zhao Jin" userId="cd05a825-544c-438a-9ba1-08e63db50b47" providerId="ADAL" clId="{5DF3A229-1965-414E-AF54-F4C37AC7DF68}" dt="2026-02-19T02:07:23.873" v="417" actId="1076"/>
          <ac:spMkLst>
            <pc:docMk/>
            <pc:sldMk cId="2217225800" sldId="594"/>
            <ac:spMk id="5" creationId="{96764095-ECC1-81BB-927A-FEA0F3560230}"/>
          </ac:spMkLst>
        </pc:spChg>
        <pc:spChg chg="mod">
          <ac:chgData name="Zhao Jin" userId="cd05a825-544c-438a-9ba1-08e63db50b47" providerId="ADAL" clId="{5DF3A229-1965-414E-AF54-F4C37AC7DF68}" dt="2026-02-19T02:06:50.137" v="409" actId="20577"/>
          <ac:spMkLst>
            <pc:docMk/>
            <pc:sldMk cId="2217225800" sldId="594"/>
            <ac:spMk id="7" creationId="{8466762E-440B-4DD1-C623-26FB48373B19}"/>
          </ac:spMkLst>
        </pc:spChg>
        <pc:spChg chg="add mod">
          <ac:chgData name="Zhao Jin" userId="cd05a825-544c-438a-9ba1-08e63db50b47" providerId="ADAL" clId="{5DF3A229-1965-414E-AF54-F4C37AC7DF68}" dt="2026-02-19T01:58:26.569" v="15" actId="1076"/>
          <ac:spMkLst>
            <pc:docMk/>
            <pc:sldMk cId="2217225800" sldId="594"/>
            <ac:spMk id="13" creationId="{637AB6EC-646B-CEC1-70C8-D910CFCA1E9D}"/>
          </ac:spMkLst>
        </pc:spChg>
        <pc:spChg chg="add mod">
          <ac:chgData name="Zhao Jin" userId="cd05a825-544c-438a-9ba1-08e63db50b47" providerId="ADAL" clId="{5DF3A229-1965-414E-AF54-F4C37AC7DF68}" dt="2026-02-19T02:08:48.703" v="450" actId="1035"/>
          <ac:spMkLst>
            <pc:docMk/>
            <pc:sldMk cId="2217225800" sldId="594"/>
            <ac:spMk id="14" creationId="{DA4F1798-3A4D-274F-ECA2-C924F1E21C34}"/>
          </ac:spMkLst>
        </pc:spChg>
      </pc:sldChg>
      <pc:sldChg chg="addSp modSp mod modAnim">
        <pc:chgData name="Zhao Jin" userId="cd05a825-544c-438a-9ba1-08e63db50b47" providerId="ADAL" clId="{5DF3A229-1965-414E-AF54-F4C37AC7DF68}" dt="2026-02-19T02:08:53.678" v="451" actId="1076"/>
        <pc:sldMkLst>
          <pc:docMk/>
          <pc:sldMk cId="2419983458" sldId="595"/>
        </pc:sldMkLst>
        <pc:spChg chg="add mod">
          <ac:chgData name="Zhao Jin" userId="cd05a825-544c-438a-9ba1-08e63db50b47" providerId="ADAL" clId="{5DF3A229-1965-414E-AF54-F4C37AC7DF68}" dt="2026-02-19T02:08:10.804" v="438" actId="1038"/>
          <ac:spMkLst>
            <pc:docMk/>
            <pc:sldMk cId="2419983458" sldId="595"/>
            <ac:spMk id="4" creationId="{087A29BC-0AE0-4875-C161-9E4163B51293}"/>
          </ac:spMkLst>
        </pc:spChg>
        <pc:spChg chg="mod">
          <ac:chgData name="Zhao Jin" userId="cd05a825-544c-438a-9ba1-08e63db50b47" providerId="ADAL" clId="{5DF3A229-1965-414E-AF54-F4C37AC7DF68}" dt="2026-02-19T02:08:53.678" v="451" actId="1076"/>
          <ac:spMkLst>
            <pc:docMk/>
            <pc:sldMk cId="2419983458" sldId="595"/>
            <ac:spMk id="7" creationId="{914742EF-9974-FFB1-220A-1C02DB863F38}"/>
          </ac:spMkLst>
        </pc:spChg>
        <pc:spChg chg="mod">
          <ac:chgData name="Zhao Jin" userId="cd05a825-544c-438a-9ba1-08e63db50b47" providerId="ADAL" clId="{5DF3A229-1965-414E-AF54-F4C37AC7DF68}" dt="2026-02-19T02:08:10.804" v="438" actId="1038"/>
          <ac:spMkLst>
            <pc:docMk/>
            <pc:sldMk cId="2419983458" sldId="595"/>
            <ac:spMk id="9" creationId="{340053C9-8C8A-861A-1422-540F6920CE6B}"/>
          </ac:spMkLst>
        </pc:spChg>
      </pc:sldChg>
      <pc:sldChg chg="modSp mod">
        <pc:chgData name="Zhao Jin" userId="cd05a825-544c-438a-9ba1-08e63db50b47" providerId="ADAL" clId="{5DF3A229-1965-414E-AF54-F4C37AC7DF68}" dt="2026-02-19T02:11:36.738" v="545" actId="404"/>
        <pc:sldMkLst>
          <pc:docMk/>
          <pc:sldMk cId="2725745500" sldId="596"/>
        </pc:sldMkLst>
        <pc:spChg chg="mod">
          <ac:chgData name="Zhao Jin" userId="cd05a825-544c-438a-9ba1-08e63db50b47" providerId="ADAL" clId="{5DF3A229-1965-414E-AF54-F4C37AC7DF68}" dt="2026-02-19T02:11:36.738" v="545" actId="404"/>
          <ac:spMkLst>
            <pc:docMk/>
            <pc:sldMk cId="2725745500" sldId="596"/>
            <ac:spMk id="4" creationId="{26723C98-69C4-3B3F-C287-FE82E0FE863C}"/>
          </ac:spMkLst>
        </pc:spChg>
      </pc:sldChg>
      <pc:sldChg chg="addSp modSp mod modAnim">
        <pc:chgData name="Zhao Jin" userId="cd05a825-544c-438a-9ba1-08e63db50b47" providerId="ADAL" clId="{5DF3A229-1965-414E-AF54-F4C37AC7DF68}" dt="2026-02-19T02:10:09.596" v="544" actId="20577"/>
        <pc:sldMkLst>
          <pc:docMk/>
          <pc:sldMk cId="1633453151" sldId="598"/>
        </pc:sldMkLst>
        <pc:spChg chg="add mod">
          <ac:chgData name="Zhao Jin" userId="cd05a825-544c-438a-9ba1-08e63db50b47" providerId="ADAL" clId="{5DF3A229-1965-414E-AF54-F4C37AC7DF68}" dt="2026-02-19T02:10:09.596" v="544" actId="20577"/>
          <ac:spMkLst>
            <pc:docMk/>
            <pc:sldMk cId="1633453151" sldId="598"/>
            <ac:spMk id="19" creationId="{7CF24EDF-AE56-004F-78AA-8B580A7E712A}"/>
          </ac:spMkLst>
        </pc:spChg>
      </pc:sldChg>
      <pc:sldChg chg="add del">
        <pc:chgData name="Zhao Jin" userId="cd05a825-544c-438a-9ba1-08e63db50b47" providerId="ADAL" clId="{5DF3A229-1965-414E-AF54-F4C37AC7DF68}" dt="2026-02-19T01:58:07.361" v="11"/>
        <pc:sldMkLst>
          <pc:docMk/>
          <pc:sldMk cId="1668399985" sldId="600"/>
        </pc:sldMkLst>
      </pc:sldChg>
      <pc:sldChg chg="addSp delSp modSp add del mod ord delAnim modAnim">
        <pc:chgData name="Zhao Jin" userId="cd05a825-544c-438a-9ba1-08e63db50b47" providerId="ADAL" clId="{5DF3A229-1965-414E-AF54-F4C37AC7DF68}" dt="2026-02-19T02:03:20.188" v="325" actId="20577"/>
        <pc:sldMkLst>
          <pc:docMk/>
          <pc:sldMk cId="2557015388" sldId="600"/>
        </pc:sldMkLst>
        <pc:spChg chg="del">
          <ac:chgData name="Zhao Jin" userId="cd05a825-544c-438a-9ba1-08e63db50b47" providerId="ADAL" clId="{5DF3A229-1965-414E-AF54-F4C37AC7DF68}" dt="2026-02-19T02:00:24.182" v="20" actId="478"/>
          <ac:spMkLst>
            <pc:docMk/>
            <pc:sldMk cId="2557015388" sldId="600"/>
            <ac:spMk id="8" creationId="{343C1275-6F4D-04C7-9364-99E1F8DC26EE}"/>
          </ac:spMkLst>
        </pc:spChg>
        <pc:spChg chg="del">
          <ac:chgData name="Zhao Jin" userId="cd05a825-544c-438a-9ba1-08e63db50b47" providerId="ADAL" clId="{5DF3A229-1965-414E-AF54-F4C37AC7DF68}" dt="2026-02-19T02:00:24.182" v="20" actId="478"/>
          <ac:spMkLst>
            <pc:docMk/>
            <pc:sldMk cId="2557015388" sldId="600"/>
            <ac:spMk id="11" creationId="{CB6EFE3F-359E-D4AE-3126-71D3FB7D1072}"/>
          </ac:spMkLst>
        </pc:spChg>
        <pc:spChg chg="add mod">
          <ac:chgData name="Zhao Jin" userId="cd05a825-544c-438a-9ba1-08e63db50b47" providerId="ADAL" clId="{5DF3A229-1965-414E-AF54-F4C37AC7DF68}" dt="2026-02-19T02:03:20.188" v="325" actId="20577"/>
          <ac:spMkLst>
            <pc:docMk/>
            <pc:sldMk cId="2557015388" sldId="600"/>
            <ac:spMk id="13" creationId="{B8CB9B6F-4A1B-448C-A7C4-6DDCEE110527}"/>
          </ac:spMkLst>
        </pc:spChg>
        <pc:graphicFrameChg chg="del">
          <ac:chgData name="Zhao Jin" userId="cd05a825-544c-438a-9ba1-08e63db50b47" providerId="ADAL" clId="{5DF3A229-1965-414E-AF54-F4C37AC7DF68}" dt="2026-02-19T02:00:25.438" v="21" actId="478"/>
          <ac:graphicFrameMkLst>
            <pc:docMk/>
            <pc:sldMk cId="2557015388" sldId="600"/>
            <ac:graphicFrameMk id="10" creationId="{FCBB0491-1647-BA70-1C55-B13089CB342C}"/>
          </ac:graphicFrameMkLst>
        </pc:graphicFrameChg>
      </pc:sldChg>
      <pc:sldChg chg="addSp delSp modSp add mod modAnim">
        <pc:chgData name="Zhao Jin" userId="cd05a825-544c-438a-9ba1-08e63db50b47" providerId="ADAL" clId="{5DF3A229-1965-414E-AF54-F4C37AC7DF68}" dt="2026-02-19T02:15:08.223" v="622" actId="20577"/>
        <pc:sldMkLst>
          <pc:docMk/>
          <pc:sldMk cId="176930075" sldId="601"/>
        </pc:sldMkLst>
        <pc:spChg chg="add mod">
          <ac:chgData name="Zhao Jin" userId="cd05a825-544c-438a-9ba1-08e63db50b47" providerId="ADAL" clId="{5DF3A229-1965-414E-AF54-F4C37AC7DF68}" dt="2026-02-19T02:14:03.126" v="551"/>
          <ac:spMkLst>
            <pc:docMk/>
            <pc:sldMk cId="176930075" sldId="601"/>
            <ac:spMk id="5" creationId="{ED3D5675-18B6-C995-834A-362D119F9357}"/>
          </ac:spMkLst>
        </pc:spChg>
        <pc:spChg chg="add del mod">
          <ac:chgData name="Zhao Jin" userId="cd05a825-544c-438a-9ba1-08e63db50b47" providerId="ADAL" clId="{5DF3A229-1965-414E-AF54-F4C37AC7DF68}" dt="2026-02-19T02:15:06.507" v="621" actId="478"/>
          <ac:spMkLst>
            <pc:docMk/>
            <pc:sldMk cId="176930075" sldId="601"/>
            <ac:spMk id="6" creationId="{DBBE75BF-B817-11AD-98C8-4F47AB3B35A5}"/>
          </ac:spMkLst>
        </pc:spChg>
        <pc:spChg chg="del">
          <ac:chgData name="Zhao Jin" userId="cd05a825-544c-438a-9ba1-08e63db50b47" providerId="ADAL" clId="{5DF3A229-1965-414E-AF54-F4C37AC7DF68}" dt="2026-02-19T02:14:01.985" v="550" actId="478"/>
          <ac:spMkLst>
            <pc:docMk/>
            <pc:sldMk cId="176930075" sldId="601"/>
            <ac:spMk id="8" creationId="{60840DA8-B5A4-C77E-8354-F727A8F38322}"/>
          </ac:spMkLst>
        </pc:spChg>
        <pc:spChg chg="del">
          <ac:chgData name="Zhao Jin" userId="cd05a825-544c-438a-9ba1-08e63db50b47" providerId="ADAL" clId="{5DF3A229-1965-414E-AF54-F4C37AC7DF68}" dt="2026-02-19T02:14:00.110" v="549" actId="478"/>
          <ac:spMkLst>
            <pc:docMk/>
            <pc:sldMk cId="176930075" sldId="601"/>
            <ac:spMk id="16" creationId="{49ABEA74-B8CE-87DB-6AA8-FA9F1559A3BF}"/>
          </ac:spMkLst>
        </pc:spChg>
        <pc:spChg chg="mod">
          <ac:chgData name="Zhao Jin" userId="cd05a825-544c-438a-9ba1-08e63db50b47" providerId="ADAL" clId="{5DF3A229-1965-414E-AF54-F4C37AC7DF68}" dt="2026-02-19T02:15:08.223" v="622" actId="20577"/>
          <ac:spMkLst>
            <pc:docMk/>
            <pc:sldMk cId="176930075" sldId="601"/>
            <ac:spMk id="30" creationId="{79041875-E4F1-B473-C9CD-3F2D27DC7409}"/>
          </ac:spMkLst>
        </pc:spChg>
      </pc:sldChg>
      <pc:sldChg chg="add del">
        <pc:chgData name="Zhao Jin" userId="cd05a825-544c-438a-9ba1-08e63db50b47" providerId="ADAL" clId="{5DF3A229-1965-414E-AF54-F4C37AC7DF68}" dt="2026-02-19T02:09:41.397" v="453"/>
        <pc:sldMkLst>
          <pc:docMk/>
          <pc:sldMk cId="350891436" sldId="601"/>
        </pc:sldMkLst>
      </pc:sldChg>
      <pc:sldChg chg="add del">
        <pc:chgData name="Zhao Jin" userId="cd05a825-544c-438a-9ba1-08e63db50b47" providerId="ADAL" clId="{5DF3A229-1965-414E-AF54-F4C37AC7DF68}" dt="2026-02-19T02:13:49.875" v="547"/>
        <pc:sldMkLst>
          <pc:docMk/>
          <pc:sldMk cId="2843935471" sldId="601"/>
        </pc:sldMkLst>
      </pc:sldChg>
    </pc:docChg>
  </pc:docChgLst>
  <pc:docChgLst>
    <pc:chgData name="Zhao Jin" userId="cd05a825-544c-438a-9ba1-08e63db50b47" providerId="ADAL" clId="{7346625B-7E8F-4E9B-A9F0-94C1DD70E907}"/>
    <pc:docChg chg="undo redo custSel modSld">
      <pc:chgData name="Zhao Jin" userId="cd05a825-544c-438a-9ba1-08e63db50b47" providerId="ADAL" clId="{7346625B-7E8F-4E9B-A9F0-94C1DD70E907}" dt="2026-02-09T08:44:26.051" v="359" actId="1076"/>
      <pc:docMkLst>
        <pc:docMk/>
      </pc:docMkLst>
      <pc:sldChg chg="addSp modSp mod addAnim delAnim modAnim">
        <pc:chgData name="Zhao Jin" userId="cd05a825-544c-438a-9ba1-08e63db50b47" providerId="ADAL" clId="{7346625B-7E8F-4E9B-A9F0-94C1DD70E907}" dt="2026-02-09T08:44:26.051" v="359" actId="1076"/>
        <pc:sldMkLst>
          <pc:docMk/>
          <pc:sldMk cId="1633453151" sldId="598"/>
        </pc:sldMkLst>
        <pc:spChg chg="mod">
          <ac:chgData name="Zhao Jin" userId="cd05a825-544c-438a-9ba1-08e63db50b47" providerId="ADAL" clId="{7346625B-7E8F-4E9B-A9F0-94C1DD70E907}" dt="2026-02-09T08:36:13.082" v="139" actId="14100"/>
          <ac:spMkLst>
            <pc:docMk/>
            <pc:sldMk cId="1633453151" sldId="598"/>
            <ac:spMk id="4" creationId="{EB996B53-68CE-249A-B9DB-AA73CDB6ED15}"/>
          </ac:spMkLst>
        </pc:spChg>
        <pc:spChg chg="mod">
          <ac:chgData name="Zhao Jin" userId="cd05a825-544c-438a-9ba1-08e63db50b47" providerId="ADAL" clId="{7346625B-7E8F-4E9B-A9F0-94C1DD70E907}" dt="2026-02-09T08:37:58.124" v="199" actId="1035"/>
          <ac:spMkLst>
            <pc:docMk/>
            <pc:sldMk cId="1633453151" sldId="598"/>
            <ac:spMk id="5" creationId="{027CC6DA-0ACE-0521-BC97-E302FDB9DDAB}"/>
          </ac:spMkLst>
        </pc:spChg>
        <pc:spChg chg="mod">
          <ac:chgData name="Zhao Jin" userId="cd05a825-544c-438a-9ba1-08e63db50b47" providerId="ADAL" clId="{7346625B-7E8F-4E9B-A9F0-94C1DD70E907}" dt="2026-02-09T08:35:48.595" v="124" actId="14100"/>
          <ac:spMkLst>
            <pc:docMk/>
            <pc:sldMk cId="1633453151" sldId="598"/>
            <ac:spMk id="6" creationId="{D30103D3-66AB-9479-E898-08E79808DD1E}"/>
          </ac:spMkLst>
        </pc:spChg>
        <pc:spChg chg="mod">
          <ac:chgData name="Zhao Jin" userId="cd05a825-544c-438a-9ba1-08e63db50b47" providerId="ADAL" clId="{7346625B-7E8F-4E9B-A9F0-94C1DD70E907}" dt="2026-02-09T08:37:54.566" v="196" actId="1035"/>
          <ac:spMkLst>
            <pc:docMk/>
            <pc:sldMk cId="1633453151" sldId="598"/>
            <ac:spMk id="7" creationId="{90C82A96-EEED-4EF1-6646-10FA0A29916F}"/>
          </ac:spMkLst>
        </pc:spChg>
        <pc:spChg chg="mod">
          <ac:chgData name="Zhao Jin" userId="cd05a825-544c-438a-9ba1-08e63db50b47" providerId="ADAL" clId="{7346625B-7E8F-4E9B-A9F0-94C1DD70E907}" dt="2026-02-09T08:38:06.494" v="200" actId="14100"/>
          <ac:spMkLst>
            <pc:docMk/>
            <pc:sldMk cId="1633453151" sldId="598"/>
            <ac:spMk id="8" creationId="{E008AA8D-6102-0716-0DFC-62D55A5FE2C8}"/>
          </ac:spMkLst>
        </pc:spChg>
        <pc:spChg chg="mod">
          <ac:chgData name="Zhao Jin" userId="cd05a825-544c-438a-9ba1-08e63db50b47" providerId="ADAL" clId="{7346625B-7E8F-4E9B-A9F0-94C1DD70E907}" dt="2026-02-09T08:38:10.865" v="201" actId="14100"/>
          <ac:spMkLst>
            <pc:docMk/>
            <pc:sldMk cId="1633453151" sldId="598"/>
            <ac:spMk id="10" creationId="{4557A25F-A34B-3AC9-111F-A868ED715E25}"/>
          </ac:spMkLst>
        </pc:spChg>
        <pc:spChg chg="mod">
          <ac:chgData name="Zhao Jin" userId="cd05a825-544c-438a-9ba1-08e63db50b47" providerId="ADAL" clId="{7346625B-7E8F-4E9B-A9F0-94C1DD70E907}" dt="2026-02-09T08:43:51.798" v="348" actId="1076"/>
          <ac:spMkLst>
            <pc:docMk/>
            <pc:sldMk cId="1633453151" sldId="598"/>
            <ac:spMk id="11" creationId="{1854E98B-C083-8FAE-3DE9-BB80AFDFFFD5}"/>
          </ac:spMkLst>
        </pc:spChg>
        <pc:spChg chg="mod">
          <ac:chgData name="Zhao Jin" userId="cd05a825-544c-438a-9ba1-08e63db50b47" providerId="ADAL" clId="{7346625B-7E8F-4E9B-A9F0-94C1DD70E907}" dt="2026-02-09T08:44:04.747" v="351" actId="1076"/>
          <ac:spMkLst>
            <pc:docMk/>
            <pc:sldMk cId="1633453151" sldId="598"/>
            <ac:spMk id="12" creationId="{51E4E273-CBF4-CD3E-2464-AACAFBC0C446}"/>
          </ac:spMkLst>
        </pc:spChg>
        <pc:spChg chg="mod">
          <ac:chgData name="Zhao Jin" userId="cd05a825-544c-438a-9ba1-08e63db50b47" providerId="ADAL" clId="{7346625B-7E8F-4E9B-A9F0-94C1DD70E907}" dt="2026-02-09T08:44:04.747" v="351" actId="1076"/>
          <ac:spMkLst>
            <pc:docMk/>
            <pc:sldMk cId="1633453151" sldId="598"/>
            <ac:spMk id="13" creationId="{4088F2C5-4B1F-FA0E-2AAB-6B96227C377D}"/>
          </ac:spMkLst>
        </pc:spChg>
        <pc:spChg chg="mod">
          <ac:chgData name="Zhao Jin" userId="cd05a825-544c-438a-9ba1-08e63db50b47" providerId="ADAL" clId="{7346625B-7E8F-4E9B-A9F0-94C1DD70E907}" dt="2026-02-09T08:44:04.747" v="351" actId="1076"/>
          <ac:spMkLst>
            <pc:docMk/>
            <pc:sldMk cId="1633453151" sldId="598"/>
            <ac:spMk id="15" creationId="{0CC7E5B5-BC83-9AA3-E9C4-A4FD3D7BF949}"/>
          </ac:spMkLst>
        </pc:spChg>
        <pc:spChg chg="add mod">
          <ac:chgData name="Zhao Jin" userId="cd05a825-544c-438a-9ba1-08e63db50b47" providerId="ADAL" clId="{7346625B-7E8F-4E9B-A9F0-94C1DD70E907}" dt="2026-02-09T08:44:12.016" v="356" actId="1035"/>
          <ac:spMkLst>
            <pc:docMk/>
            <pc:sldMk cId="1633453151" sldId="598"/>
            <ac:spMk id="16" creationId="{901551B2-570F-B3AA-FC1E-2B2DE6FB3AE7}"/>
          </ac:spMkLst>
        </pc:spChg>
        <pc:spChg chg="add mod">
          <ac:chgData name="Zhao Jin" userId="cd05a825-544c-438a-9ba1-08e63db50b47" providerId="ADAL" clId="{7346625B-7E8F-4E9B-A9F0-94C1DD70E907}" dt="2026-02-09T08:44:21.540" v="357" actId="1076"/>
          <ac:spMkLst>
            <pc:docMk/>
            <pc:sldMk cId="1633453151" sldId="598"/>
            <ac:spMk id="17" creationId="{BEA3ED81-D2B3-5747-F6CC-5E50BB519B81}"/>
          </ac:spMkLst>
        </pc:spChg>
        <pc:spChg chg="add mod">
          <ac:chgData name="Zhao Jin" userId="cd05a825-544c-438a-9ba1-08e63db50b47" providerId="ADAL" clId="{7346625B-7E8F-4E9B-A9F0-94C1DD70E907}" dt="2026-02-09T08:44:26.051" v="359" actId="1076"/>
          <ac:spMkLst>
            <pc:docMk/>
            <pc:sldMk cId="1633453151" sldId="598"/>
            <ac:spMk id="18" creationId="{9DA3F100-3F4C-A5F9-4463-6416F8481C9B}"/>
          </ac:spMkLst>
        </pc:spChg>
        <pc:graphicFrameChg chg="mod modGraphic">
          <ac:chgData name="Zhao Jin" userId="cd05a825-544c-438a-9ba1-08e63db50b47" providerId="ADAL" clId="{7346625B-7E8F-4E9B-A9F0-94C1DD70E907}" dt="2026-02-09T08:43:43.762" v="347" actId="20577"/>
          <ac:graphicFrameMkLst>
            <pc:docMk/>
            <pc:sldMk cId="1633453151" sldId="598"/>
            <ac:graphicFrameMk id="9" creationId="{3C8F59A3-3A43-6307-9F11-C3386ED95AE0}"/>
          </ac:graphicFrameMkLst>
        </pc:graphicFrame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6" name="Rectangle 1026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5899" tIns="47949" rIns="95899" bIns="47949" numCol="1" anchor="t" anchorCtr="0" compatLnSpc="1">
            <a:prstTxWarp prst="textNoShape">
              <a:avLst/>
            </a:prstTxWarp>
          </a:bodyPr>
          <a:lstStyle>
            <a:lvl1pPr defTabSz="959358" eaLnBrk="0" hangingPunct="0">
              <a:defRPr sz="1300">
                <a:latin typeface="Times New Roman" pitchFamily="18" charset="0"/>
              </a:defRPr>
            </a:lvl1pPr>
          </a:lstStyle>
          <a:p>
            <a:pPr>
              <a:defRPr/>
            </a:pPr>
            <a:r>
              <a:rPr lang="en-GB">
                <a:latin typeface="+mn-lt"/>
              </a:rPr>
              <a:t>CS1010 Programming Methodology</a:t>
            </a:r>
          </a:p>
        </p:txBody>
      </p:sp>
      <p:sp>
        <p:nvSpPr>
          <p:cNvPr id="62467" name="Rectangle 1027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971614" y="0"/>
            <a:ext cx="3038786" cy="465341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5899" tIns="47949" rIns="95899" bIns="47949" numCol="1" anchor="t" anchorCtr="0" compatLnSpc="1">
            <a:prstTxWarp prst="textNoShape">
              <a:avLst/>
            </a:prstTxWarp>
          </a:bodyPr>
          <a:lstStyle>
            <a:lvl1pPr algn="r" defTabSz="959358" eaLnBrk="0" hangingPunct="0">
              <a:defRPr sz="130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62468" name="Rectangle 1028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831059"/>
            <a:ext cx="3038786" cy="465341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5899" tIns="47949" rIns="95899" bIns="47949" numCol="1" anchor="b" anchorCtr="0" compatLnSpc="1">
            <a:prstTxWarp prst="textNoShape">
              <a:avLst/>
            </a:prstTxWarp>
          </a:bodyPr>
          <a:lstStyle>
            <a:lvl1pPr defTabSz="959358" eaLnBrk="0" hangingPunct="0">
              <a:defRPr sz="130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62469" name="Rectangle 1029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971614" y="8831059"/>
            <a:ext cx="3038786" cy="465341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5899" tIns="47949" rIns="95899" bIns="47949" numCol="1" anchor="b" anchorCtr="0" compatLnSpc="1">
            <a:prstTxWarp prst="textNoShape">
              <a:avLst/>
            </a:prstTxWarp>
          </a:bodyPr>
          <a:lstStyle>
            <a:lvl1pPr algn="r" defTabSz="959358" eaLnBrk="0" hangingPunct="0">
              <a:defRPr sz="1300">
                <a:latin typeface="Times New Roman" pitchFamily="18" charset="0"/>
              </a:defRPr>
            </a:lvl1pPr>
          </a:lstStyle>
          <a:p>
            <a:pPr>
              <a:defRPr/>
            </a:pPr>
            <a:fld id="{A8128D1A-2CBE-4D8D-BBD3-EF7640D031AF}" type="slidenum">
              <a:rPr lang="en-GB"/>
              <a:pPr>
                <a:defRPr/>
              </a:pPr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813087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2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36167" y="4414043"/>
            <a:ext cx="5138067" cy="4185089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5899" tIns="47949" rIns="95899" bIns="4794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</a:p>
        </p:txBody>
      </p:sp>
      <p:sp>
        <p:nvSpPr>
          <p:cNvPr id="6042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831059"/>
            <a:ext cx="3038786" cy="465341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5899" tIns="47949" rIns="95899" bIns="47949" numCol="1" anchor="b" anchorCtr="0" compatLnSpc="1">
            <a:prstTxWarp prst="textNoShape">
              <a:avLst/>
            </a:prstTxWarp>
          </a:bodyPr>
          <a:lstStyle>
            <a:lvl1pPr defTabSz="959358" eaLnBrk="0" hangingPunct="0">
              <a:defRPr sz="130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6042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71614" y="8831059"/>
            <a:ext cx="3038786" cy="465341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5899" tIns="47949" rIns="95899" bIns="47949" numCol="1" anchor="b" anchorCtr="0" compatLnSpc="1">
            <a:prstTxWarp prst="textNoShape">
              <a:avLst/>
            </a:prstTxWarp>
          </a:bodyPr>
          <a:lstStyle>
            <a:lvl1pPr algn="r" defTabSz="959358" eaLnBrk="0" hangingPunct="0">
              <a:defRPr sz="1300">
                <a:latin typeface="Times New Roman" pitchFamily="18" charset="0"/>
              </a:defRPr>
            </a:lvl1pPr>
          </a:lstStyle>
          <a:p>
            <a:pPr>
              <a:defRPr/>
            </a:pPr>
            <a:fld id="{82D49F41-42BD-4A7F-84D4-B4F7E48B4FCD}" type="slidenum">
              <a:rPr lang="en-GB"/>
              <a:pPr>
                <a:defRPr/>
              </a:pPr>
              <a:t>‹#›</a:t>
            </a:fld>
            <a:endParaRPr lang="en-GB"/>
          </a:p>
        </p:txBody>
      </p:sp>
      <p:sp>
        <p:nvSpPr>
          <p:cNvPr id="8" name="Date Placeholder 7"/>
          <p:cNvSpPr>
            <a:spLocks noGrp="1"/>
          </p:cNvSpPr>
          <p:nvPr>
            <p:ph type="dt" idx="1"/>
          </p:nvPr>
        </p:nvSpPr>
        <p:spPr>
          <a:xfrm>
            <a:off x="3971614" y="0"/>
            <a:ext cx="3037117" cy="465341"/>
          </a:xfrm>
          <a:prstGeom prst="rect">
            <a:avLst/>
          </a:prstGeom>
        </p:spPr>
        <p:txBody>
          <a:bodyPr vert="horz" lIns="92098" tIns="46049" rIns="92098" bIns="46049" rtlCol="0"/>
          <a:lstStyle>
            <a:lvl1pPr algn="r">
              <a:defRPr sz="1200"/>
            </a:lvl1pPr>
          </a:lstStyle>
          <a:p>
            <a:pPr>
              <a:defRPr/>
            </a:pPr>
            <a:fld id="{0AF3AFD6-2BC0-4B1C-A3C8-8C3FEB1DB624}" type="datetimeFigureOut">
              <a:rPr lang="en-US"/>
              <a:pPr>
                <a:defRPr/>
              </a:pPr>
              <a:t>2/19/2026</a:t>
            </a:fld>
            <a:endParaRPr lang="en-US"/>
          </a:p>
        </p:txBody>
      </p:sp>
      <p:sp>
        <p:nvSpPr>
          <p:cNvPr id="9" name="Slide Image Placeholder 8"/>
          <p:cNvSpPr>
            <a:spLocks noGrp="1" noRot="1" noChangeAspect="1"/>
          </p:cNvSpPr>
          <p:nvPr>
            <p:ph type="sldImg" idx="2"/>
          </p:nvPr>
        </p:nvSpPr>
        <p:spPr>
          <a:xfrm>
            <a:off x="1181100" y="696913"/>
            <a:ext cx="4648200" cy="3486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11" name="Header Placeholder 10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117" cy="46534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r>
              <a:rPr lang="en-US"/>
              <a:t>CS1010 Programming  Methodology</a:t>
            </a:r>
          </a:p>
        </p:txBody>
      </p:sp>
    </p:spTree>
    <p:extLst>
      <p:ext uri="{BB962C8B-B14F-4D97-AF65-F5344CB8AC3E}">
        <p14:creationId xmlns:p14="http://schemas.microsoft.com/office/powerpoint/2010/main" val="1838096873"/>
      </p:ext>
    </p:extLst>
  </p:cSld>
  <p:clrMap bg1="lt1" tx1="dk1" bg2="lt2" tx2="dk2" accent1="accent1" accent2="accent2" accent3="accent3" accent4="accent4" accent5="accent5" accent6="accent6" hlink="hlink" folHlink="folHlink"/>
  <p:hf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3491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3492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 w="9525"/>
        </p:spPr>
        <p:txBody>
          <a:bodyPr/>
          <a:lstStyle/>
          <a:p>
            <a:pPr eaLnBrk="1" hangingPunct="1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207448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ED3A34-6382-D7F3-016F-BDE9755E0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>
            <a:extLst>
              <a:ext uri="{FF2B5EF4-FFF2-40B4-BE49-F238E27FC236}">
                <a16:creationId xmlns:a16="http://schemas.microsoft.com/office/drawing/2014/main" id="{C73F8E99-7602-282F-2247-1612436A1BBE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>
            <a:extLst>
              <a:ext uri="{FF2B5EF4-FFF2-40B4-BE49-F238E27FC236}">
                <a16:creationId xmlns:a16="http://schemas.microsoft.com/office/drawing/2014/main" id="{F994773D-AF61-4B36-51B4-926B3E9FFC3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>
            <a:extLst>
              <a:ext uri="{FF2B5EF4-FFF2-40B4-BE49-F238E27FC236}">
                <a16:creationId xmlns:a16="http://schemas.microsoft.com/office/drawing/2014/main" id="{30350EA1-87D9-FD7F-4F0D-B479F3A9F6E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85469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11080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1650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204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10529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EE011F-FB9D-E444-136C-A614BE056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>
            <a:extLst>
              <a:ext uri="{FF2B5EF4-FFF2-40B4-BE49-F238E27FC236}">
                <a16:creationId xmlns:a16="http://schemas.microsoft.com/office/drawing/2014/main" id="{8FB003C7-1213-1B16-A780-E6C6D7D12057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>
            <a:extLst>
              <a:ext uri="{FF2B5EF4-FFF2-40B4-BE49-F238E27FC236}">
                <a16:creationId xmlns:a16="http://schemas.microsoft.com/office/drawing/2014/main" id="{852423C2-9FB8-6DB3-F891-00CA37BE1AA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>
            <a:extLst>
              <a:ext uri="{FF2B5EF4-FFF2-40B4-BE49-F238E27FC236}">
                <a16:creationId xmlns:a16="http://schemas.microsoft.com/office/drawing/2014/main" id="{57E122D0-009E-05CD-5598-CB2E77B4BA1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6017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B71E3-4750-1097-0D04-16F4B032A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>
            <a:extLst>
              <a:ext uri="{FF2B5EF4-FFF2-40B4-BE49-F238E27FC236}">
                <a16:creationId xmlns:a16="http://schemas.microsoft.com/office/drawing/2014/main" id="{89F3F73B-5D1C-3309-CEEF-11D8BE9E2640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>
            <a:extLst>
              <a:ext uri="{FF2B5EF4-FFF2-40B4-BE49-F238E27FC236}">
                <a16:creationId xmlns:a16="http://schemas.microsoft.com/office/drawing/2014/main" id="{C49E3228-B347-B7E9-58A2-FDFDF8B1150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>
            <a:extLst>
              <a:ext uri="{FF2B5EF4-FFF2-40B4-BE49-F238E27FC236}">
                <a16:creationId xmlns:a16="http://schemas.microsoft.com/office/drawing/2014/main" id="{EAA1D694-C883-C10B-70F4-4E3E4451186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63989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70C7B7-EE2E-7079-6708-53B4628DF5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>
            <a:extLst>
              <a:ext uri="{FF2B5EF4-FFF2-40B4-BE49-F238E27FC236}">
                <a16:creationId xmlns:a16="http://schemas.microsoft.com/office/drawing/2014/main" id="{641D2D89-C52C-DB9B-D1A1-197200D1ACF9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>
            <a:extLst>
              <a:ext uri="{FF2B5EF4-FFF2-40B4-BE49-F238E27FC236}">
                <a16:creationId xmlns:a16="http://schemas.microsoft.com/office/drawing/2014/main" id="{F09494F0-41BA-ED96-D023-84DBD4F2175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>
            <a:extLst>
              <a:ext uri="{FF2B5EF4-FFF2-40B4-BE49-F238E27FC236}">
                <a16:creationId xmlns:a16="http://schemas.microsoft.com/office/drawing/2014/main" id="{BD659850-2A8C-A00A-98A6-9AB461BF464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00870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066A83-AE3F-653C-E1A7-AE8A66F5C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>
            <a:extLst>
              <a:ext uri="{FF2B5EF4-FFF2-40B4-BE49-F238E27FC236}">
                <a16:creationId xmlns:a16="http://schemas.microsoft.com/office/drawing/2014/main" id="{924F68F1-3307-B5CF-4772-0C67F4BBC756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>
            <a:extLst>
              <a:ext uri="{FF2B5EF4-FFF2-40B4-BE49-F238E27FC236}">
                <a16:creationId xmlns:a16="http://schemas.microsoft.com/office/drawing/2014/main" id="{6ECBECA6-BE38-9CF2-D51D-09130FC5964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>
            <a:extLst>
              <a:ext uri="{FF2B5EF4-FFF2-40B4-BE49-F238E27FC236}">
                <a16:creationId xmlns:a16="http://schemas.microsoft.com/office/drawing/2014/main" id="{288D3BD4-4661-D09E-4B41-26E39B64A01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784365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453220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00396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16FFBB-22DD-A021-3D19-6D572CC1CB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>
            <a:extLst>
              <a:ext uri="{FF2B5EF4-FFF2-40B4-BE49-F238E27FC236}">
                <a16:creationId xmlns:a16="http://schemas.microsoft.com/office/drawing/2014/main" id="{2FD13868-67B4-1CFC-C965-AC69B353CA76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>
            <a:extLst>
              <a:ext uri="{FF2B5EF4-FFF2-40B4-BE49-F238E27FC236}">
                <a16:creationId xmlns:a16="http://schemas.microsoft.com/office/drawing/2014/main" id="{5056963C-8017-EF17-4CC3-C078C9FABE4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>
            <a:extLst>
              <a:ext uri="{FF2B5EF4-FFF2-40B4-BE49-F238E27FC236}">
                <a16:creationId xmlns:a16="http://schemas.microsoft.com/office/drawing/2014/main" id="{40FF6C2E-79DE-070F-FC12-A3FD5BD48D9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48692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747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7475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 w="9525"/>
        </p:spPr>
        <p:txBody>
          <a:bodyPr/>
          <a:lstStyle/>
          <a:p>
            <a:pPr eaLnBrk="1" hangingPunct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0522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371600"/>
            <a:ext cx="7848600" cy="1927225"/>
          </a:xfrm>
        </p:spPr>
        <p:txBody>
          <a:bodyPr anchor="b">
            <a:no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5800" y="3505200"/>
            <a:ext cx="6400800" cy="1752600"/>
          </a:xfrm>
        </p:spPr>
        <p:txBody>
          <a:bodyPr/>
          <a:lstStyle>
            <a:lvl1pPr marL="0" indent="0" algn="l"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[35cce793-99a6-4f28-9e1a-625ba96e3db4]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/>
              <a:t>CS1010: Programming Methodology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0"/>
            </a:lvl1pPr>
          </a:lstStyle>
          <a:p>
            <a:pPr>
              <a:defRPr/>
            </a:pPr>
            <a:r>
              <a:rPr lang="en-US"/>
              <a:t>Week5R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>
            <a:off x="685800" y="3398520"/>
            <a:ext cx="7848600" cy="1588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/>
              <a:t>CS1010: Programming Methodology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200" b="0"/>
            </a:lvl1pPr>
          </a:lstStyle>
          <a:p>
            <a:pPr>
              <a:defRPr/>
            </a:pPr>
            <a:r>
              <a:rPr lang="en-US"/>
              <a:t>Week5R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2362200"/>
            <a:ext cx="7772400" cy="2200275"/>
          </a:xfrm>
        </p:spPr>
        <p:txBody>
          <a:bodyPr anchor="b">
            <a:normAutofit/>
          </a:bodyPr>
          <a:lstStyle>
            <a:lvl1pPr algn="l">
              <a:defRPr sz="4800" b="0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4626864"/>
            <a:ext cx="7772400" cy="1500187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/>
              <a:t>CS1010: Programming Methodology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200" b="0"/>
            </a:lvl1pPr>
          </a:lstStyle>
          <a:p>
            <a:pPr>
              <a:defRPr/>
            </a:pPr>
            <a:r>
              <a:rPr lang="en-US"/>
              <a:t>Week5R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731520" y="4599432"/>
            <a:ext cx="7848600" cy="1588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73352"/>
            <a:ext cx="4038600" cy="471830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73352"/>
            <a:ext cx="4038600" cy="471830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/>
              <a:t>CS1010: Programming Methodology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Week5R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76400"/>
            <a:ext cx="3931920" cy="639762"/>
          </a:xfrm>
          <a:noFill/>
          <a:ln>
            <a:noFill/>
          </a:ln>
          <a:effectLst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none"/>
        </p:style>
        <p:txBody>
          <a:bodyPr anchor="ctr">
            <a:normAutofit/>
          </a:bodyPr>
          <a:lstStyle>
            <a:lvl1pPr marL="0" indent="0" algn="ctr"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438400"/>
            <a:ext cx="393192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4880" y="1676400"/>
            <a:ext cx="3931920" cy="639762"/>
          </a:xfrm>
          <a:noFill/>
          <a:ln>
            <a:noFill/>
          </a:ln>
          <a:effectLst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none"/>
        </p:style>
        <p:txBody>
          <a:bodyPr anchor="ctr">
            <a:normAutofit/>
          </a:bodyPr>
          <a:lstStyle>
            <a:lvl1pPr marL="0" indent="0" algn="ctr">
              <a:buNone/>
              <a:defRPr lang="en-US" sz="2000" b="0" kern="1200" dirty="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4880" y="2438400"/>
            <a:ext cx="393192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/>
              <a:t>CS1010: Programming Methodology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Week5R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cxnSp>
        <p:nvCxnSpPr>
          <p:cNvPr id="11" name="Straight Connector 10"/>
          <p:cNvCxnSpPr/>
          <p:nvPr/>
        </p:nvCxnSpPr>
        <p:spPr>
          <a:xfrm rot="5400000">
            <a:off x="2217817" y="4045823"/>
            <a:ext cx="4709160" cy="794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/>
              <a:t>CS1010: Programming Methodology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Week5R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/>
              <a:t>CS1010: Programming Methodology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Week5R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92080"/>
            <a:ext cx="2139696" cy="1261872"/>
          </a:xfrm>
        </p:spPr>
        <p:txBody>
          <a:bodyPr anchor="b">
            <a:no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71800" y="792080"/>
            <a:ext cx="5715000" cy="55778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2130552"/>
            <a:ext cx="2139696" cy="424361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/>
              <a:t>CS1010: Programming Methodology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Week5R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 rot="5400000">
            <a:off x="-13116" y="3580206"/>
            <a:ext cx="5577840" cy="1588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92480"/>
            <a:ext cx="2142680" cy="126492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858610" y="838201"/>
            <a:ext cx="5904390" cy="5500456"/>
          </a:xfrm>
          <a:solidFill>
            <a:schemeClr val="bg2"/>
          </a:solidFill>
          <a:ln w="76200">
            <a:solidFill>
              <a:srgbClr val="FFFFFF"/>
            </a:solidFill>
            <a:miter lim="800000"/>
          </a:ln>
          <a:effectLst>
            <a:outerShdw blurRad="50800" dist="12700" dir="5400000" algn="t" rotWithShape="0">
              <a:prstClr val="black">
                <a:alpha val="59000"/>
              </a:prstClr>
            </a:outerShdw>
          </a:effectLst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133600"/>
            <a:ext cx="2139696" cy="424281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/>
              <a:t>CS1010: Programming Methodology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Week5R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/>
              <a:t>CS1010: Programming Methodology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Week5R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609600"/>
            <a:ext cx="2057400" cy="5867400"/>
          </a:xfrm>
        </p:spPr>
        <p:txBody>
          <a:bodyPr vert="eaVert"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609600"/>
            <a:ext cx="6019800" cy="58674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/>
              <a:t>CS1010: Programming Methodology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Week5R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220786"/>
            <a:ext cx="9144000" cy="228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533400"/>
            <a:ext cx="8229600" cy="990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876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18288"/>
            <a:ext cx="2895600" cy="3291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 lang="en-US"/>
              <a:t>© NUS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29000" y="18288"/>
            <a:ext cx="4114800" cy="3291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 lang="en-US"/>
              <a:t>CS1010: Programming Methodology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620000" y="18288"/>
            <a:ext cx="1066800" cy="3291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 lang="en-US"/>
              <a:t>Week5R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5088" r:id="rId1"/>
    <p:sldLayoutId id="2147485089" r:id="rId2"/>
    <p:sldLayoutId id="2147485090" r:id="rId3"/>
    <p:sldLayoutId id="2147485091" r:id="rId4"/>
    <p:sldLayoutId id="2147485092" r:id="rId5"/>
    <p:sldLayoutId id="2147485093" r:id="rId6"/>
    <p:sldLayoutId id="2147485094" r:id="rId7"/>
    <p:sldLayoutId id="2147485095" r:id="rId8"/>
    <p:sldLayoutId id="2147485096" r:id="rId9"/>
    <p:sldLayoutId id="2147485097" r:id="rId10"/>
    <p:sldLayoutId id="2147485098" r:id="rId11"/>
  </p:sldLayoutIdLst>
  <p:transition>
    <p:fade/>
  </p:transition>
  <p:hf hdr="0"/>
  <p:txStyles>
    <p:titleStyle>
      <a:lvl1pPr algn="l" defTabSz="914400" rtl="0" eaLnBrk="1" latinLnBrk="0" hangingPunct="1">
        <a:spcBef>
          <a:spcPct val="0"/>
        </a:spcBef>
        <a:buNone/>
        <a:defRPr sz="4000" kern="1200" spc="-1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spcBef>
          <a:spcPct val="20000"/>
        </a:spcBef>
        <a:buClr>
          <a:schemeClr val="accent1"/>
        </a:buClr>
        <a:buSzPct val="85000"/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spcBef>
          <a:spcPct val="20000"/>
        </a:spcBef>
        <a:buClr>
          <a:schemeClr val="accent1"/>
        </a:buClr>
        <a:buSzPct val="85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spcBef>
          <a:spcPct val="20000"/>
        </a:spcBef>
        <a:buClr>
          <a:schemeClr val="accent1"/>
        </a:buClr>
        <a:buSzPct val="9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188720" indent="-137160" algn="l" defTabSz="914400" rtl="0" eaLnBrk="1" latinLnBrk="0" hangingPunct="1">
        <a:spcBef>
          <a:spcPct val="20000"/>
        </a:spcBef>
        <a:buClr>
          <a:schemeClr val="accent1"/>
        </a:buClr>
        <a:buSzPct val="100000"/>
        <a:buFont typeface="Arial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6pPr>
      <a:lvl7pPr marL="155448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7pPr>
      <a:lvl8pPr marL="173736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8pPr>
      <a:lvl9pPr marL="192024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9913" y="4696884"/>
            <a:ext cx="2445774" cy="1263650"/>
          </a:xfrm>
          <a:prstGeom prst="rect">
            <a:avLst/>
          </a:prstGeom>
        </p:spPr>
      </p:pic>
      <p:sp>
        <p:nvSpPr>
          <p:cNvPr id="8" name="[TextBox 7]"/>
          <p:cNvSpPr txBox="1"/>
          <p:nvPr/>
        </p:nvSpPr>
        <p:spPr>
          <a:xfrm>
            <a:off x="3513667" y="2912533"/>
            <a:ext cx="22182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>
                <a:solidFill>
                  <a:srgbClr val="C00000"/>
                </a:solidFill>
                <a:latin typeface="Calibri" panose="020F0502020204030204" pitchFamily="34" charset="0"/>
              </a:rPr>
              <a:t>Week 5</a:t>
            </a:r>
          </a:p>
        </p:txBody>
      </p:sp>
      <p:sp>
        <p:nvSpPr>
          <p:cNvPr id="11" name="[TextBox 7]"/>
          <p:cNvSpPr txBox="1"/>
          <p:nvPr/>
        </p:nvSpPr>
        <p:spPr>
          <a:xfrm>
            <a:off x="1058333" y="3462867"/>
            <a:ext cx="712893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>
                <a:solidFill>
                  <a:srgbClr val="C00000"/>
                </a:solidFill>
                <a:latin typeface="Calibri" panose="020F0502020204030204" pitchFamily="34" charset="0"/>
              </a:rPr>
              <a:t>Recap</a:t>
            </a:r>
          </a:p>
        </p:txBody>
      </p:sp>
      <p:sp>
        <p:nvSpPr>
          <p:cNvPr id="9" name="Title 1"/>
          <p:cNvSpPr txBox="1">
            <a:spLocks/>
          </p:cNvSpPr>
          <p:nvPr/>
        </p:nvSpPr>
        <p:spPr>
          <a:xfrm>
            <a:off x="822960" y="1245704"/>
            <a:ext cx="7543800" cy="111318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6600" kern="1200" spc="-50" baseline="0">
                <a:solidFill>
                  <a:srgbClr val="003399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5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-38" normalizeH="0" baseline="0" noProof="0">
                <a:ln>
                  <a:noFill/>
                </a:ln>
                <a:solidFill>
                  <a:srgbClr val="003399"/>
                </a:solidFill>
                <a:effectLst/>
                <a:uLnTx/>
                <a:uFillTx/>
                <a:latin typeface="Arial"/>
              </a:rPr>
              <a:t>CS1010: </a:t>
            </a:r>
            <a:r>
              <a:rPr lang="en-US" sz="3600" spc="-38">
                <a:latin typeface="Arial"/>
              </a:rPr>
              <a:t>Programming Methodology</a:t>
            </a:r>
            <a:endParaRPr kumimoji="0" lang="en-SG" sz="7200" b="0" i="0" u="none" strike="noStrike" kern="1200" cap="none" spc="-50" normalizeH="0" baseline="0" noProof="0">
              <a:ln>
                <a:noFill/>
              </a:ln>
              <a:solidFill>
                <a:srgbClr val="003399"/>
              </a:solidFill>
              <a:effectLst/>
              <a:uLnTx/>
              <a:uFillTx/>
              <a:latin typeface="Arial"/>
              <a:ea typeface="+mj-ea"/>
              <a:cs typeface="+mj-cs"/>
            </a:endParaRPr>
          </a:p>
        </p:txBody>
      </p:sp>
      <p:pic>
        <p:nvPicPr>
          <p:cNvPr id="2" name="Picture 1" descr="Qr code&#10;&#10;Description automatically generated">
            <a:extLst>
              <a:ext uri="{FF2B5EF4-FFF2-40B4-BE49-F238E27FC236}">
                <a16:creationId xmlns:a16="http://schemas.microsoft.com/office/drawing/2014/main" id="{3A2D99F7-83ED-5387-AE80-EDBE433E772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3800" y="4946796"/>
            <a:ext cx="1447800" cy="14478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4E35573-A8E9-F742-C713-DC1196B22091}"/>
              </a:ext>
            </a:extLst>
          </p:cNvPr>
          <p:cNvSpPr txBox="1"/>
          <p:nvPr/>
        </p:nvSpPr>
        <p:spPr>
          <a:xfrm>
            <a:off x="6430765" y="5917365"/>
            <a:ext cx="264302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2000"/>
              <a:t>Live Q&amp;A </a:t>
            </a:r>
          </a:p>
          <a:p>
            <a:r>
              <a:rPr lang="en-SG" sz="2000"/>
              <a:t>https://pollev.com/jin</a:t>
            </a:r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41604-BA15-120B-9C8B-D77F438DC4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>
            <a:extLst>
              <a:ext uri="{FF2B5EF4-FFF2-40B4-BE49-F238E27FC236}">
                <a16:creationId xmlns:a16="http://schemas.microsoft.com/office/drawing/2014/main" id="{555B156A-F638-97D4-6945-99106685D8C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>
                <a:solidFill>
                  <a:srgbClr val="0000FF"/>
                </a:solidFill>
              </a:rPr>
              <a:t>Repetition through Loops</a:t>
            </a:r>
          </a:p>
        </p:txBody>
      </p:sp>
      <p:pic>
        <p:nvPicPr>
          <p:cNvPr id="4" name="Picture 3" descr="Diagram&#10;&#10;Description automatically generated">
            <a:extLst>
              <a:ext uri="{FF2B5EF4-FFF2-40B4-BE49-F238E27FC236}">
                <a16:creationId xmlns:a16="http://schemas.microsoft.com/office/drawing/2014/main" id="{913CBBFA-CED6-08B2-7BE3-A03D3FA216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1324981"/>
            <a:ext cx="7829783" cy="3058509"/>
          </a:xfrm>
          <a:prstGeom prst="rect">
            <a:avLst/>
          </a:prstGeom>
        </p:spPr>
      </p:pic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25E76A3-5D01-7AE8-9C42-B7F4672D76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0D6C2C6-157B-AF9E-078E-4EBDBAB930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Week5R - </a:t>
            </a:r>
            <a:fld id="{2E4790E1-2590-4AEE-892D-AB46A7688113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6BE8DB-4C10-9FEA-7EE4-FC9213446E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</a:p>
        </p:txBody>
      </p:sp>
      <p:sp>
        <p:nvSpPr>
          <p:cNvPr id="6" name="TextBox 9">
            <a:extLst>
              <a:ext uri="{FF2B5EF4-FFF2-40B4-BE49-F238E27FC236}">
                <a16:creationId xmlns:a16="http://schemas.microsoft.com/office/drawing/2014/main" id="{C854CE23-C51A-6CC2-A993-9B95E175900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6972" y="3178145"/>
            <a:ext cx="1264228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sz="2000">
                <a:solidFill>
                  <a:srgbClr val="CC00FF"/>
                </a:solidFill>
              </a:rPr>
              <a:t>initialize</a:t>
            </a:r>
            <a:endParaRPr lang="en-SG" sz="2000" b="1">
              <a:solidFill>
                <a:srgbClr val="800000"/>
              </a:solidFill>
            </a:endParaRPr>
          </a:p>
        </p:txBody>
      </p:sp>
      <p:sp>
        <p:nvSpPr>
          <p:cNvPr id="7" name="TextBox 12">
            <a:extLst>
              <a:ext uri="{FF2B5EF4-FFF2-40B4-BE49-F238E27FC236}">
                <a16:creationId xmlns:a16="http://schemas.microsoft.com/office/drawing/2014/main" id="{3F366F62-49E4-2910-0CFD-C2C4FCC5C65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46148" y="3190845"/>
            <a:ext cx="1264228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sz="2000">
                <a:solidFill>
                  <a:srgbClr val="0000FF"/>
                </a:solidFill>
              </a:rPr>
              <a:t>condition</a:t>
            </a:r>
            <a:endParaRPr lang="en-SG" sz="2000">
              <a:solidFill>
                <a:srgbClr val="0000FF"/>
              </a:solidFill>
            </a:endParaRP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417B1344-61B6-4B04-70A9-D1FE2767FE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73350" y="3165445"/>
            <a:ext cx="1264228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sz="2000">
                <a:solidFill>
                  <a:srgbClr val="006600"/>
                </a:solidFill>
              </a:rPr>
              <a:t>update</a:t>
            </a:r>
            <a:endParaRPr lang="en-SG" sz="2000">
              <a:solidFill>
                <a:srgbClr val="0066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A8D221B-CCD7-1674-1B3D-B298E69438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49172" y="3165445"/>
            <a:ext cx="1264228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sz="2000"/>
              <a:t>body</a:t>
            </a:r>
            <a:endParaRPr lang="en-SG" sz="2000"/>
          </a:p>
        </p:txBody>
      </p:sp>
      <p:sp>
        <p:nvSpPr>
          <p:cNvPr id="13" name="Content Placeholder 5">
            <a:extLst>
              <a:ext uri="{FF2B5EF4-FFF2-40B4-BE49-F238E27FC236}">
                <a16:creationId xmlns:a16="http://schemas.microsoft.com/office/drawing/2014/main" id="{B8CB9B6F-4A1B-448C-A7C4-6DDCEE1105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7375" y="3884428"/>
            <a:ext cx="8292856" cy="2753136"/>
          </a:xfrm>
        </p:spPr>
        <p:txBody>
          <a:bodyPr>
            <a:normAutofit lnSpcReduction="10000"/>
          </a:bodyPr>
          <a:lstStyle/>
          <a:p>
            <a:pPr marL="342900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800" dirty="0"/>
              <a:t>What are the components?</a:t>
            </a:r>
          </a:p>
          <a:p>
            <a:pPr marL="342900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endParaRPr lang="en-US" sz="2800" dirty="0"/>
          </a:p>
          <a:p>
            <a:pPr marL="342900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800" dirty="0"/>
              <a:t>What could go wrong in each component?</a:t>
            </a:r>
          </a:p>
          <a:p>
            <a:pPr marL="342900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endParaRPr lang="en-US" sz="2800" dirty="0"/>
          </a:p>
          <a:p>
            <a:pPr marL="342900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800" dirty="0"/>
              <a:t>How to check for correctness?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557015388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9" grpId="0"/>
      <p:bldP spid="1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>
                <a:solidFill>
                  <a:srgbClr val="0000FF"/>
                </a:solidFill>
              </a:rPr>
              <a:t>Repetition through Loops</a:t>
            </a:r>
          </a:p>
        </p:txBody>
      </p:sp>
      <p:pic>
        <p:nvPicPr>
          <p:cNvPr id="4" name="Picture 3" descr="Diagram&#10;&#10;Description automatically generated">
            <a:extLst>
              <a:ext uri="{FF2B5EF4-FFF2-40B4-BE49-F238E27FC236}">
                <a16:creationId xmlns:a16="http://schemas.microsoft.com/office/drawing/2014/main" id="{EAFF9153-D379-4E7D-9B97-29843966A9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1324981"/>
            <a:ext cx="7829783" cy="3058509"/>
          </a:xfrm>
          <a:prstGeom prst="rect">
            <a:avLst/>
          </a:prstGeom>
        </p:spPr>
      </p:pic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74304014-08C4-4321-AD74-36FAC51612DB}"/>
              </a:ext>
            </a:extLst>
          </p:cNvPr>
          <p:cNvGraphicFramePr>
            <a:graphicFrameLocks noGrp="1"/>
          </p:cNvGraphicFramePr>
          <p:nvPr/>
        </p:nvGraphicFramePr>
        <p:xfrm>
          <a:off x="601701" y="4434090"/>
          <a:ext cx="5668963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3380">
                  <a:extLst>
                    <a:ext uri="{9D8B030D-6E8A-4147-A177-3AD203B41FA5}">
                      <a16:colId xmlns:a16="http://schemas.microsoft.com/office/drawing/2014/main" val="435778280"/>
                    </a:ext>
                  </a:extLst>
                </a:gridCol>
                <a:gridCol w="373380">
                  <a:extLst>
                    <a:ext uri="{9D8B030D-6E8A-4147-A177-3AD203B41FA5}">
                      <a16:colId xmlns:a16="http://schemas.microsoft.com/office/drawing/2014/main" val="2918992064"/>
                    </a:ext>
                  </a:extLst>
                </a:gridCol>
                <a:gridCol w="1135380">
                  <a:extLst>
                    <a:ext uri="{9D8B030D-6E8A-4147-A177-3AD203B41FA5}">
                      <a16:colId xmlns:a16="http://schemas.microsoft.com/office/drawing/2014/main" val="4014169306"/>
                    </a:ext>
                  </a:extLst>
                </a:gridCol>
                <a:gridCol w="970280">
                  <a:extLst>
                    <a:ext uri="{9D8B030D-6E8A-4147-A177-3AD203B41FA5}">
                      <a16:colId xmlns:a16="http://schemas.microsoft.com/office/drawing/2014/main" val="4053595919"/>
                    </a:ext>
                  </a:extLst>
                </a:gridCol>
                <a:gridCol w="2816543">
                  <a:extLst>
                    <a:ext uri="{9D8B030D-6E8A-4147-A177-3AD203B41FA5}">
                      <a16:colId xmlns:a16="http://schemas.microsoft.com/office/drawing/2014/main" val="16471569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aseline="0"/>
                        <a:t>factorial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aseline="0" err="1"/>
                        <a:t>i</a:t>
                      </a:r>
                      <a:r>
                        <a:rPr lang="en-US" baseline="0"/>
                        <a:t> &gt;= 2?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Remark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07214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Before the loop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77404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After 1</a:t>
                      </a:r>
                      <a:r>
                        <a:rPr lang="en-US" baseline="30000"/>
                        <a:t>st</a:t>
                      </a:r>
                      <a:r>
                        <a:rPr lang="en-US"/>
                        <a:t> round of the loop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53054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After</a:t>
                      </a:r>
                      <a:r>
                        <a:rPr lang="en-US" baseline="0"/>
                        <a:t> 2</a:t>
                      </a:r>
                      <a:r>
                        <a:rPr lang="en-US" baseline="30000"/>
                        <a:t>nd</a:t>
                      </a:r>
                      <a:r>
                        <a:rPr lang="en-US" baseline="0"/>
                        <a:t> round…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0912487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675C9FBE-306E-46A7-BAB9-46BD27707AF2}"/>
              </a:ext>
            </a:extLst>
          </p:cNvPr>
          <p:cNvSpPr/>
          <p:nvPr/>
        </p:nvSpPr>
        <p:spPr>
          <a:xfrm>
            <a:off x="601701" y="3909870"/>
            <a:ext cx="999363" cy="39166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Input: </a:t>
            </a:r>
            <a:r>
              <a:rPr lang="en-US">
                <a:solidFill>
                  <a:srgbClr val="0000FF"/>
                </a:solidFill>
              </a:rPr>
              <a:t>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FCBF0D-2794-4D66-A616-CF3267CF45BD}"/>
              </a:ext>
            </a:extLst>
          </p:cNvPr>
          <p:cNvSpPr txBox="1"/>
          <p:nvPr/>
        </p:nvSpPr>
        <p:spPr>
          <a:xfrm>
            <a:off x="6394363" y="4434090"/>
            <a:ext cx="1686381" cy="646331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/>
              <a:t>Tracing is an important skill!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48ADF870-390E-31DE-494C-17DDC148BC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28FE17D-5D9B-CDAB-9065-C0FF6ED7F7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Week5R - </a:t>
            </a:r>
            <a:fld id="{2E4790E1-2590-4AEE-892D-AB46A7688113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3E59FE-A324-CA99-93A6-AF0A32E7DA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</a:p>
        </p:txBody>
      </p:sp>
      <p:sp>
        <p:nvSpPr>
          <p:cNvPr id="6" name="TextBox 9">
            <a:extLst>
              <a:ext uri="{FF2B5EF4-FFF2-40B4-BE49-F238E27FC236}">
                <a16:creationId xmlns:a16="http://schemas.microsoft.com/office/drawing/2014/main" id="{EDE46403-313D-6018-0192-9B4930BFBE4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6972" y="3178145"/>
            <a:ext cx="1264228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sz="2000">
                <a:solidFill>
                  <a:srgbClr val="CC00FF"/>
                </a:solidFill>
              </a:rPr>
              <a:t>initialize</a:t>
            </a:r>
            <a:endParaRPr lang="en-SG" sz="2000" b="1">
              <a:solidFill>
                <a:srgbClr val="800000"/>
              </a:solidFill>
            </a:endParaRPr>
          </a:p>
        </p:txBody>
      </p:sp>
      <p:sp>
        <p:nvSpPr>
          <p:cNvPr id="7" name="TextBox 12">
            <a:extLst>
              <a:ext uri="{FF2B5EF4-FFF2-40B4-BE49-F238E27FC236}">
                <a16:creationId xmlns:a16="http://schemas.microsoft.com/office/drawing/2014/main" id="{713C9DFA-D1F6-F873-6097-C1BB7B03998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46148" y="3190845"/>
            <a:ext cx="1264228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sz="2000">
                <a:solidFill>
                  <a:srgbClr val="0000FF"/>
                </a:solidFill>
              </a:rPr>
              <a:t>condition</a:t>
            </a:r>
            <a:endParaRPr lang="en-SG" sz="2000">
              <a:solidFill>
                <a:srgbClr val="0000FF"/>
              </a:solidFill>
            </a:endParaRP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1556C5C1-4793-4FF0-D0EC-233ED93B37F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73350" y="3165445"/>
            <a:ext cx="1264228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sz="2000">
                <a:solidFill>
                  <a:srgbClr val="006600"/>
                </a:solidFill>
              </a:rPr>
              <a:t>update</a:t>
            </a:r>
            <a:endParaRPr lang="en-SG" sz="2000">
              <a:solidFill>
                <a:srgbClr val="0066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287833-4A45-9BDD-D28F-F0694BF77A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49172" y="3165445"/>
            <a:ext cx="1264228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sz="2000"/>
              <a:t>body</a:t>
            </a:r>
            <a:endParaRPr lang="en-SG" sz="200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8ECA080-77EC-ED31-EDAD-EA7647E60848}"/>
              </a:ext>
            </a:extLst>
          </p:cNvPr>
          <p:cNvSpPr txBox="1"/>
          <p:nvPr/>
        </p:nvSpPr>
        <p:spPr>
          <a:xfrm>
            <a:off x="6394363" y="5209853"/>
            <a:ext cx="2069153" cy="646331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Loop invariant can be used as well.</a:t>
            </a:r>
          </a:p>
        </p:txBody>
      </p:sp>
    </p:spTree>
    <p:extLst>
      <p:ext uri="{BB962C8B-B14F-4D97-AF65-F5344CB8AC3E}">
        <p14:creationId xmlns:p14="http://schemas.microsoft.com/office/powerpoint/2010/main" val="894186310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r>
              <a:rPr lang="en-GB" sz="3600">
                <a:solidFill>
                  <a:srgbClr val="0000FF"/>
                </a:solidFill>
              </a:rPr>
              <a:t>The </a:t>
            </a:r>
            <a:r>
              <a:rPr lang="en-GB" sz="3600" i="1">
                <a:solidFill>
                  <a:srgbClr val="0000FF"/>
                </a:solidFill>
                <a:latin typeface="Garamond" panose="02020404030301010803" pitchFamily="18" charset="0"/>
              </a:rPr>
              <a:t>for</a:t>
            </a:r>
            <a:r>
              <a:rPr lang="en-GB" sz="3600">
                <a:solidFill>
                  <a:srgbClr val="0000FF"/>
                </a:solidFill>
              </a:rPr>
              <a:t> Loop </a:t>
            </a:r>
          </a:p>
        </p:txBody>
      </p:sp>
      <p:pic>
        <p:nvPicPr>
          <p:cNvPr id="4" name="Picture 3" descr="Diagram&#10;&#10;Description automatically generated">
            <a:extLst>
              <a:ext uri="{FF2B5EF4-FFF2-40B4-BE49-F238E27FC236}">
                <a16:creationId xmlns:a16="http://schemas.microsoft.com/office/drawing/2014/main" id="{EAFF9153-D379-4E7D-9B97-29843966A9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1324981"/>
            <a:ext cx="7829783" cy="305850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895F873-6CB7-4316-B798-EE54B3634728}"/>
              </a:ext>
            </a:extLst>
          </p:cNvPr>
          <p:cNvSpPr txBox="1"/>
          <p:nvPr/>
        </p:nvSpPr>
        <p:spPr>
          <a:xfrm>
            <a:off x="857017" y="3831452"/>
            <a:ext cx="5388140" cy="92333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n -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en-US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&gt;=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en-US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-=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product *= </a:t>
            </a:r>
            <a:r>
              <a:rPr lang="en-US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AD363C8-B264-4386-9E1D-EAA63F4BF1CC}"/>
              </a:ext>
            </a:extLst>
          </p:cNvPr>
          <p:cNvSpPr txBox="1"/>
          <p:nvPr/>
        </p:nvSpPr>
        <p:spPr>
          <a:xfrm>
            <a:off x="6293346" y="3827182"/>
            <a:ext cx="2521036" cy="923330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/>
              <a:t>Good for repetitions that have an explicit start / end / update.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9F0ED47B-1FC5-C19A-A4EE-3666AE4250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DF29C01-3F92-5444-18E2-DCAF0BC61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Week5R - </a:t>
            </a:r>
            <a:fld id="{2E4790E1-2590-4AEE-892D-AB46A7688113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B42F3A3-1E2A-4EB8-0579-1D9E2B99FF19}"/>
              </a:ext>
            </a:extLst>
          </p:cNvPr>
          <p:cNvSpPr txBox="1"/>
          <p:nvPr/>
        </p:nvSpPr>
        <p:spPr>
          <a:xfrm>
            <a:off x="857017" y="4959963"/>
            <a:ext cx="4253699" cy="1015663"/>
          </a:xfrm>
          <a:prstGeom prst="rect">
            <a:avLst/>
          </a:prstGeom>
          <a:solidFill>
            <a:srgbClr val="E5E6FF"/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sz="2000" dirty="0"/>
              <a:t>for ( </a:t>
            </a:r>
            <a:r>
              <a:rPr lang="en-US" sz="2000" dirty="0">
                <a:solidFill>
                  <a:srgbClr val="CC00FF"/>
                </a:solidFill>
              </a:rPr>
              <a:t>initialize</a:t>
            </a:r>
            <a:r>
              <a:rPr lang="en-US" sz="2000" dirty="0"/>
              <a:t>; </a:t>
            </a:r>
            <a:r>
              <a:rPr lang="en-US" sz="2000" dirty="0">
                <a:solidFill>
                  <a:srgbClr val="0000FF"/>
                </a:solidFill>
              </a:rPr>
              <a:t>condition</a:t>
            </a:r>
            <a:r>
              <a:rPr lang="en-US" sz="2000" dirty="0"/>
              <a:t>; </a:t>
            </a:r>
            <a:r>
              <a:rPr lang="en-US" sz="2000" dirty="0">
                <a:solidFill>
                  <a:srgbClr val="006600"/>
                </a:solidFill>
              </a:rPr>
              <a:t>update</a:t>
            </a:r>
            <a:r>
              <a:rPr lang="en-US" sz="2000" dirty="0"/>
              <a:t> ) {</a:t>
            </a:r>
          </a:p>
          <a:p>
            <a:pPr>
              <a:defRPr/>
            </a:pPr>
            <a:r>
              <a:rPr lang="en-US" sz="2000" dirty="0"/>
              <a:t>    // loop body</a:t>
            </a:r>
          </a:p>
          <a:p>
            <a:pPr>
              <a:defRPr/>
            </a:pPr>
            <a:r>
              <a:rPr lang="en-US" sz="2000" dirty="0"/>
              <a:t>}</a:t>
            </a:r>
            <a:endParaRPr lang="en-SG" sz="2000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028796-5D44-3184-4326-35B1A1C83F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</a:p>
        </p:txBody>
      </p:sp>
      <p:sp>
        <p:nvSpPr>
          <p:cNvPr id="6" name="TextBox 9">
            <a:extLst>
              <a:ext uri="{FF2B5EF4-FFF2-40B4-BE49-F238E27FC236}">
                <a16:creationId xmlns:a16="http://schemas.microsoft.com/office/drawing/2014/main" id="{91B801DF-DBA7-FE78-B724-9C0DCC683A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6972" y="3178145"/>
            <a:ext cx="1264228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sz="2000">
                <a:solidFill>
                  <a:srgbClr val="CC00FF"/>
                </a:solidFill>
              </a:rPr>
              <a:t>initialize</a:t>
            </a:r>
            <a:endParaRPr lang="en-SG" sz="2000" b="1">
              <a:solidFill>
                <a:srgbClr val="800000"/>
              </a:solidFill>
            </a:endParaRPr>
          </a:p>
        </p:txBody>
      </p:sp>
      <p:sp>
        <p:nvSpPr>
          <p:cNvPr id="7" name="TextBox 12">
            <a:extLst>
              <a:ext uri="{FF2B5EF4-FFF2-40B4-BE49-F238E27FC236}">
                <a16:creationId xmlns:a16="http://schemas.microsoft.com/office/drawing/2014/main" id="{3661DA39-4592-0303-B954-809E9CFA79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46148" y="3190845"/>
            <a:ext cx="1264228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sz="2000">
                <a:solidFill>
                  <a:srgbClr val="0000FF"/>
                </a:solidFill>
              </a:rPr>
              <a:t>condition</a:t>
            </a:r>
            <a:endParaRPr lang="en-SG" sz="2000">
              <a:solidFill>
                <a:srgbClr val="0000FF"/>
              </a:solidFill>
            </a:endParaRP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92B2E3E3-BF72-688E-0F79-596240A2DF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73350" y="3165445"/>
            <a:ext cx="1264228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sz="2000">
                <a:solidFill>
                  <a:srgbClr val="006600"/>
                </a:solidFill>
              </a:rPr>
              <a:t>update</a:t>
            </a:r>
            <a:endParaRPr lang="en-SG" sz="2000">
              <a:solidFill>
                <a:srgbClr val="0066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F0E4EE-C8A2-AD32-8A8C-0881CCE6706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49172" y="3165445"/>
            <a:ext cx="1264228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sz="2000"/>
              <a:t>body</a:t>
            </a:r>
            <a:endParaRPr lang="en-SG" sz="2000"/>
          </a:p>
        </p:txBody>
      </p:sp>
    </p:spTree>
    <p:extLst>
      <p:ext uri="{BB962C8B-B14F-4D97-AF65-F5344CB8AC3E}">
        <p14:creationId xmlns:p14="http://schemas.microsoft.com/office/powerpoint/2010/main" val="4156536479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r>
              <a:rPr lang="en-GB" sz="3600">
                <a:solidFill>
                  <a:srgbClr val="0000FF"/>
                </a:solidFill>
              </a:rPr>
              <a:t>The </a:t>
            </a:r>
            <a:r>
              <a:rPr lang="en-GB" sz="3600" i="1">
                <a:solidFill>
                  <a:srgbClr val="0000FF"/>
                </a:solidFill>
                <a:latin typeface="Garamond" panose="02020404030301010803" pitchFamily="18" charset="0"/>
              </a:rPr>
              <a:t>while</a:t>
            </a:r>
            <a:r>
              <a:rPr lang="en-GB" sz="3600">
                <a:solidFill>
                  <a:srgbClr val="0000FF"/>
                </a:solidFill>
              </a:rPr>
              <a:t> Loop </a:t>
            </a:r>
          </a:p>
        </p:txBody>
      </p:sp>
      <p:pic>
        <p:nvPicPr>
          <p:cNvPr id="4" name="Picture 3" descr="Diagram&#10;&#10;Description automatically generated">
            <a:extLst>
              <a:ext uri="{FF2B5EF4-FFF2-40B4-BE49-F238E27FC236}">
                <a16:creationId xmlns:a16="http://schemas.microsoft.com/office/drawing/2014/main" id="{EAFF9153-D379-4E7D-9B97-29843966A9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1324981"/>
            <a:ext cx="7829783" cy="305850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895F873-6CB7-4316-B798-EE54B3634728}"/>
              </a:ext>
            </a:extLst>
          </p:cNvPr>
          <p:cNvSpPr txBox="1"/>
          <p:nvPr/>
        </p:nvSpPr>
        <p:spPr>
          <a:xfrm>
            <a:off x="737491" y="3883671"/>
            <a:ext cx="2615309" cy="147732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 </a:t>
            </a:r>
            <a:r>
              <a:rPr lang="en-US" b="1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n - 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en-US" b="1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&gt;= 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product *= </a:t>
            </a:r>
            <a:r>
              <a:rPr lang="en-US" b="1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-= 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CE1A6D42-33F8-0C0E-C945-D4929F998F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9095EB9-5B9B-0B80-A4DF-2A57FFB67F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Week5R - </a:t>
            </a:r>
            <a:fld id="{2E4790E1-2590-4AEE-892D-AB46A7688113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764095-ECC1-81BB-927A-FEA0F3560230}"/>
              </a:ext>
            </a:extLst>
          </p:cNvPr>
          <p:cNvSpPr txBox="1"/>
          <p:nvPr/>
        </p:nvSpPr>
        <p:spPr>
          <a:xfrm>
            <a:off x="6489553" y="5476726"/>
            <a:ext cx="2260894" cy="1200329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Good for repetitions that do not have explicit start / end / update.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66762E-440B-4DD1-C623-26FB48373B19}"/>
              </a:ext>
            </a:extLst>
          </p:cNvPr>
          <p:cNvSpPr txBox="1"/>
          <p:nvPr/>
        </p:nvSpPr>
        <p:spPr>
          <a:xfrm>
            <a:off x="3612921" y="3883671"/>
            <a:ext cx="2466600" cy="1631216"/>
          </a:xfrm>
          <a:prstGeom prst="rect">
            <a:avLst/>
          </a:prstGeom>
          <a:solidFill>
            <a:srgbClr val="E5E6FF"/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sz="2000" dirty="0">
                <a:solidFill>
                  <a:srgbClr val="CC00FF"/>
                </a:solidFill>
              </a:rPr>
              <a:t>initialize </a:t>
            </a:r>
          </a:p>
          <a:p>
            <a:pPr>
              <a:defRPr/>
            </a:pPr>
            <a:r>
              <a:rPr lang="en-US" sz="2000" dirty="0">
                <a:solidFill>
                  <a:schemeClr val="tx1"/>
                </a:solidFill>
              </a:rPr>
              <a:t>while</a:t>
            </a:r>
            <a:r>
              <a:rPr lang="en-US" sz="2000" dirty="0"/>
              <a:t> ( </a:t>
            </a:r>
            <a:r>
              <a:rPr lang="en-US" sz="2000" dirty="0">
                <a:solidFill>
                  <a:srgbClr val="0000FF"/>
                </a:solidFill>
              </a:rPr>
              <a:t>condition</a:t>
            </a:r>
            <a:r>
              <a:rPr lang="en-US" sz="2000" dirty="0"/>
              <a:t> ) {</a:t>
            </a:r>
          </a:p>
          <a:p>
            <a:pPr>
              <a:tabLst>
                <a:tab pos="539750" algn="l"/>
              </a:tabLst>
              <a:defRPr/>
            </a:pPr>
            <a:r>
              <a:rPr lang="en-US" sz="2000" dirty="0"/>
              <a:t>    	</a:t>
            </a:r>
            <a:r>
              <a:rPr lang="en-US" sz="2000" dirty="0">
                <a:solidFill>
                  <a:schemeClr val="tx1"/>
                </a:solidFill>
              </a:rPr>
              <a:t>// loop body</a:t>
            </a:r>
          </a:p>
          <a:p>
            <a:pPr>
              <a:tabLst>
                <a:tab pos="539750" algn="l"/>
              </a:tabLst>
              <a:defRPr/>
            </a:pPr>
            <a:r>
              <a:rPr lang="en-US" sz="2000" dirty="0">
                <a:solidFill>
                  <a:srgbClr val="006600"/>
                </a:solidFill>
              </a:rPr>
              <a:t>       update</a:t>
            </a:r>
            <a:endParaRPr lang="en-US" sz="2000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sz="2000" dirty="0"/>
              <a:t>}</a:t>
            </a:r>
            <a:endParaRPr lang="en-SG" sz="2000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0BFC0AE-BB41-5782-036C-882EF33921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E256106A-40B0-7B39-158A-8DE0F3F0B1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6972" y="3178145"/>
            <a:ext cx="1264228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CC00FF"/>
                </a:solidFill>
              </a:rPr>
              <a:t>initialize</a:t>
            </a:r>
            <a:endParaRPr lang="en-SG" sz="2000" b="1" dirty="0">
              <a:solidFill>
                <a:srgbClr val="800000"/>
              </a:solidFill>
            </a:endParaRPr>
          </a:p>
        </p:txBody>
      </p:sp>
      <p:sp>
        <p:nvSpPr>
          <p:cNvPr id="10" name="TextBox 12">
            <a:extLst>
              <a:ext uri="{FF2B5EF4-FFF2-40B4-BE49-F238E27FC236}">
                <a16:creationId xmlns:a16="http://schemas.microsoft.com/office/drawing/2014/main" id="{E1B088D6-170F-FCAA-DEA3-D87E97BA89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46148" y="3190845"/>
            <a:ext cx="1264228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sz="2000">
                <a:solidFill>
                  <a:srgbClr val="0000FF"/>
                </a:solidFill>
              </a:rPr>
              <a:t>condition</a:t>
            </a:r>
            <a:endParaRPr lang="en-SG" sz="2000">
              <a:solidFill>
                <a:srgbClr val="0000FF"/>
              </a:solidFill>
            </a:endParaRPr>
          </a:p>
        </p:txBody>
      </p:sp>
      <p:sp>
        <p:nvSpPr>
          <p:cNvPr id="11" name="TextBox 12">
            <a:extLst>
              <a:ext uri="{FF2B5EF4-FFF2-40B4-BE49-F238E27FC236}">
                <a16:creationId xmlns:a16="http://schemas.microsoft.com/office/drawing/2014/main" id="{A75DD3A4-E14E-9F45-183C-F401E443F87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73350" y="3165445"/>
            <a:ext cx="1264228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6600"/>
                </a:solidFill>
              </a:rPr>
              <a:t>update</a:t>
            </a:r>
            <a:endParaRPr lang="en-SG" sz="2000" dirty="0">
              <a:solidFill>
                <a:srgbClr val="0066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7EF30BE-3FCA-BF49-C239-2F8BF12ADF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49172" y="3165445"/>
            <a:ext cx="1264228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sz="2000"/>
              <a:t>body</a:t>
            </a:r>
            <a:endParaRPr lang="en-SG" sz="20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A4F1798-3A4D-274F-ECA2-C924F1E21C34}"/>
              </a:ext>
            </a:extLst>
          </p:cNvPr>
          <p:cNvSpPr txBox="1"/>
          <p:nvPr/>
        </p:nvSpPr>
        <p:spPr>
          <a:xfrm>
            <a:off x="3612921" y="5604688"/>
            <a:ext cx="2466600" cy="1015663"/>
          </a:xfrm>
          <a:prstGeom prst="rect">
            <a:avLst/>
          </a:prstGeom>
          <a:solidFill>
            <a:srgbClr val="E5E6FF"/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sz="2000" dirty="0">
                <a:solidFill>
                  <a:schemeClr val="tx1"/>
                </a:solidFill>
              </a:rPr>
              <a:t>while</a:t>
            </a:r>
            <a:r>
              <a:rPr lang="en-US" sz="2000" dirty="0"/>
              <a:t> ( </a:t>
            </a:r>
            <a:r>
              <a:rPr lang="en-US" sz="2000" dirty="0">
                <a:solidFill>
                  <a:srgbClr val="0000FF"/>
                </a:solidFill>
              </a:rPr>
              <a:t>condition</a:t>
            </a:r>
            <a:r>
              <a:rPr lang="en-US" sz="2000" dirty="0"/>
              <a:t> ) {</a:t>
            </a:r>
          </a:p>
          <a:p>
            <a:pPr>
              <a:tabLst>
                <a:tab pos="539750" algn="l"/>
              </a:tabLst>
              <a:defRPr/>
            </a:pPr>
            <a:r>
              <a:rPr lang="en-US" sz="2000" dirty="0"/>
              <a:t>    	</a:t>
            </a:r>
            <a:r>
              <a:rPr lang="en-US" sz="2000" dirty="0">
                <a:solidFill>
                  <a:schemeClr val="tx1"/>
                </a:solidFill>
              </a:rPr>
              <a:t>// loop body</a:t>
            </a:r>
          </a:p>
          <a:p>
            <a:pPr>
              <a:defRPr/>
            </a:pPr>
            <a:r>
              <a:rPr lang="en-US" sz="2000" dirty="0"/>
              <a:t>}</a:t>
            </a:r>
            <a:endParaRPr lang="en-SG" sz="2000" dirty="0"/>
          </a:p>
        </p:txBody>
      </p:sp>
    </p:spTree>
    <p:extLst>
      <p:ext uri="{BB962C8B-B14F-4D97-AF65-F5344CB8AC3E}">
        <p14:creationId xmlns:p14="http://schemas.microsoft.com/office/powerpoint/2010/main" val="2217225800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r>
              <a:rPr lang="en-GB" sz="3600">
                <a:solidFill>
                  <a:srgbClr val="0000FF"/>
                </a:solidFill>
              </a:rPr>
              <a:t>The </a:t>
            </a:r>
            <a:r>
              <a:rPr lang="en-GB" sz="3600" i="1">
                <a:solidFill>
                  <a:srgbClr val="0000FF"/>
                </a:solidFill>
                <a:latin typeface="Garamond" panose="02020404030301010803" pitchFamily="18" charset="0"/>
              </a:rPr>
              <a:t>do-while</a:t>
            </a:r>
            <a:r>
              <a:rPr lang="en-GB" sz="3600">
                <a:solidFill>
                  <a:srgbClr val="0000FF"/>
                </a:solidFill>
              </a:rPr>
              <a:t> Loop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895F873-6CB7-4316-B798-EE54B3634728}"/>
              </a:ext>
            </a:extLst>
          </p:cNvPr>
          <p:cNvSpPr txBox="1"/>
          <p:nvPr/>
        </p:nvSpPr>
        <p:spPr>
          <a:xfrm>
            <a:off x="737491" y="3883671"/>
            <a:ext cx="2615309" cy="147732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 </a:t>
            </a:r>
            <a:r>
              <a:rPr lang="en-US" b="1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n - 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product *= </a:t>
            </a:r>
            <a:r>
              <a:rPr lang="en-US" b="1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-= 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 </a:t>
            </a:r>
            <a:r>
              <a:rPr lang="en-US" b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en-US" b="1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&gt;= 2);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F14BBEC-8EB5-208C-381C-DF71494524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32FA6EB-A7B4-C963-3BE3-19AF0A0B4E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Week5R - </a:t>
            </a:r>
            <a:fld id="{2E4790E1-2590-4AEE-892D-AB46A7688113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14742EF-9974-FFB1-220A-1C02DB863F38}"/>
              </a:ext>
            </a:extLst>
          </p:cNvPr>
          <p:cNvSpPr txBox="1"/>
          <p:nvPr/>
        </p:nvSpPr>
        <p:spPr>
          <a:xfrm>
            <a:off x="6283282" y="5606145"/>
            <a:ext cx="2521036" cy="923330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/>
              <a:t>Good for repetitions that </a:t>
            </a:r>
            <a:r>
              <a:rPr lang="en-US" altLang="zh-CN"/>
              <a:t>must be done at least once</a:t>
            </a:r>
            <a:r>
              <a:rPr lang="en-SG" altLang="zh-CN"/>
              <a:t>.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40053C9-8C8A-861A-1422-540F6920CE6B}"/>
              </a:ext>
            </a:extLst>
          </p:cNvPr>
          <p:cNvSpPr txBox="1"/>
          <p:nvPr/>
        </p:nvSpPr>
        <p:spPr>
          <a:xfrm>
            <a:off x="3605833" y="5606145"/>
            <a:ext cx="2466600" cy="1015663"/>
          </a:xfrm>
          <a:prstGeom prst="rect">
            <a:avLst/>
          </a:prstGeom>
          <a:solidFill>
            <a:srgbClr val="E5E6FF"/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sz="2000" dirty="0">
                <a:solidFill>
                  <a:schemeClr val="tx1"/>
                </a:solidFill>
              </a:rPr>
              <a:t>do </a:t>
            </a:r>
            <a:r>
              <a:rPr lang="en-US" sz="2000" dirty="0"/>
              <a:t>{</a:t>
            </a:r>
          </a:p>
          <a:p>
            <a:pPr>
              <a:tabLst>
                <a:tab pos="539750" algn="l"/>
              </a:tabLst>
              <a:defRPr/>
            </a:pPr>
            <a:r>
              <a:rPr lang="en-US" sz="2000" dirty="0"/>
              <a:t>    	</a:t>
            </a:r>
            <a:r>
              <a:rPr lang="en-US" sz="2000" dirty="0">
                <a:solidFill>
                  <a:schemeClr val="tx1"/>
                </a:solidFill>
              </a:rPr>
              <a:t>// loop body</a:t>
            </a:r>
          </a:p>
          <a:p>
            <a:pPr>
              <a:defRPr/>
            </a:pPr>
            <a:r>
              <a:rPr lang="en-US" sz="2000" dirty="0"/>
              <a:t>} ( </a:t>
            </a:r>
            <a:r>
              <a:rPr lang="en-US" sz="2000" dirty="0">
                <a:solidFill>
                  <a:srgbClr val="0000FF"/>
                </a:solidFill>
              </a:rPr>
              <a:t>condition</a:t>
            </a:r>
            <a:r>
              <a:rPr lang="en-US" sz="2000" dirty="0"/>
              <a:t> );</a:t>
            </a:r>
            <a:endParaRPr lang="en-SG" sz="2000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E7C2C5-9040-C134-3F00-480D8C302E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</a:p>
        </p:txBody>
      </p:sp>
      <p:pic>
        <p:nvPicPr>
          <p:cNvPr id="13" name="Picture 2" descr="for">
            <a:extLst>
              <a:ext uri="{FF2B5EF4-FFF2-40B4-BE49-F238E27FC236}">
                <a16:creationId xmlns:a16="http://schemas.microsoft.com/office/drawing/2014/main" id="{25B03D79-301D-5D7D-D77D-036EBF0B5D3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981" b="34544"/>
          <a:stretch/>
        </p:blipFill>
        <p:spPr bwMode="auto">
          <a:xfrm>
            <a:off x="845044" y="1964603"/>
            <a:ext cx="7862126" cy="13351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87A29BC-0AE0-4875-C161-9E4163B51293}"/>
              </a:ext>
            </a:extLst>
          </p:cNvPr>
          <p:cNvSpPr txBox="1"/>
          <p:nvPr/>
        </p:nvSpPr>
        <p:spPr>
          <a:xfrm>
            <a:off x="3618125" y="3883671"/>
            <a:ext cx="2466600" cy="1631216"/>
          </a:xfrm>
          <a:prstGeom prst="rect">
            <a:avLst/>
          </a:prstGeom>
          <a:solidFill>
            <a:srgbClr val="E5E6FF"/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sz="2000" dirty="0">
                <a:solidFill>
                  <a:srgbClr val="7030A0"/>
                </a:solidFill>
              </a:rPr>
              <a:t>initialize</a:t>
            </a:r>
          </a:p>
          <a:p>
            <a:pPr>
              <a:defRPr/>
            </a:pPr>
            <a:r>
              <a:rPr lang="en-US" sz="2000" dirty="0">
                <a:solidFill>
                  <a:schemeClr val="tx1"/>
                </a:solidFill>
              </a:rPr>
              <a:t>do </a:t>
            </a:r>
            <a:r>
              <a:rPr lang="en-US" sz="2000" dirty="0"/>
              <a:t>{</a:t>
            </a:r>
          </a:p>
          <a:p>
            <a:pPr>
              <a:tabLst>
                <a:tab pos="539750" algn="l"/>
              </a:tabLst>
              <a:defRPr/>
            </a:pPr>
            <a:r>
              <a:rPr lang="en-US" sz="2000" dirty="0"/>
              <a:t>    	</a:t>
            </a:r>
            <a:r>
              <a:rPr lang="en-US" sz="2000" dirty="0">
                <a:solidFill>
                  <a:schemeClr val="tx1"/>
                </a:solidFill>
              </a:rPr>
              <a:t>// loop body</a:t>
            </a:r>
          </a:p>
          <a:p>
            <a:pPr>
              <a:tabLst>
                <a:tab pos="539750" algn="l"/>
              </a:tabLst>
              <a:defRPr/>
            </a:pPr>
            <a:r>
              <a:rPr lang="en-US" sz="2000" dirty="0">
                <a:solidFill>
                  <a:schemeClr val="tx1"/>
                </a:solidFill>
              </a:rPr>
              <a:t>      // </a:t>
            </a:r>
            <a:r>
              <a:rPr lang="en-US" sz="2000" dirty="0">
                <a:solidFill>
                  <a:srgbClr val="006600"/>
                </a:solidFill>
              </a:rPr>
              <a:t>update</a:t>
            </a:r>
          </a:p>
          <a:p>
            <a:pPr>
              <a:defRPr/>
            </a:pPr>
            <a:r>
              <a:rPr lang="en-US" sz="2000" dirty="0"/>
              <a:t>} ( </a:t>
            </a:r>
            <a:r>
              <a:rPr lang="en-US" sz="2000" dirty="0">
                <a:solidFill>
                  <a:srgbClr val="0000FF"/>
                </a:solidFill>
              </a:rPr>
              <a:t>condition</a:t>
            </a:r>
            <a:r>
              <a:rPr lang="en-US" sz="2000" dirty="0"/>
              <a:t> );</a:t>
            </a:r>
            <a:endParaRPr lang="en-SG" sz="2000" dirty="0"/>
          </a:p>
        </p:txBody>
      </p:sp>
    </p:spTree>
    <p:extLst>
      <p:ext uri="{BB962C8B-B14F-4D97-AF65-F5344CB8AC3E}">
        <p14:creationId xmlns:p14="http://schemas.microsoft.com/office/powerpoint/2010/main" val="2419983458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FAB48-B63A-2F72-2D03-0810E31B24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>
            <a:extLst>
              <a:ext uri="{FF2B5EF4-FFF2-40B4-BE49-F238E27FC236}">
                <a16:creationId xmlns:a16="http://schemas.microsoft.com/office/drawing/2014/main" id="{16B473A1-DACB-0EBC-79C3-50B9B11C619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r>
              <a:rPr lang="en-GB" sz="3600">
                <a:solidFill>
                  <a:srgbClr val="0000FF"/>
                </a:solidFill>
              </a:rPr>
              <a:t>Nested Loops (w/ tracing)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7E583CE9-641C-F41A-E24F-55C32BE212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2FAB57A-A60D-4412-5F4E-0B6082CC7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Week5R - </a:t>
            </a:r>
            <a:fld id="{2E4790E1-2590-4AEE-892D-AB46A7688113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30103D3-66AB-9479-E898-08E79808DD1E}"/>
              </a:ext>
            </a:extLst>
          </p:cNvPr>
          <p:cNvSpPr txBox="1"/>
          <p:nvPr/>
        </p:nvSpPr>
        <p:spPr>
          <a:xfrm>
            <a:off x="603849" y="1260195"/>
            <a:ext cx="2825151" cy="28623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>
              <a:tabLst>
                <a:tab pos="293688" algn="l"/>
                <a:tab pos="620713" algn="l"/>
              </a:tabLst>
            </a:pPr>
            <a:r>
              <a:rPr lang="en-US" b="1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pPr>
              <a:tabLst>
                <a:tab pos="293688" algn="l"/>
                <a:tab pos="620713" algn="l"/>
              </a:tabLst>
            </a:pPr>
            <a:r>
              <a:rPr lang="en-US" b="1">
                <a:latin typeface="Courier New" panose="02070309020205020404" pitchFamily="49" charset="0"/>
                <a:cs typeface="Courier New" panose="02070309020205020404" pitchFamily="49" charset="0"/>
              </a:rPr>
              <a:t>a = 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b="1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>
              <a:tabLst>
                <a:tab pos="293688" algn="l"/>
                <a:tab pos="620713" algn="l"/>
              </a:tabLst>
            </a:pPr>
            <a:r>
              <a:rPr lang="en-US" b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en-US" b="1">
                <a:latin typeface="Courier New" panose="02070309020205020404" pitchFamily="49" charset="0"/>
                <a:cs typeface="Courier New" panose="02070309020205020404" pitchFamily="49" charset="0"/>
              </a:rPr>
              <a:t> (a &lt;= 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  <a:r>
              <a:rPr lang="en-US" b="1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pPr>
              <a:tabLst>
                <a:tab pos="293688" algn="l"/>
                <a:tab pos="620713" algn="l"/>
              </a:tabLst>
            </a:pPr>
            <a:r>
              <a:rPr lang="en-US" b="1">
                <a:latin typeface="Courier New" panose="02070309020205020404" pitchFamily="49" charset="0"/>
                <a:cs typeface="Courier New" panose="02070309020205020404" pitchFamily="49" charset="0"/>
              </a:rPr>
              <a:t>  b = a + 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  <a:r>
              <a:rPr lang="en-US" b="1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>
              <a:tabLst>
                <a:tab pos="293688" algn="l"/>
                <a:tab pos="620713" algn="l"/>
              </a:tabLst>
            </a:pPr>
            <a:r>
              <a:rPr lang="en-US" b="1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 </a:t>
            </a:r>
            <a:r>
              <a:rPr lang="en-US" b="1">
                <a:latin typeface="Courier New" panose="02070309020205020404" pitchFamily="49" charset="0"/>
                <a:cs typeface="Courier New" panose="02070309020205020404" pitchFamily="49" charset="0"/>
              </a:rPr>
              <a:t>(b &lt;= 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</a:t>
            </a:r>
            <a:r>
              <a:rPr lang="en-US" b="1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pPr>
              <a:tabLst>
                <a:tab pos="293688" algn="l"/>
                <a:tab pos="620713" algn="l"/>
              </a:tabLst>
            </a:pPr>
            <a:r>
              <a:rPr lang="en-US" b="1">
                <a:latin typeface="Courier New" panose="02070309020205020404" pitchFamily="49" charset="0"/>
                <a:cs typeface="Courier New" panose="02070309020205020404" pitchFamily="49" charset="0"/>
              </a:rPr>
              <a:t>    b += 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  <a:r>
              <a:rPr lang="en-US" b="1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>
              <a:tabLst>
                <a:tab pos="293688" algn="l"/>
                <a:tab pos="620713" algn="l"/>
              </a:tabLst>
            </a:pPr>
            <a:r>
              <a:rPr lang="en-US" b="1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pPr>
              <a:tabLst>
                <a:tab pos="293688" algn="l"/>
                <a:tab pos="620713" algn="l"/>
              </a:tabLst>
            </a:pPr>
            <a:r>
              <a:rPr lang="en-US" b="1">
                <a:latin typeface="Courier New" panose="02070309020205020404" pitchFamily="49" charset="0"/>
                <a:cs typeface="Courier New" panose="02070309020205020404" pitchFamily="49" charset="0"/>
              </a:rPr>
              <a:t>  a += 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b="1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>
              <a:tabLst>
                <a:tab pos="293688" algn="l"/>
                <a:tab pos="620713" algn="l"/>
              </a:tabLst>
            </a:pPr>
            <a:r>
              <a:rPr lang="en-US" b="1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>
              <a:tabLst>
                <a:tab pos="293688" algn="l"/>
                <a:tab pos="620713" algn="l"/>
              </a:tabLst>
            </a:pPr>
            <a:r>
              <a:rPr lang="en-SG" b="1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en-US" b="1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3C8F59A3-3A43-6307-9F11-C3386ED95A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8240964"/>
              </p:ext>
            </p:extLst>
          </p:nvPr>
        </p:nvGraphicFramePr>
        <p:xfrm>
          <a:off x="3568607" y="1252591"/>
          <a:ext cx="5384760" cy="4749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038">
                  <a:extLst>
                    <a:ext uri="{9D8B030D-6E8A-4147-A177-3AD203B41FA5}">
                      <a16:colId xmlns:a16="http://schemas.microsoft.com/office/drawing/2014/main" val="435778280"/>
                    </a:ext>
                  </a:extLst>
                </a:gridCol>
                <a:gridCol w="509370">
                  <a:extLst>
                    <a:ext uri="{9D8B030D-6E8A-4147-A177-3AD203B41FA5}">
                      <a16:colId xmlns:a16="http://schemas.microsoft.com/office/drawing/2014/main" val="2918992064"/>
                    </a:ext>
                  </a:extLst>
                </a:gridCol>
                <a:gridCol w="848868">
                  <a:extLst>
                    <a:ext uri="{9D8B030D-6E8A-4147-A177-3AD203B41FA5}">
                      <a16:colId xmlns:a16="http://schemas.microsoft.com/office/drawing/2014/main" val="4014169306"/>
                    </a:ext>
                  </a:extLst>
                </a:gridCol>
                <a:gridCol w="925068">
                  <a:extLst>
                    <a:ext uri="{9D8B030D-6E8A-4147-A177-3AD203B41FA5}">
                      <a16:colId xmlns:a16="http://schemas.microsoft.com/office/drawing/2014/main" val="4053595919"/>
                    </a:ext>
                  </a:extLst>
                </a:gridCol>
                <a:gridCol w="2837416">
                  <a:extLst>
                    <a:ext uri="{9D8B030D-6E8A-4147-A177-3AD203B41FA5}">
                      <a16:colId xmlns:a16="http://schemas.microsoft.com/office/drawing/2014/main" val="16471569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a</a:t>
                      </a:r>
                    </a:p>
                  </a:txBody>
                  <a:tcPr marL="100584" marR="10058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b</a:t>
                      </a:r>
                    </a:p>
                  </a:txBody>
                  <a:tcPr marL="100584" marR="10058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aseline="0"/>
                        <a:t>a&lt;=4 </a:t>
                      </a:r>
                    </a:p>
                  </a:txBody>
                  <a:tcPr marL="100584" marR="100584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aseline="0"/>
                        <a:t>b&lt;=10</a:t>
                      </a:r>
                    </a:p>
                  </a:txBody>
                  <a:tcPr marL="100584" marR="100584"/>
                </a:tc>
                <a:tc>
                  <a:txBody>
                    <a:bodyPr/>
                    <a:lstStyle/>
                    <a:p>
                      <a:r>
                        <a:rPr lang="en-US"/>
                        <a:t>Remark</a:t>
                      </a:r>
                    </a:p>
                  </a:txBody>
                  <a:tcPr marL="100584" marR="100584"/>
                </a:tc>
                <a:extLst>
                  <a:ext uri="{0D108BD9-81ED-4DB2-BD59-A6C34878D82A}">
                    <a16:rowId xmlns:a16="http://schemas.microsoft.com/office/drawing/2014/main" val="35707214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/>
                        <a:t>1</a:t>
                      </a:r>
                    </a:p>
                  </a:txBody>
                  <a:tcPr marL="100584" marR="10058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/>
                        <a:t>-</a:t>
                      </a:r>
                    </a:p>
                  </a:txBody>
                  <a:tcPr marL="100584" marR="10058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/>
                        <a:t>true</a:t>
                      </a:r>
                    </a:p>
                  </a:txBody>
                  <a:tcPr marL="100584" marR="10058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/>
                        <a:t>-</a:t>
                      </a:r>
                    </a:p>
                  </a:txBody>
                  <a:tcPr marL="100584" marR="100584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Before outer loop</a:t>
                      </a:r>
                    </a:p>
                  </a:txBody>
                  <a:tcPr marL="100584" marR="100584"/>
                </a:tc>
                <a:extLst>
                  <a:ext uri="{0D108BD9-81ED-4DB2-BD59-A6C34878D82A}">
                    <a16:rowId xmlns:a16="http://schemas.microsoft.com/office/drawing/2014/main" val="1077740404"/>
                  </a:ext>
                </a:extLst>
              </a:tr>
              <a:tr h="370840">
                <a:tc gridSpan="5">
                  <a:txBody>
                    <a:bodyPr/>
                    <a:lstStyle/>
                    <a:p>
                      <a:pPr algn="ctr"/>
                      <a:r>
                        <a:rPr lang="en-US" sz="1600"/>
                        <a:t>(1</a:t>
                      </a:r>
                      <a:r>
                        <a:rPr lang="en-US" sz="1600" baseline="30000"/>
                        <a:t>st</a:t>
                      </a:r>
                      <a:r>
                        <a:rPr lang="en-US" sz="1600"/>
                        <a:t> round of the outer loop)</a:t>
                      </a:r>
                    </a:p>
                  </a:txBody>
                  <a:tcPr marL="100584" marR="100584"/>
                </a:tc>
                <a:tc hMerge="1"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7455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/>
                        <a:t>1</a:t>
                      </a:r>
                    </a:p>
                  </a:txBody>
                  <a:tcPr marL="100584" marR="10058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/>
                        <a:t>4</a:t>
                      </a:r>
                    </a:p>
                  </a:txBody>
                  <a:tcPr marL="100584" marR="10058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/>
                        <a:t>-</a:t>
                      </a:r>
                    </a:p>
                  </a:txBody>
                  <a:tcPr marL="100584" marR="10058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/>
                        <a:t>true</a:t>
                      </a:r>
                    </a:p>
                  </a:txBody>
                  <a:tcPr marL="100584" marR="100584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Before inner loop</a:t>
                      </a:r>
                    </a:p>
                  </a:txBody>
                  <a:tcPr marL="100584" marR="100584"/>
                </a:tc>
                <a:extLst>
                  <a:ext uri="{0D108BD9-81ED-4DB2-BD59-A6C34878D82A}">
                    <a16:rowId xmlns:a16="http://schemas.microsoft.com/office/drawing/2014/main" val="24353054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600"/>
                        <a:t>1</a:t>
                      </a:r>
                    </a:p>
                  </a:txBody>
                  <a:tcPr marL="100584" marR="10058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/>
                        <a:t>7</a:t>
                      </a:r>
                    </a:p>
                  </a:txBody>
                  <a:tcPr marL="100584" marR="10058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/>
                        <a:t>-</a:t>
                      </a:r>
                    </a:p>
                  </a:txBody>
                  <a:tcPr marL="100584" marR="100584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/>
                        <a:t>true</a:t>
                      </a:r>
                    </a:p>
                  </a:txBody>
                  <a:tcPr marL="100584" marR="100584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After 1</a:t>
                      </a:r>
                      <a:r>
                        <a:rPr lang="en-US" sz="1600" baseline="30000"/>
                        <a:t>st</a:t>
                      </a:r>
                      <a:r>
                        <a:rPr lang="en-US" sz="1600"/>
                        <a:t> round of inner loop.</a:t>
                      </a:r>
                    </a:p>
                  </a:txBody>
                  <a:tcPr marL="100584" marR="100584"/>
                </a:tc>
                <a:extLst>
                  <a:ext uri="{0D108BD9-81ED-4DB2-BD59-A6C34878D82A}">
                    <a16:rowId xmlns:a16="http://schemas.microsoft.com/office/drawing/2014/main" val="910912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/>
                        <a:t>1</a:t>
                      </a:r>
                    </a:p>
                  </a:txBody>
                  <a:tcPr marL="100584" marR="10058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/>
                        <a:t>10</a:t>
                      </a:r>
                    </a:p>
                  </a:txBody>
                  <a:tcPr marL="100584" marR="10058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/>
                        <a:t>-</a:t>
                      </a:r>
                    </a:p>
                  </a:txBody>
                  <a:tcPr marL="100584" marR="100584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/>
                        <a:t>true</a:t>
                      </a:r>
                    </a:p>
                  </a:txBody>
                  <a:tcPr marL="100584" marR="100584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After 2</a:t>
                      </a:r>
                      <a:r>
                        <a:rPr lang="en-US" sz="1600" baseline="30000"/>
                        <a:t>nd</a:t>
                      </a:r>
                      <a:r>
                        <a:rPr lang="en-US" sz="1600"/>
                        <a:t> round of inner loop.</a:t>
                      </a:r>
                    </a:p>
                  </a:txBody>
                  <a:tcPr marL="100584" marR="100584"/>
                </a:tc>
                <a:extLst>
                  <a:ext uri="{0D108BD9-81ED-4DB2-BD59-A6C34878D82A}">
                    <a16:rowId xmlns:a16="http://schemas.microsoft.com/office/drawing/2014/main" val="1398112356"/>
                  </a:ext>
                </a:extLst>
              </a:tr>
              <a:tr h="254528">
                <a:tc>
                  <a:txBody>
                    <a:bodyPr/>
                    <a:lstStyle/>
                    <a:p>
                      <a:pPr algn="ctr"/>
                      <a:r>
                        <a:rPr lang="en-US" sz="1600"/>
                        <a:t>1</a:t>
                      </a:r>
                    </a:p>
                  </a:txBody>
                  <a:tcPr marL="100584" marR="10058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/>
                        <a:t>13</a:t>
                      </a:r>
                    </a:p>
                  </a:txBody>
                  <a:tcPr marL="100584" marR="10058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/>
                        <a:t>-</a:t>
                      </a:r>
                    </a:p>
                  </a:txBody>
                  <a:tcPr marL="100584" marR="100584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/>
                        <a:t>false</a:t>
                      </a:r>
                    </a:p>
                  </a:txBody>
                  <a:tcPr marL="100584" marR="100584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After 3</a:t>
                      </a:r>
                      <a:r>
                        <a:rPr lang="en-US" sz="1600" baseline="30000"/>
                        <a:t>rd</a:t>
                      </a:r>
                      <a:r>
                        <a:rPr lang="en-US" sz="1600"/>
                        <a:t> round of inner loop.</a:t>
                      </a:r>
                    </a:p>
                  </a:txBody>
                  <a:tcPr marL="100584" marR="100584"/>
                </a:tc>
                <a:extLst>
                  <a:ext uri="{0D108BD9-81ED-4DB2-BD59-A6C34878D82A}">
                    <a16:rowId xmlns:a16="http://schemas.microsoft.com/office/drawing/2014/main" val="37881226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/>
                        <a:t>2</a:t>
                      </a:r>
                    </a:p>
                  </a:txBody>
                  <a:tcPr marL="100584" marR="10058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/>
                        <a:t>13</a:t>
                      </a:r>
                    </a:p>
                  </a:txBody>
                  <a:tcPr marL="100584" marR="10058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/>
                        <a:t>true</a:t>
                      </a:r>
                    </a:p>
                  </a:txBody>
                  <a:tcPr marL="100584" marR="100584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/>
                        <a:t>-</a:t>
                      </a:r>
                    </a:p>
                  </a:txBody>
                  <a:tcPr marL="100584" marR="100584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/>
                        <a:t>After 1</a:t>
                      </a:r>
                      <a:r>
                        <a:rPr lang="en-US" sz="1600" baseline="30000"/>
                        <a:t>st</a:t>
                      </a:r>
                      <a:r>
                        <a:rPr lang="en-US" sz="1600"/>
                        <a:t> round of outer loop.</a:t>
                      </a:r>
                    </a:p>
                  </a:txBody>
                  <a:tcPr marL="100584" marR="100584"/>
                </a:tc>
                <a:extLst>
                  <a:ext uri="{0D108BD9-81ED-4DB2-BD59-A6C34878D82A}">
                    <a16:rowId xmlns:a16="http://schemas.microsoft.com/office/drawing/2014/main" val="545911254"/>
                  </a:ext>
                </a:extLst>
              </a:tr>
              <a:tr h="370840"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/>
                        <a:t>(2</a:t>
                      </a:r>
                      <a:r>
                        <a:rPr lang="en-US" sz="1600" baseline="30000"/>
                        <a:t>nd</a:t>
                      </a:r>
                      <a:r>
                        <a:rPr lang="en-US" sz="1600"/>
                        <a:t> round of the outer loop)</a:t>
                      </a:r>
                    </a:p>
                  </a:txBody>
                  <a:tcPr marL="100584" marR="100584"/>
                </a:tc>
                <a:tc hMerge="1"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marL="100584" marR="100584"/>
                </a:tc>
                <a:tc hMerge="1"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marL="100584" marR="100584"/>
                </a:tc>
                <a:tc hMerge="1"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marL="100584" marR="100584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100584" marR="100584"/>
                </a:tc>
                <a:extLst>
                  <a:ext uri="{0D108BD9-81ED-4DB2-BD59-A6C34878D82A}">
                    <a16:rowId xmlns:a16="http://schemas.microsoft.com/office/drawing/2014/main" val="13232089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/>
                        <a:t>2</a:t>
                      </a:r>
                    </a:p>
                  </a:txBody>
                  <a:tcPr marL="100584" marR="10058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/>
                        <a:t>5</a:t>
                      </a:r>
                    </a:p>
                  </a:txBody>
                  <a:tcPr marL="100584" marR="10058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/>
                        <a:t>-</a:t>
                      </a:r>
                    </a:p>
                  </a:txBody>
                  <a:tcPr marL="100584" marR="10058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/>
                        <a:t>true</a:t>
                      </a:r>
                    </a:p>
                  </a:txBody>
                  <a:tcPr marL="100584" marR="100584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Before inner loop</a:t>
                      </a:r>
                    </a:p>
                  </a:txBody>
                  <a:tcPr marL="100584" marR="100584"/>
                </a:tc>
                <a:extLst>
                  <a:ext uri="{0D108BD9-81ED-4DB2-BD59-A6C34878D82A}">
                    <a16:rowId xmlns:a16="http://schemas.microsoft.com/office/drawing/2014/main" val="11667794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/>
                        <a:t>2</a:t>
                      </a:r>
                    </a:p>
                  </a:txBody>
                  <a:tcPr marL="100584" marR="10058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/>
                        <a:t>8</a:t>
                      </a:r>
                    </a:p>
                  </a:txBody>
                  <a:tcPr marL="100584" marR="10058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/>
                        <a:t>-</a:t>
                      </a:r>
                    </a:p>
                  </a:txBody>
                  <a:tcPr marL="100584" marR="100584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/>
                        <a:t>true</a:t>
                      </a:r>
                    </a:p>
                  </a:txBody>
                  <a:tcPr marL="100584" marR="100584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/>
                        <a:t>After 1</a:t>
                      </a:r>
                      <a:r>
                        <a:rPr lang="en-US" sz="1600" baseline="30000"/>
                        <a:t>st</a:t>
                      </a:r>
                      <a:r>
                        <a:rPr lang="en-US" sz="1600"/>
                        <a:t> round of inner loop.</a:t>
                      </a:r>
                    </a:p>
                  </a:txBody>
                  <a:tcPr marL="100584" marR="100584"/>
                </a:tc>
                <a:extLst>
                  <a:ext uri="{0D108BD9-81ED-4DB2-BD59-A6C34878D82A}">
                    <a16:rowId xmlns:a16="http://schemas.microsoft.com/office/drawing/2014/main" val="14254381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/>
                        <a:t>2</a:t>
                      </a:r>
                    </a:p>
                  </a:txBody>
                  <a:tcPr marL="100584" marR="10058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/>
                        <a:t>11</a:t>
                      </a:r>
                    </a:p>
                  </a:txBody>
                  <a:tcPr marL="100584" marR="10058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/>
                        <a:t>-</a:t>
                      </a:r>
                    </a:p>
                  </a:txBody>
                  <a:tcPr marL="100584" marR="100584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/>
                        <a:t>false</a:t>
                      </a:r>
                    </a:p>
                  </a:txBody>
                  <a:tcPr marL="100584" marR="100584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/>
                        <a:t>After 2</a:t>
                      </a:r>
                      <a:r>
                        <a:rPr lang="en-US" sz="1600" baseline="30000"/>
                        <a:t>nd</a:t>
                      </a:r>
                      <a:r>
                        <a:rPr lang="en-US" sz="1600"/>
                        <a:t> round of inner loop.</a:t>
                      </a:r>
                    </a:p>
                  </a:txBody>
                  <a:tcPr marL="100584" marR="100584"/>
                </a:tc>
                <a:extLst>
                  <a:ext uri="{0D108BD9-81ED-4DB2-BD59-A6C34878D82A}">
                    <a16:rowId xmlns:a16="http://schemas.microsoft.com/office/drawing/2014/main" val="16460884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/>
                        <a:t>3</a:t>
                      </a:r>
                    </a:p>
                  </a:txBody>
                  <a:tcPr marL="100584" marR="10058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/>
                        <a:t>11</a:t>
                      </a:r>
                    </a:p>
                  </a:txBody>
                  <a:tcPr marL="100584" marR="10058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/>
                        <a:t>false</a:t>
                      </a:r>
                    </a:p>
                  </a:txBody>
                  <a:tcPr marL="100584" marR="100584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/>
                        <a:t>-</a:t>
                      </a:r>
                    </a:p>
                  </a:txBody>
                  <a:tcPr marL="100584" marR="100584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/>
                        <a:t>After 2</a:t>
                      </a:r>
                      <a:r>
                        <a:rPr lang="en-US" sz="1600" baseline="30000"/>
                        <a:t>nd</a:t>
                      </a:r>
                      <a:r>
                        <a:rPr lang="en-US" sz="1600"/>
                        <a:t> round of outer loop.</a:t>
                      </a:r>
                    </a:p>
                  </a:txBody>
                  <a:tcPr marL="100584" marR="100584"/>
                </a:tc>
                <a:extLst>
                  <a:ext uri="{0D108BD9-81ED-4DB2-BD59-A6C34878D82A}">
                    <a16:rowId xmlns:a16="http://schemas.microsoft.com/office/drawing/2014/main" val="236150251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EB996B53-68CE-249A-B9DB-AA73CDB6ED15}"/>
              </a:ext>
            </a:extLst>
          </p:cNvPr>
          <p:cNvSpPr/>
          <p:nvPr/>
        </p:nvSpPr>
        <p:spPr>
          <a:xfrm>
            <a:off x="3651280" y="1679892"/>
            <a:ext cx="5264120" cy="2625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27CC6DA-0ACE-0521-BC97-E302FDB9DDAB}"/>
              </a:ext>
            </a:extLst>
          </p:cNvPr>
          <p:cNvSpPr/>
          <p:nvPr/>
        </p:nvSpPr>
        <p:spPr>
          <a:xfrm>
            <a:off x="3651278" y="2038067"/>
            <a:ext cx="5264120" cy="2625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0C82A96-EEED-4EF1-6646-10FA0A29916F}"/>
              </a:ext>
            </a:extLst>
          </p:cNvPr>
          <p:cNvSpPr/>
          <p:nvPr/>
        </p:nvSpPr>
        <p:spPr>
          <a:xfrm>
            <a:off x="3651277" y="2381161"/>
            <a:ext cx="5264120" cy="30739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008AA8D-6102-0716-0DFC-62D55A5FE2C8}"/>
              </a:ext>
            </a:extLst>
          </p:cNvPr>
          <p:cNvSpPr/>
          <p:nvPr/>
        </p:nvSpPr>
        <p:spPr>
          <a:xfrm>
            <a:off x="3644284" y="2794789"/>
            <a:ext cx="5264120" cy="23782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557A25F-A34B-3AC9-111F-A868ED715E25}"/>
              </a:ext>
            </a:extLst>
          </p:cNvPr>
          <p:cNvSpPr/>
          <p:nvPr/>
        </p:nvSpPr>
        <p:spPr>
          <a:xfrm>
            <a:off x="3651272" y="3106234"/>
            <a:ext cx="5257131" cy="29121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854E98B-C083-8FAE-3DE9-BB80AFDFFFD5}"/>
              </a:ext>
            </a:extLst>
          </p:cNvPr>
          <p:cNvSpPr/>
          <p:nvPr/>
        </p:nvSpPr>
        <p:spPr>
          <a:xfrm>
            <a:off x="3645566" y="3479874"/>
            <a:ext cx="5257131" cy="23897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1E4E273-CBF4-CD3E-2464-AACAFBC0C446}"/>
              </a:ext>
            </a:extLst>
          </p:cNvPr>
          <p:cNvSpPr/>
          <p:nvPr/>
        </p:nvSpPr>
        <p:spPr>
          <a:xfrm>
            <a:off x="3644284" y="3833172"/>
            <a:ext cx="5250134" cy="26689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088F2C5-4B1F-FA0E-2AAB-6B96227C377D}"/>
              </a:ext>
            </a:extLst>
          </p:cNvPr>
          <p:cNvSpPr/>
          <p:nvPr/>
        </p:nvSpPr>
        <p:spPr>
          <a:xfrm>
            <a:off x="3644277" y="4189049"/>
            <a:ext cx="5250134" cy="28247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CC7E5B5-BC83-9AA3-E9C4-A4FD3D7BF949}"/>
              </a:ext>
            </a:extLst>
          </p:cNvPr>
          <p:cNvSpPr/>
          <p:nvPr/>
        </p:nvSpPr>
        <p:spPr>
          <a:xfrm>
            <a:off x="3637927" y="4553246"/>
            <a:ext cx="5250134" cy="30452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4" name="Date Placeholder 13">
            <a:extLst>
              <a:ext uri="{FF2B5EF4-FFF2-40B4-BE49-F238E27FC236}">
                <a16:creationId xmlns:a16="http://schemas.microsoft.com/office/drawing/2014/main" id="{AC8B8519-8FFD-319C-0F80-5DAB21D40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01551B2-570F-B3AA-FC1E-2B2DE6FB3AE7}"/>
              </a:ext>
            </a:extLst>
          </p:cNvPr>
          <p:cNvSpPr/>
          <p:nvPr/>
        </p:nvSpPr>
        <p:spPr>
          <a:xfrm>
            <a:off x="3635920" y="4944529"/>
            <a:ext cx="5250134" cy="29319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EA3ED81-D2B3-5747-F6CC-5E50BB519B81}"/>
              </a:ext>
            </a:extLst>
          </p:cNvPr>
          <p:cNvSpPr/>
          <p:nvPr/>
        </p:nvSpPr>
        <p:spPr>
          <a:xfrm>
            <a:off x="3635920" y="5289604"/>
            <a:ext cx="5250134" cy="29319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DA3F100-3F4C-A5F9-4463-6416F8481C9B}"/>
              </a:ext>
            </a:extLst>
          </p:cNvPr>
          <p:cNvSpPr/>
          <p:nvPr/>
        </p:nvSpPr>
        <p:spPr>
          <a:xfrm>
            <a:off x="3635920" y="5647147"/>
            <a:ext cx="5250134" cy="29319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CF24EDF-AE56-004F-78AA-8B580A7E712A}"/>
              </a:ext>
            </a:extLst>
          </p:cNvPr>
          <p:cNvSpPr txBox="1"/>
          <p:nvPr/>
        </p:nvSpPr>
        <p:spPr>
          <a:xfrm>
            <a:off x="603849" y="4482864"/>
            <a:ext cx="2521036" cy="923330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Good to put the inner loop to a separate function if possible.</a:t>
            </a:r>
          </a:p>
        </p:txBody>
      </p:sp>
    </p:spTree>
    <p:extLst>
      <p:ext uri="{BB962C8B-B14F-4D97-AF65-F5344CB8AC3E}">
        <p14:creationId xmlns:p14="http://schemas.microsoft.com/office/powerpoint/2010/main" val="163345315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 animBg="1"/>
      <p:bldP spid="10" grpId="0" animBg="1"/>
      <p:bldP spid="11" grpId="0" animBg="1"/>
      <p:bldP spid="12" grpId="0" animBg="1"/>
      <p:bldP spid="13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6F99D-A3DD-E7EA-9148-721D8096F6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>
            <a:extLst>
              <a:ext uri="{FF2B5EF4-FFF2-40B4-BE49-F238E27FC236}">
                <a16:creationId xmlns:a16="http://schemas.microsoft.com/office/drawing/2014/main" id="{AC0A27A5-6265-4780-9066-68FE627761C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>
                <a:solidFill>
                  <a:srgbClr val="0000FF"/>
                </a:solidFill>
              </a:rPr>
              <a:t>Repetition through Recursion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E7127C1-D47B-3069-6716-AFCD1F6541DA}"/>
              </a:ext>
            </a:extLst>
          </p:cNvPr>
          <p:cNvSpPr txBox="1"/>
          <p:nvPr/>
        </p:nvSpPr>
        <p:spPr>
          <a:xfrm>
            <a:off x="587376" y="1766793"/>
            <a:ext cx="5405462" cy="2862322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factorial(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n)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answer;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(n ==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answer =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}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{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answer = n * factorial(n -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}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answer;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68F5031-919A-B0D5-243B-A05F5BA81D9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33" r="9109"/>
          <a:stretch/>
        </p:blipFill>
        <p:spPr>
          <a:xfrm>
            <a:off x="3268394" y="4068298"/>
            <a:ext cx="5852160" cy="2659463"/>
          </a:xfrm>
          <a:prstGeom prst="rect">
            <a:avLst/>
          </a:prstGeom>
        </p:spPr>
      </p:pic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2F3AB85A-1901-7C1A-A9A3-56B7D5670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/>
              <a:t>CS1010: Programming Methodology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6C99E8-661B-9800-F1CF-1885D2478B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Week5R - </a:t>
            </a:r>
            <a:fld id="{2E4790E1-2590-4AEE-892D-AB46A7688113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72547D-6299-A11C-A37F-24D979CF25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</a:p>
        </p:txBody>
      </p:sp>
    </p:spTree>
    <p:extLst>
      <p:ext uri="{BB962C8B-B14F-4D97-AF65-F5344CB8AC3E}">
        <p14:creationId xmlns:p14="http://schemas.microsoft.com/office/powerpoint/2010/main" val="754083244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DF94B5-F3C8-396C-A118-11B8BEE8A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>
            <a:extLst>
              <a:ext uri="{FF2B5EF4-FFF2-40B4-BE49-F238E27FC236}">
                <a16:creationId xmlns:a16="http://schemas.microsoft.com/office/drawing/2014/main" id="{EFE4EAF8-01E2-1AD1-5D40-F046ED02CA3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zh-CN" sz="3600">
                <a:solidFill>
                  <a:srgbClr val="0000FF"/>
                </a:solidFill>
              </a:rPr>
              <a:t>Conversion between Iteration and Recursion</a:t>
            </a:r>
            <a:endParaRPr lang="en-GB" sz="3600">
              <a:solidFill>
                <a:srgbClr val="0000FF"/>
              </a:solidFill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B15B752-4462-F3F7-8B96-7B6458F1E6B2}"/>
              </a:ext>
            </a:extLst>
          </p:cNvPr>
          <p:cNvSpPr txBox="1"/>
          <p:nvPr/>
        </p:nvSpPr>
        <p:spPr>
          <a:xfrm>
            <a:off x="539885" y="1287998"/>
            <a:ext cx="5405462" cy="2862322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factorial(</a:t>
            </a:r>
            <a:r>
              <a:rPr lang="en-US" b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n)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i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if </a:t>
            </a:r>
            <a:r>
              <a:rPr lang="en-US" b="1" i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b="1" i="0">
                <a:solidFill>
                  <a:srgbClr val="36464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 </a:t>
            </a:r>
            <a:r>
              <a:rPr lang="en-US" b="1" i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==</a:t>
            </a:r>
            <a:r>
              <a:rPr lang="en-US" b="1" i="0">
                <a:solidFill>
                  <a:srgbClr val="36464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i="0">
                <a:solidFill>
                  <a:srgbClr val="C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b="1" i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b="1" i="0">
                <a:solidFill>
                  <a:srgbClr val="36464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i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en-US" b="1" i="0">
                <a:solidFill>
                  <a:srgbClr val="36464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i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b="1" i="0">
                <a:solidFill>
                  <a:srgbClr val="36464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i="0">
                <a:solidFill>
                  <a:srgbClr val="C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b="1" i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r>
              <a:rPr lang="en-US" b="1" i="0">
                <a:solidFill>
                  <a:srgbClr val="36464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i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US" b="1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product = n;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while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en-US" b="1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&gt;= 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product *= </a:t>
            </a:r>
            <a:r>
              <a:rPr lang="en-US" b="1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b="1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-= 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product;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484E0B25-21C6-E423-C1AE-83AB28DFB6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/>
              <a:t>CS1010: Programming Methodology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300959-F031-FD68-648A-A7BCF279C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Week5R - </a:t>
            </a:r>
            <a:fld id="{2E4790E1-2590-4AEE-892D-AB46A7688113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8C8E83-83E9-33E9-8124-1349555AF034}"/>
              </a:ext>
            </a:extLst>
          </p:cNvPr>
          <p:cNvSpPr txBox="1"/>
          <p:nvPr/>
        </p:nvSpPr>
        <p:spPr>
          <a:xfrm>
            <a:off x="3429000" y="3683142"/>
            <a:ext cx="5405462" cy="2862322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factorial(</a:t>
            </a:r>
            <a:r>
              <a:rPr lang="en-US" b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n)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answer;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(n == 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answer = 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} </a:t>
            </a:r>
            <a:r>
              <a:rPr lang="en-US" b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{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answer = n * factorial(n - 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}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answer;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900B06-93DC-4197-7BF3-C992FCECA9DD}"/>
              </a:ext>
            </a:extLst>
          </p:cNvPr>
          <p:cNvSpPr txBox="1"/>
          <p:nvPr/>
        </p:nvSpPr>
        <p:spPr>
          <a:xfrm>
            <a:off x="6165764" y="1294483"/>
            <a:ext cx="2668698" cy="1200329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SG"/>
              <a:t>Use recursion to get the result of performing all but the last step of computations.</a:t>
            </a:r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627245-A6C2-DEED-F6C1-307576F36A86}"/>
              </a:ext>
            </a:extLst>
          </p:cNvPr>
          <p:cNvSpPr txBox="1"/>
          <p:nvPr/>
        </p:nvSpPr>
        <p:spPr>
          <a:xfrm>
            <a:off x="539885" y="5222753"/>
            <a:ext cx="2696246" cy="1200329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SG"/>
              <a:t>Expand all the computations in the recursion into separate iterations.</a:t>
            </a:r>
            <a:endParaRPr lang="en-US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CF8570F6-7BB5-ABDD-E9A1-D73CE2B69BB5}"/>
              </a:ext>
            </a:extLst>
          </p:cNvPr>
          <p:cNvCxnSpPr>
            <a:cxnSpLocks/>
            <a:stCxn id="5" idx="1"/>
          </p:cNvCxnSpPr>
          <p:nvPr/>
        </p:nvCxnSpPr>
        <p:spPr>
          <a:xfrm rot="10800000">
            <a:off x="1796378" y="4150323"/>
            <a:ext cx="1632623" cy="963980"/>
          </a:xfrm>
          <a:prstGeom prst="bentConnector3">
            <a:avLst>
              <a:gd name="adj1" fmla="val 100050"/>
            </a:avLst>
          </a:prstGeom>
          <a:ln w="349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48D4FE74-3E55-8E97-ABB4-38C7FFE6B95E}"/>
              </a:ext>
            </a:extLst>
          </p:cNvPr>
          <p:cNvCxnSpPr>
            <a:cxnSpLocks/>
            <a:stCxn id="84" idx="3"/>
          </p:cNvCxnSpPr>
          <p:nvPr/>
        </p:nvCxnSpPr>
        <p:spPr>
          <a:xfrm>
            <a:off x="5945347" y="2719159"/>
            <a:ext cx="1681138" cy="957498"/>
          </a:xfrm>
          <a:prstGeom prst="bentConnector3">
            <a:avLst>
              <a:gd name="adj1" fmla="val 99763"/>
            </a:avLst>
          </a:prstGeom>
          <a:ln w="349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E0EEDF-6657-A806-D38E-1D81E91791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</a:p>
        </p:txBody>
      </p:sp>
    </p:spTree>
    <p:extLst>
      <p:ext uri="{BB962C8B-B14F-4D97-AF65-F5344CB8AC3E}">
        <p14:creationId xmlns:p14="http://schemas.microsoft.com/office/powerpoint/2010/main" val="43011106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5DCB6-034F-C907-9BC2-A551798CD3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>
            <a:extLst>
              <a:ext uri="{FF2B5EF4-FFF2-40B4-BE49-F238E27FC236}">
                <a16:creationId xmlns:a16="http://schemas.microsoft.com/office/drawing/2014/main" id="{E4EAD919-8CBB-1D73-A9E0-F8C39C80B60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zh-CN" sz="3600">
                <a:solidFill>
                  <a:srgbClr val="0000FF"/>
                </a:solidFill>
              </a:rPr>
              <a:t>Variants of Recursion…</a:t>
            </a:r>
            <a:endParaRPr lang="en-GB" sz="3600">
              <a:solidFill>
                <a:srgbClr val="0000FF"/>
              </a:solidFill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37CD5C8-B882-BFF4-5249-25F8CB26A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/>
              <a:t>CS1010: Programming Methodology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723C98-69C4-3B3F-C287-FE82E0FE86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sz="1100" dirty="0"/>
              <a:t>Week5R - </a:t>
            </a:r>
            <a:fld id="{2E4790E1-2590-4AEE-892D-AB46A7688113}" type="slidenum">
              <a:rPr lang="en-US" sz="1100" smtClean="0"/>
              <a:pPr>
                <a:defRPr/>
              </a:pPr>
              <a:t>10</a:t>
            </a:fld>
            <a:endParaRPr lang="en-US" sz="11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2FC57E6-46E4-7EF9-E077-B80BD0AF89FB}"/>
              </a:ext>
            </a:extLst>
          </p:cNvPr>
          <p:cNvSpPr txBox="1"/>
          <p:nvPr/>
        </p:nvSpPr>
        <p:spPr>
          <a:xfrm>
            <a:off x="541318" y="1294632"/>
            <a:ext cx="5405462" cy="2862322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factorial(</a:t>
            </a:r>
            <a:r>
              <a:rPr lang="en-US" b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n)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answer;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(n == 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answer = 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} </a:t>
            </a:r>
            <a:r>
              <a:rPr lang="en-US" b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{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answer = n * factorial(n - 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}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answer;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0F154A-663F-A546-695A-5AC8BAF031F3}"/>
              </a:ext>
            </a:extLst>
          </p:cNvPr>
          <p:cNvSpPr txBox="1"/>
          <p:nvPr/>
        </p:nvSpPr>
        <p:spPr>
          <a:xfrm>
            <a:off x="3429000" y="3683142"/>
            <a:ext cx="5405462" cy="3139321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factorial_v2(</a:t>
            </a:r>
            <a:r>
              <a:rPr lang="en-US" b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n, </a:t>
            </a:r>
            <a:r>
              <a:rPr lang="en-US" b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result)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answer;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(n == 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answer = </a:t>
            </a:r>
            <a:r>
              <a:rPr lang="en-US" altLang="zh-CN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result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} </a:t>
            </a:r>
            <a:r>
              <a:rPr lang="en-US" b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{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answer = factorial_v2(n – 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b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n * result);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}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answer;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D877174-B608-2262-4EAE-60AE3FA21B34}"/>
              </a:ext>
            </a:extLst>
          </p:cNvPr>
          <p:cNvSpPr txBox="1"/>
          <p:nvPr/>
        </p:nvSpPr>
        <p:spPr>
          <a:xfrm>
            <a:off x="6165764" y="1300968"/>
            <a:ext cx="2668698" cy="1754326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/>
              <a:t>factorial(5) </a:t>
            </a:r>
            <a:r>
              <a:rPr lang="en-US">
                <a:sym typeface="Wingdings" panose="05000000000000000000" pitchFamily="2" charset="2"/>
              </a:rPr>
              <a:t></a:t>
            </a:r>
            <a:r>
              <a:rPr lang="en-US"/>
              <a:t> </a:t>
            </a:r>
          </a:p>
          <a:p>
            <a:r>
              <a:rPr lang="en-US"/>
              <a:t>5 * factorial(4) </a:t>
            </a:r>
            <a:r>
              <a:rPr lang="en-US">
                <a:sym typeface="Wingdings" panose="05000000000000000000" pitchFamily="2" charset="2"/>
              </a:rPr>
              <a:t></a:t>
            </a:r>
            <a:r>
              <a:rPr lang="en-US"/>
              <a:t> </a:t>
            </a:r>
          </a:p>
          <a:p>
            <a:r>
              <a:rPr lang="en-US"/>
              <a:t>5 * 4 * factorial(3) </a:t>
            </a:r>
            <a:r>
              <a:rPr lang="en-US">
                <a:sym typeface="Wingdings" panose="05000000000000000000" pitchFamily="2" charset="2"/>
              </a:rPr>
              <a:t></a:t>
            </a:r>
          </a:p>
          <a:p>
            <a:r>
              <a:rPr lang="en-US"/>
              <a:t>… </a:t>
            </a:r>
            <a:r>
              <a:rPr lang="en-US">
                <a:sym typeface="Wingdings" panose="05000000000000000000" pitchFamily="2" charset="2"/>
              </a:rPr>
              <a:t> 5!</a:t>
            </a:r>
          </a:p>
          <a:p>
            <a:r>
              <a:rPr lang="en-US" i="1">
                <a:sym typeface="Wingdings" panose="05000000000000000000" pitchFamily="2" charset="2"/>
              </a:rPr>
              <a:t>Call </a:t>
            </a:r>
            <a:r>
              <a:rPr lang="en-US" b="1" i="1">
                <a:sym typeface="Wingdings" panose="05000000000000000000" pitchFamily="2" charset="2"/>
              </a:rPr>
              <a:t>factorial(n)</a:t>
            </a:r>
            <a:r>
              <a:rPr lang="en-US" i="1">
                <a:sym typeface="Wingdings" panose="05000000000000000000" pitchFamily="2" charset="2"/>
              </a:rPr>
              <a:t> to compute n!</a:t>
            </a:r>
            <a:endParaRPr lang="en-US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33CFD7B-F80E-E439-2780-C3346B17989A}"/>
              </a:ext>
            </a:extLst>
          </p:cNvPr>
          <p:cNvSpPr txBox="1"/>
          <p:nvPr/>
        </p:nvSpPr>
        <p:spPr>
          <a:xfrm>
            <a:off x="604736" y="4514338"/>
            <a:ext cx="2631332" cy="2031325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/>
              <a:t>factorial_v2(5, 1) </a:t>
            </a:r>
            <a:r>
              <a:rPr lang="en-US">
                <a:sym typeface="Wingdings" panose="05000000000000000000" pitchFamily="2" charset="2"/>
              </a:rPr>
              <a:t></a:t>
            </a:r>
            <a:r>
              <a:rPr lang="en-US"/>
              <a:t> </a:t>
            </a:r>
          </a:p>
          <a:p>
            <a:r>
              <a:rPr lang="en-US"/>
              <a:t>factorial_v2(4, 5)</a:t>
            </a:r>
            <a:r>
              <a:rPr lang="en-US">
                <a:sym typeface="Wingdings" panose="05000000000000000000" pitchFamily="2" charset="2"/>
              </a:rPr>
              <a:t></a:t>
            </a:r>
          </a:p>
          <a:p>
            <a:r>
              <a:rPr lang="en-US"/>
              <a:t>factorial_v2(3, 5*4) </a:t>
            </a:r>
            <a:r>
              <a:rPr lang="en-US">
                <a:sym typeface="Wingdings" panose="05000000000000000000" pitchFamily="2" charset="2"/>
              </a:rPr>
              <a:t></a:t>
            </a:r>
            <a:endParaRPr lang="en-US"/>
          </a:p>
          <a:p>
            <a:r>
              <a:rPr lang="en-US"/>
              <a:t>factorial_v2(2, 5*4*3) </a:t>
            </a:r>
            <a:r>
              <a:rPr lang="en-US">
                <a:sym typeface="Wingdings" panose="05000000000000000000" pitchFamily="2" charset="2"/>
              </a:rPr>
              <a:t></a:t>
            </a:r>
          </a:p>
          <a:p>
            <a:r>
              <a:rPr lang="en-US"/>
              <a:t>… </a:t>
            </a:r>
            <a:r>
              <a:rPr lang="en-US">
                <a:sym typeface="Wingdings" panose="05000000000000000000" pitchFamily="2" charset="2"/>
              </a:rPr>
              <a:t> 5!</a:t>
            </a:r>
          </a:p>
          <a:p>
            <a:r>
              <a:rPr lang="en-US" i="1">
                <a:sym typeface="Wingdings" panose="05000000000000000000" pitchFamily="2" charset="2"/>
              </a:rPr>
              <a:t>Call </a:t>
            </a:r>
            <a:r>
              <a:rPr lang="en-US" b="1" i="1">
                <a:sym typeface="Wingdings" panose="05000000000000000000" pitchFamily="2" charset="2"/>
              </a:rPr>
              <a:t>factorial_v2(n, 1) </a:t>
            </a:r>
            <a:r>
              <a:rPr lang="en-US" i="1">
                <a:sym typeface="Wingdings" panose="05000000000000000000" pitchFamily="2" charset="2"/>
              </a:rPr>
              <a:t>to compute n!</a:t>
            </a:r>
            <a:endParaRPr lang="en-US" i="1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5DF4FDC-814B-533D-799F-58992D71FD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</a:p>
        </p:txBody>
      </p:sp>
    </p:spTree>
    <p:extLst>
      <p:ext uri="{BB962C8B-B14F-4D97-AF65-F5344CB8AC3E}">
        <p14:creationId xmlns:p14="http://schemas.microsoft.com/office/powerpoint/2010/main" val="2725745500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Content Placeholder 5">
            <a:extLst>
              <a:ext uri="{FF2B5EF4-FFF2-40B4-BE49-F238E27FC236}">
                <a16:creationId xmlns:a16="http://schemas.microsoft.com/office/drawing/2014/main" id="{C70A47A0-816F-405E-B986-DCD3BF78F6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7374" y="1187450"/>
            <a:ext cx="8381999" cy="5652261"/>
          </a:xfrm>
        </p:spPr>
        <p:txBody>
          <a:bodyPr>
            <a:normAutofit/>
          </a:bodyPr>
          <a:lstStyle/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800"/>
              <a:t>An </a:t>
            </a:r>
            <a:r>
              <a:rPr lang="en-US" sz="2800">
                <a:solidFill>
                  <a:srgbClr val="0000FF"/>
                </a:solidFill>
              </a:rPr>
              <a:t>assertion</a:t>
            </a:r>
            <a:r>
              <a:rPr lang="en-US" sz="2800"/>
              <a:t> that is true before the loop, after each iteration of the loop, and after the loop.</a:t>
            </a:r>
            <a:endParaRPr lang="en-US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/>
          </a:p>
        </p:txBody>
      </p:sp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>
                <a:solidFill>
                  <a:srgbClr val="0000FF"/>
                </a:solidFill>
              </a:rPr>
              <a:t>Loop Invariant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2096CE0-F283-4186-90FF-7C54FF151885}"/>
              </a:ext>
            </a:extLst>
          </p:cNvPr>
          <p:cNvSpPr txBox="1"/>
          <p:nvPr/>
        </p:nvSpPr>
        <p:spPr>
          <a:xfrm>
            <a:off x="815974" y="2231062"/>
            <a:ext cx="7741117" cy="4524315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i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 i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factorial(</a:t>
            </a:r>
            <a:r>
              <a:rPr lang="en-US" b="1" i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 i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n)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i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i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i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b="1" i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(n == </a:t>
            </a:r>
            <a:r>
              <a:rPr lang="en-US" b="1" i="0">
                <a:solidFill>
                  <a:srgbClr val="C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b="1" i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 { </a:t>
            </a:r>
            <a:r>
              <a:rPr lang="en-US" b="1" i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b="1" i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i="0">
                <a:solidFill>
                  <a:srgbClr val="C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b="1" i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 }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i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i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 i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product = </a:t>
            </a:r>
            <a:r>
              <a:rPr lang="en-US" b="1" i="0">
                <a:solidFill>
                  <a:srgbClr val="C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b="1" i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i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i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 i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i="0" err="1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b="1" i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b="1" i="0">
                <a:solidFill>
                  <a:srgbClr val="C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b="1" i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i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i="0">
                <a:solidFill>
                  <a:schemeClr val="accent5">
                    <a:lumMod val="75000"/>
                  </a:schemeClr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// Line A: before the loop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i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i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en-US" b="1" i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en-US" b="1" i="0" err="1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b="1" i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&lt; n) 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i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i="0">
                <a:solidFill>
                  <a:schemeClr val="accent5">
                    <a:lumMod val="75000"/>
                  </a:schemeClr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Line B: beginning of each iteration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i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i="0" err="1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b="1" i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+= </a:t>
            </a:r>
            <a:r>
              <a:rPr lang="en-US" b="1" i="0">
                <a:solidFill>
                  <a:srgbClr val="C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b="1" i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i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i="0">
                <a:solidFill>
                  <a:schemeClr val="accent5">
                    <a:lumMod val="75000"/>
                  </a:schemeClr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Line C: …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i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product *= </a:t>
            </a:r>
            <a:r>
              <a:rPr lang="en-US" b="1" i="0" err="1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b="1" i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i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i="0">
                <a:solidFill>
                  <a:schemeClr val="accent5">
                    <a:lumMod val="75000"/>
                  </a:schemeClr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// Line D: after each iteration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i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i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i="0">
                <a:solidFill>
                  <a:schemeClr val="accent5">
                    <a:lumMod val="75000"/>
                  </a:schemeClr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// Line E: after the loop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i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i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b="1" i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product;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i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s-ES" b="1" i="0"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B17AC34-4EF7-453E-A360-3B14646E2A04}"/>
              </a:ext>
            </a:extLst>
          </p:cNvPr>
          <p:cNvSpPr txBox="1"/>
          <p:nvPr/>
        </p:nvSpPr>
        <p:spPr>
          <a:xfrm>
            <a:off x="373548" y="2231062"/>
            <a:ext cx="693336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</a:p>
          <a:p>
            <a:r>
              <a:rPr lang="en-US" b="1"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</a:p>
          <a:p>
            <a:r>
              <a:rPr lang="en-US" b="1"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</a:p>
          <a:p>
            <a:r>
              <a:rPr lang="en-US" b="1"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</a:p>
          <a:p>
            <a:r>
              <a:rPr lang="en-US" b="1">
                <a:latin typeface="Courier New" panose="02070309020205020404" pitchFamily="49" charset="0"/>
                <a:cs typeface="Courier New" panose="02070309020205020404" pitchFamily="49" charset="0"/>
              </a:rPr>
              <a:t>5</a:t>
            </a:r>
          </a:p>
          <a:p>
            <a:r>
              <a:rPr lang="en-US" b="1">
                <a:latin typeface="Courier New" panose="02070309020205020404" pitchFamily="49" charset="0"/>
                <a:cs typeface="Courier New" panose="02070309020205020404" pitchFamily="49" charset="0"/>
              </a:rPr>
              <a:t>6</a:t>
            </a:r>
          </a:p>
          <a:p>
            <a:r>
              <a:rPr lang="en-US" b="1">
                <a:latin typeface="Courier New" panose="02070309020205020404" pitchFamily="49" charset="0"/>
                <a:cs typeface="Courier New" panose="02070309020205020404" pitchFamily="49" charset="0"/>
              </a:rPr>
              <a:t>7</a:t>
            </a:r>
          </a:p>
          <a:p>
            <a:r>
              <a:rPr lang="en-US" b="1">
                <a:latin typeface="Courier New" panose="02070309020205020404" pitchFamily="49" charset="0"/>
                <a:cs typeface="Courier New" panose="02070309020205020404" pitchFamily="49" charset="0"/>
              </a:rPr>
              <a:t>8</a:t>
            </a:r>
          </a:p>
          <a:p>
            <a:r>
              <a:rPr lang="en-US" b="1">
                <a:latin typeface="Courier New" panose="02070309020205020404" pitchFamily="49" charset="0"/>
                <a:cs typeface="Courier New" panose="02070309020205020404" pitchFamily="49" charset="0"/>
              </a:rPr>
              <a:t>9</a:t>
            </a:r>
          </a:p>
          <a:p>
            <a:r>
              <a:rPr lang="en-US" b="1">
                <a:latin typeface="Courier New" panose="02070309020205020404" pitchFamily="49" charset="0"/>
                <a:cs typeface="Courier New" panose="02070309020205020404" pitchFamily="49" charset="0"/>
              </a:rPr>
              <a:t>10</a:t>
            </a:r>
          </a:p>
          <a:p>
            <a:r>
              <a:rPr lang="en-US" b="1">
                <a:latin typeface="Courier New" panose="02070309020205020404" pitchFamily="49" charset="0"/>
                <a:cs typeface="Courier New" panose="02070309020205020404" pitchFamily="49" charset="0"/>
              </a:rPr>
              <a:t>11</a:t>
            </a:r>
          </a:p>
          <a:p>
            <a:r>
              <a:rPr lang="en-US" b="1">
                <a:latin typeface="Courier New" panose="02070309020205020404" pitchFamily="49" charset="0"/>
                <a:cs typeface="Courier New" panose="02070309020205020404" pitchFamily="49" charset="0"/>
              </a:rPr>
              <a:t>12</a:t>
            </a:r>
          </a:p>
          <a:p>
            <a:r>
              <a:rPr lang="en-US" b="1">
                <a:latin typeface="Courier New" panose="02070309020205020404" pitchFamily="49" charset="0"/>
                <a:cs typeface="Courier New" panose="02070309020205020404" pitchFamily="49" charset="0"/>
              </a:rPr>
              <a:t>13</a:t>
            </a:r>
          </a:p>
          <a:p>
            <a:r>
              <a:rPr lang="en-US" b="1">
                <a:latin typeface="Courier New" panose="02070309020205020404" pitchFamily="49" charset="0"/>
                <a:cs typeface="Courier New" panose="02070309020205020404" pitchFamily="49" charset="0"/>
              </a:rPr>
              <a:t>14</a:t>
            </a:r>
          </a:p>
          <a:p>
            <a:r>
              <a:rPr lang="en-US" b="1">
                <a:latin typeface="Courier New" panose="02070309020205020404" pitchFamily="49" charset="0"/>
                <a:cs typeface="Courier New" panose="02070309020205020404" pitchFamily="49" charset="0"/>
              </a:rPr>
              <a:t>15</a:t>
            </a:r>
          </a:p>
          <a:p>
            <a:r>
              <a:rPr lang="en-US" b="1">
                <a:latin typeface="Courier New" panose="02070309020205020404" pitchFamily="49" charset="0"/>
                <a:cs typeface="Courier New" panose="02070309020205020404" pitchFamily="49" charset="0"/>
              </a:rPr>
              <a:t>16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F5984248-AEE0-6373-8D54-C0CB859E6D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A8E4040-4C97-A966-148A-1F54957D7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sz="1100"/>
              <a:t>Week5R - </a:t>
            </a:r>
            <a:fld id="{2E4790E1-2590-4AEE-892D-AB46A7688113}" type="slidenum">
              <a:rPr lang="en-US" sz="1100" smtClean="0"/>
              <a:pPr>
                <a:defRPr/>
              </a:pPr>
              <a:t>11</a:t>
            </a:fld>
            <a:endParaRPr lang="en-US" sz="110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4F615F-F8C1-E607-EE15-2BDBAF990F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</a:p>
        </p:txBody>
      </p:sp>
    </p:spTree>
    <p:extLst>
      <p:ext uri="{BB962C8B-B14F-4D97-AF65-F5344CB8AC3E}">
        <p14:creationId xmlns:p14="http://schemas.microsoft.com/office/powerpoint/2010/main" val="1663851036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Content Placeholder 5">
            <a:extLst>
              <a:ext uri="{FF2B5EF4-FFF2-40B4-BE49-F238E27FC236}">
                <a16:creationId xmlns:a16="http://schemas.microsoft.com/office/drawing/2014/main" id="{C70A47A0-816F-405E-B986-DCD3BF78F6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7374" y="1187450"/>
            <a:ext cx="8381999" cy="5652261"/>
          </a:xfrm>
        </p:spPr>
        <p:txBody>
          <a:bodyPr>
            <a:normAutofit/>
          </a:bodyPr>
          <a:lstStyle/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800" dirty="0"/>
              <a:t>Think in terms of the purpose of the loop</a:t>
            </a: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</p:txBody>
      </p:sp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>
                <a:solidFill>
                  <a:srgbClr val="0000FF"/>
                </a:solidFill>
              </a:rPr>
              <a:t>Loop Invariant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2096CE0-F283-4186-90FF-7C54FF151885}"/>
              </a:ext>
            </a:extLst>
          </p:cNvPr>
          <p:cNvSpPr txBox="1"/>
          <p:nvPr/>
        </p:nvSpPr>
        <p:spPr>
          <a:xfrm>
            <a:off x="815508" y="1726566"/>
            <a:ext cx="7741117" cy="4524315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i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 i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factorial(</a:t>
            </a:r>
            <a:r>
              <a:rPr lang="en-US" b="1" i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 i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n)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i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i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i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b="1" i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(n == </a:t>
            </a:r>
            <a:r>
              <a:rPr lang="en-US" b="1" i="0">
                <a:solidFill>
                  <a:srgbClr val="C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b="1" i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 { </a:t>
            </a:r>
            <a:r>
              <a:rPr lang="en-US" b="1" i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b="1" i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i="0">
                <a:solidFill>
                  <a:srgbClr val="C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b="1" i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 }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i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i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 i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product = </a:t>
            </a:r>
            <a:r>
              <a:rPr lang="en-US" b="1" i="0">
                <a:solidFill>
                  <a:srgbClr val="C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b="1" i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i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i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 i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i="0" err="1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b="1" i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b="1" i="0">
                <a:solidFill>
                  <a:srgbClr val="C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b="1" i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i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i="0">
                <a:solidFill>
                  <a:schemeClr val="accent5">
                    <a:lumMod val="75000"/>
                  </a:schemeClr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// A: { product == </a:t>
            </a:r>
            <a:r>
              <a:rPr lang="en-US" b="1" i="0" err="1">
                <a:solidFill>
                  <a:schemeClr val="accent5">
                    <a:lumMod val="75000"/>
                  </a:schemeClr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b="1" i="0">
                <a:solidFill>
                  <a:schemeClr val="accent5">
                    <a:lumMod val="75000"/>
                  </a:schemeClr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! }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i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i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en-US" b="1" i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en-US" b="1" i="0" err="1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b="1" i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&lt; n) 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i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i="0">
                <a:solidFill>
                  <a:schemeClr val="accent5">
                    <a:lumMod val="75000"/>
                  </a:schemeClr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B: …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i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i="0" err="1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b="1" i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+= </a:t>
            </a:r>
            <a:r>
              <a:rPr lang="en-US" b="1" i="0">
                <a:solidFill>
                  <a:srgbClr val="C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b="1" i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i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i="0">
                <a:solidFill>
                  <a:schemeClr val="accent5">
                    <a:lumMod val="75000"/>
                  </a:schemeClr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C: …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i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product *= </a:t>
            </a:r>
            <a:r>
              <a:rPr lang="en-US" b="1" i="0" err="1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b="1" i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i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i="0">
                <a:solidFill>
                  <a:schemeClr val="accent5">
                    <a:lumMod val="75000"/>
                  </a:schemeClr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// D: { product == </a:t>
            </a:r>
            <a:r>
              <a:rPr lang="en-US" b="1" i="0" err="1">
                <a:solidFill>
                  <a:schemeClr val="accent5">
                    <a:lumMod val="75000"/>
                  </a:schemeClr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b="1" i="0">
                <a:solidFill>
                  <a:schemeClr val="accent5">
                    <a:lumMod val="75000"/>
                  </a:schemeClr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! }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i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i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i="0">
                <a:solidFill>
                  <a:schemeClr val="accent5">
                    <a:lumMod val="75000"/>
                  </a:schemeClr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// E: { product == </a:t>
            </a:r>
            <a:r>
              <a:rPr lang="en-US" b="1" i="0" err="1">
                <a:solidFill>
                  <a:schemeClr val="accent5">
                    <a:lumMod val="75000"/>
                  </a:schemeClr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b="1" i="0">
                <a:solidFill>
                  <a:schemeClr val="accent5">
                    <a:lumMod val="75000"/>
                  </a:schemeClr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! }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i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i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b="1" i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product;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i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s-ES" b="1" i="0"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CBB6EA-3351-4BB9-A2FA-636D99F886D7}"/>
              </a:ext>
            </a:extLst>
          </p:cNvPr>
          <p:cNvSpPr txBox="1"/>
          <p:nvPr/>
        </p:nvSpPr>
        <p:spPr>
          <a:xfrm>
            <a:off x="373548" y="1738698"/>
            <a:ext cx="693336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</a:p>
          <a:p>
            <a:r>
              <a:rPr lang="en-US" b="1"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</a:p>
          <a:p>
            <a:r>
              <a:rPr lang="en-US" b="1"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</a:p>
          <a:p>
            <a:r>
              <a:rPr lang="en-US" b="1"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</a:p>
          <a:p>
            <a:r>
              <a:rPr lang="en-US" b="1">
                <a:latin typeface="Courier New" panose="02070309020205020404" pitchFamily="49" charset="0"/>
                <a:cs typeface="Courier New" panose="02070309020205020404" pitchFamily="49" charset="0"/>
              </a:rPr>
              <a:t>5</a:t>
            </a:r>
          </a:p>
          <a:p>
            <a:r>
              <a:rPr lang="en-US" b="1">
                <a:latin typeface="Courier New" panose="02070309020205020404" pitchFamily="49" charset="0"/>
                <a:cs typeface="Courier New" panose="02070309020205020404" pitchFamily="49" charset="0"/>
              </a:rPr>
              <a:t>6</a:t>
            </a:r>
          </a:p>
          <a:p>
            <a:r>
              <a:rPr lang="en-US" b="1">
                <a:latin typeface="Courier New" panose="02070309020205020404" pitchFamily="49" charset="0"/>
                <a:cs typeface="Courier New" panose="02070309020205020404" pitchFamily="49" charset="0"/>
              </a:rPr>
              <a:t>7</a:t>
            </a:r>
          </a:p>
          <a:p>
            <a:r>
              <a:rPr lang="en-US" b="1">
                <a:latin typeface="Courier New" panose="02070309020205020404" pitchFamily="49" charset="0"/>
                <a:cs typeface="Courier New" panose="02070309020205020404" pitchFamily="49" charset="0"/>
              </a:rPr>
              <a:t>8</a:t>
            </a:r>
          </a:p>
          <a:p>
            <a:r>
              <a:rPr lang="en-US" b="1">
                <a:latin typeface="Courier New" panose="02070309020205020404" pitchFamily="49" charset="0"/>
                <a:cs typeface="Courier New" panose="02070309020205020404" pitchFamily="49" charset="0"/>
              </a:rPr>
              <a:t>9</a:t>
            </a:r>
          </a:p>
          <a:p>
            <a:r>
              <a:rPr lang="en-US" b="1">
                <a:latin typeface="Courier New" panose="02070309020205020404" pitchFamily="49" charset="0"/>
                <a:cs typeface="Courier New" panose="02070309020205020404" pitchFamily="49" charset="0"/>
              </a:rPr>
              <a:t>10</a:t>
            </a:r>
          </a:p>
          <a:p>
            <a:r>
              <a:rPr lang="en-US" b="1">
                <a:latin typeface="Courier New" panose="02070309020205020404" pitchFamily="49" charset="0"/>
                <a:cs typeface="Courier New" panose="02070309020205020404" pitchFamily="49" charset="0"/>
              </a:rPr>
              <a:t>11</a:t>
            </a:r>
          </a:p>
          <a:p>
            <a:r>
              <a:rPr lang="en-US" b="1">
                <a:latin typeface="Courier New" panose="02070309020205020404" pitchFamily="49" charset="0"/>
                <a:cs typeface="Courier New" panose="02070309020205020404" pitchFamily="49" charset="0"/>
              </a:rPr>
              <a:t>12</a:t>
            </a:r>
          </a:p>
          <a:p>
            <a:r>
              <a:rPr lang="en-US" b="1">
                <a:latin typeface="Courier New" panose="02070309020205020404" pitchFamily="49" charset="0"/>
                <a:cs typeface="Courier New" panose="02070309020205020404" pitchFamily="49" charset="0"/>
              </a:rPr>
              <a:t>13</a:t>
            </a:r>
          </a:p>
          <a:p>
            <a:r>
              <a:rPr lang="en-US" b="1">
                <a:latin typeface="Courier New" panose="02070309020205020404" pitchFamily="49" charset="0"/>
                <a:cs typeface="Courier New" panose="02070309020205020404" pitchFamily="49" charset="0"/>
              </a:rPr>
              <a:t>14</a:t>
            </a:r>
          </a:p>
          <a:p>
            <a:r>
              <a:rPr lang="en-US" b="1">
                <a:latin typeface="Courier New" panose="02070309020205020404" pitchFamily="49" charset="0"/>
                <a:cs typeface="Courier New" panose="02070309020205020404" pitchFamily="49" charset="0"/>
              </a:rPr>
              <a:t>15</a:t>
            </a:r>
          </a:p>
          <a:p>
            <a:r>
              <a:rPr lang="en-US" b="1">
                <a:latin typeface="Courier New" panose="02070309020205020404" pitchFamily="49" charset="0"/>
                <a:cs typeface="Courier New" panose="02070309020205020404" pitchFamily="49" charset="0"/>
              </a:rPr>
              <a:t>16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FC0F1047-C1D6-9629-3ADA-AE6DA4FED0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76941A4-FCDE-5D6C-9228-5EB4362BC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sz="1100"/>
              <a:t>Week5R - </a:t>
            </a:r>
            <a:fld id="{2E4790E1-2590-4AEE-892D-AB46A7688113}" type="slidenum">
              <a:rPr lang="en-US" sz="1100" smtClean="0"/>
              <a:pPr>
                <a:defRPr/>
              </a:pPr>
              <a:t>12</a:t>
            </a:fld>
            <a:endParaRPr lang="en-US" sz="110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09DFBB-499A-518E-DAC9-A13403D7B3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</a:p>
        </p:txBody>
      </p:sp>
    </p:spTree>
    <p:extLst>
      <p:ext uri="{BB962C8B-B14F-4D97-AF65-F5344CB8AC3E}">
        <p14:creationId xmlns:p14="http://schemas.microsoft.com/office/powerpoint/2010/main" val="1971208294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B5E2DE-1333-4D94-6684-732E3858C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Content Placeholder 5">
            <a:extLst>
              <a:ext uri="{FF2B5EF4-FFF2-40B4-BE49-F238E27FC236}">
                <a16:creationId xmlns:a16="http://schemas.microsoft.com/office/drawing/2014/main" id="{79041875-E4F1-B473-C9CD-3F2D27DC74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7374" y="1187450"/>
            <a:ext cx="8381999" cy="5652261"/>
          </a:xfrm>
        </p:spPr>
        <p:txBody>
          <a:bodyPr>
            <a:normAutofit/>
          </a:bodyPr>
          <a:lstStyle/>
          <a:p>
            <a:pPr marL="347663" indent="-347663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800" dirty="0"/>
              <a:t>It helps to prove that the </a:t>
            </a:r>
            <a:r>
              <a:rPr lang="en-US" sz="2800"/>
              <a:t>code works!</a:t>
            </a:r>
            <a:endParaRPr lang="en-US" sz="2800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</p:txBody>
      </p:sp>
      <p:sp>
        <p:nvSpPr>
          <p:cNvPr id="14338" name="Rectangle 2">
            <a:extLst>
              <a:ext uri="{FF2B5EF4-FFF2-40B4-BE49-F238E27FC236}">
                <a16:creationId xmlns:a16="http://schemas.microsoft.com/office/drawing/2014/main" id="{C69950CD-5B0D-C4CF-9187-9047581DC3B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>
                <a:solidFill>
                  <a:srgbClr val="0000FF"/>
                </a:solidFill>
              </a:rPr>
              <a:t>Loop Invariant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D244DEC-AE4F-8014-D947-6D909505C8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9D955BA-F591-F405-1471-1BA68EDE5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sz="1100"/>
              <a:t>Week5R - </a:t>
            </a:r>
            <a:fld id="{2E4790E1-2590-4AEE-892D-AB46A7688113}" type="slidenum">
              <a:rPr lang="en-US" sz="1100" smtClean="0"/>
              <a:pPr>
                <a:defRPr/>
              </a:pPr>
              <a:t>13</a:t>
            </a:fld>
            <a:endParaRPr lang="en-US" sz="110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C2C7A8-7F6C-B783-0369-8B79D84332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3D5675-18B6-C995-834A-362D119F9357}"/>
              </a:ext>
            </a:extLst>
          </p:cNvPr>
          <p:cNvSpPr txBox="1"/>
          <p:nvPr/>
        </p:nvSpPr>
        <p:spPr>
          <a:xfrm>
            <a:off x="815508" y="2210658"/>
            <a:ext cx="7741117" cy="409342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en-US" sz="2000" b="1" i="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sz="2000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b="1" i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sz="2000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(n == </a:t>
            </a:r>
            <a:r>
              <a:rPr lang="en-US" sz="2000" b="1" i="0" dirty="0">
                <a:solidFill>
                  <a:srgbClr val="C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000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 { </a:t>
            </a:r>
            <a:r>
              <a:rPr lang="en-US" sz="2000" b="1" i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sz="2000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b="1" i="0" dirty="0">
                <a:solidFill>
                  <a:srgbClr val="C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sz="2000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 }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sz="2000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b="1" i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sz="2000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product = </a:t>
            </a:r>
            <a:r>
              <a:rPr lang="en-US" sz="2000" b="1" i="0" dirty="0">
                <a:solidFill>
                  <a:srgbClr val="C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sz="2000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sz="2000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b="1" i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sz="2000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b="1" i="0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2000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000" b="1" i="0" dirty="0">
                <a:solidFill>
                  <a:srgbClr val="C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sz="2000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sz="2000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b="1" i="0" dirty="0">
                <a:solidFill>
                  <a:schemeClr val="accent5">
                    <a:lumMod val="75000"/>
                  </a:schemeClr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// Invariant: { product == </a:t>
            </a:r>
            <a:r>
              <a:rPr lang="en-US" sz="2000" b="1" i="0" dirty="0" err="1">
                <a:solidFill>
                  <a:schemeClr val="accent5">
                    <a:lumMod val="75000"/>
                  </a:schemeClr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2000" b="1" i="0" dirty="0">
                <a:solidFill>
                  <a:schemeClr val="accent5">
                    <a:lumMod val="75000"/>
                  </a:schemeClr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! }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sz="2000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b="1" i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en-US" sz="2000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en-US" sz="2000" b="1" i="0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2000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&lt; n) 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sz="2000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en-US" sz="2000" b="1" i="0" dirty="0">
                <a:solidFill>
                  <a:schemeClr val="accent5">
                    <a:lumMod val="75000"/>
                  </a:schemeClr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en-US" sz="2000" b="1" i="0" dirty="0"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sz="2000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2000" b="1" dirty="0">
                <a:solidFill>
                  <a:schemeClr val="accent5">
                    <a:lumMod val="75000"/>
                  </a:schemeClr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// Invariant: </a:t>
            </a:r>
            <a:r>
              <a:rPr lang="en-US" sz="2000" b="1" i="0" dirty="0">
                <a:solidFill>
                  <a:schemeClr val="accent5">
                    <a:lumMod val="75000"/>
                  </a:schemeClr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{ product == </a:t>
            </a:r>
            <a:r>
              <a:rPr lang="en-US" sz="2000" b="1" i="0" dirty="0" err="1">
                <a:solidFill>
                  <a:schemeClr val="accent5">
                    <a:lumMod val="75000"/>
                  </a:schemeClr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2000" b="1" i="0" dirty="0">
                <a:solidFill>
                  <a:schemeClr val="accent5">
                    <a:lumMod val="75000"/>
                  </a:schemeClr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! }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sz="2000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sz="2000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b="1" i="0" dirty="0">
                <a:solidFill>
                  <a:schemeClr val="accent5">
                    <a:lumMod val="75000"/>
                  </a:schemeClr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// </a:t>
            </a:r>
            <a:r>
              <a:rPr lang="en-US" sz="2000" b="1" dirty="0">
                <a:solidFill>
                  <a:schemeClr val="accent5">
                    <a:lumMod val="75000"/>
                  </a:schemeClr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Invariant</a:t>
            </a:r>
            <a:r>
              <a:rPr lang="en-US" sz="2000" b="1" i="0" dirty="0">
                <a:solidFill>
                  <a:schemeClr val="accent5">
                    <a:lumMod val="75000"/>
                  </a:schemeClr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: { product == </a:t>
            </a:r>
            <a:r>
              <a:rPr lang="en-US" sz="2000" b="1" i="0" dirty="0" err="1">
                <a:solidFill>
                  <a:schemeClr val="accent5">
                    <a:lumMod val="75000"/>
                  </a:schemeClr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2000" b="1" i="0" dirty="0">
                <a:solidFill>
                  <a:schemeClr val="accent5">
                    <a:lumMod val="75000"/>
                  </a:schemeClr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! }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sz="20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b="1" dirty="0">
                <a:solidFill>
                  <a:schemeClr val="accent5">
                    <a:lumMod val="75000"/>
                  </a:schemeClr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// Assertion F: { </a:t>
            </a:r>
            <a:r>
              <a:rPr lang="en-US" sz="2000" b="1" dirty="0" err="1">
                <a:solidFill>
                  <a:schemeClr val="accent5">
                    <a:lumMod val="75000"/>
                  </a:schemeClr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2000" b="1" dirty="0">
                <a:solidFill>
                  <a:schemeClr val="accent5">
                    <a:lumMod val="75000"/>
                  </a:schemeClr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== n }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sz="2000" b="1" i="0" dirty="0">
                <a:solidFill>
                  <a:schemeClr val="accent5">
                    <a:lumMod val="75000"/>
                  </a:schemeClr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b="1" i="0" dirty="0">
                <a:solidFill>
                  <a:schemeClr val="accent5">
                    <a:lumMod val="75000"/>
                  </a:schemeClr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// Assertion G: { product == n! }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es-ES" sz="2000" b="1" i="0" dirty="0"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930075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ighlightTextShape201406241503265130"/>
          <p:cNvSpPr>
            <a:spLocks noChangeArrowheads="1"/>
          </p:cNvSpPr>
          <p:nvPr/>
        </p:nvSpPr>
        <p:spPr bwMode="auto">
          <a:xfrm>
            <a:off x="1341033" y="1402461"/>
            <a:ext cx="6469467" cy="1352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algn="ctr">
              <a:spcBef>
                <a:spcPts val="600"/>
              </a:spcBef>
              <a:buClr>
                <a:schemeClr val="bg1">
                  <a:lumMod val="50000"/>
                </a:schemeClr>
              </a:buClr>
              <a:buSzPct val="120000"/>
            </a:pPr>
            <a:r>
              <a:rPr lang="en-US" altLang="zh-CN" sz="6000"/>
              <a:t>Use the recess week to </a:t>
            </a:r>
            <a:r>
              <a:rPr lang="en-US" altLang="zh-CN" sz="6000">
                <a:solidFill>
                  <a:srgbClr val="0000FF"/>
                </a:solidFill>
              </a:rPr>
              <a:t>catch up </a:t>
            </a:r>
            <a:r>
              <a:rPr lang="en-US" altLang="zh-CN" sz="6000"/>
              <a:t>and </a:t>
            </a:r>
            <a:r>
              <a:rPr lang="en-US" altLang="zh-CN" sz="6000">
                <a:solidFill>
                  <a:srgbClr val="0000FF"/>
                </a:solidFill>
              </a:rPr>
              <a:t>prepare for the m</a:t>
            </a:r>
            <a:r>
              <a:rPr lang="en-US" sz="6000">
                <a:solidFill>
                  <a:srgbClr val="0000FF"/>
                </a:solidFill>
              </a:rPr>
              <a:t>idterm</a:t>
            </a:r>
            <a:r>
              <a:rPr lang="en-US" sz="6000"/>
              <a:t>!</a:t>
            </a:r>
            <a:endParaRPr lang="en-US" sz="3200"/>
          </a:p>
          <a:p>
            <a:pPr algn="ctr" eaLnBrk="1" hangingPunct="1">
              <a:spcBef>
                <a:spcPts val="600"/>
              </a:spcBef>
              <a:buClr>
                <a:schemeClr val="bg1">
                  <a:lumMod val="50000"/>
                </a:schemeClr>
              </a:buClr>
              <a:buSzPct val="120000"/>
            </a:pPr>
            <a:endParaRPr lang="en-GB" sz="2800">
              <a:solidFill>
                <a:srgbClr val="0000FF"/>
              </a:solidFill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C000F33-9588-C311-FE4F-CADDABB415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66D5D7-2343-66A3-CB1E-769934A464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sz="1100"/>
              <a:t>Week5R - </a:t>
            </a:r>
            <a:fld id="{2E4790E1-2590-4AEE-892D-AB46A7688113}" type="slidenum">
              <a:rPr lang="en-US" sz="1100" smtClean="0"/>
              <a:pPr>
                <a:defRPr/>
              </a:pPr>
              <a:t>14</a:t>
            </a:fld>
            <a:endParaRPr lang="en-US" sz="110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E9825F-9CB2-1A0A-DE9D-202A778852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</a:p>
        </p:txBody>
      </p:sp>
    </p:spTree>
    <p:extLst>
      <p:ext uri="{BB962C8B-B14F-4D97-AF65-F5344CB8AC3E}">
        <p14:creationId xmlns:p14="http://schemas.microsoft.com/office/powerpoint/2010/main" val="4078418712"/>
      </p:ext>
    </p:extLst>
  </p:cSld>
  <p:clrMapOvr>
    <a:masterClrMapping/>
  </p:clrMapOvr>
  <p:transition>
    <p:fade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larity">
  <a:themeElements>
    <a:clrScheme name="Clarity">
      <a:dk1>
        <a:srgbClr val="292934"/>
      </a:dk1>
      <a:lt1>
        <a:srgbClr val="FFFFFF"/>
      </a:lt1>
      <a:dk2>
        <a:srgbClr val="D2533C"/>
      </a:dk2>
      <a:lt2>
        <a:srgbClr val="F3F2DC"/>
      </a:lt2>
      <a:accent1>
        <a:srgbClr val="93A299"/>
      </a:accent1>
      <a:accent2>
        <a:srgbClr val="AD8F67"/>
      </a:accent2>
      <a:accent3>
        <a:srgbClr val="726056"/>
      </a:accent3>
      <a:accent4>
        <a:srgbClr val="4C5A6A"/>
      </a:accent4>
      <a:accent5>
        <a:srgbClr val="808DA0"/>
      </a:accent5>
      <a:accent6>
        <a:srgbClr val="79463D"/>
      </a:accent6>
      <a:hlink>
        <a:srgbClr val="0000FF"/>
      </a:hlink>
      <a:folHlink>
        <a:srgbClr val="80008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larity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hade val="86000"/>
                <a:satMod val="140000"/>
              </a:schemeClr>
            </a:gs>
            <a:gs pos="45000">
              <a:schemeClr val="phClr">
                <a:tint val="48000"/>
                <a:satMod val="150000"/>
              </a:schemeClr>
            </a:gs>
            <a:gs pos="100000">
              <a:schemeClr val="phClr">
                <a:tint val="28000"/>
                <a:satMod val="16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70000"/>
                <a:satMod val="150000"/>
              </a:schemeClr>
            </a:gs>
            <a:gs pos="34000">
              <a:schemeClr val="phClr">
                <a:shade val="70000"/>
                <a:satMod val="140000"/>
              </a:schemeClr>
            </a:gs>
            <a:gs pos="70000">
              <a:schemeClr val="phClr">
                <a:tint val="100000"/>
                <a:shade val="90000"/>
                <a:satMod val="140000"/>
              </a:schemeClr>
            </a:gs>
            <a:gs pos="100000">
              <a:schemeClr val="phClr">
                <a:tint val="100000"/>
                <a:shade val="100000"/>
                <a:sat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26425" cap="flat" cmpd="sng" algn="ctr">
          <a:solidFill>
            <a:schemeClr val="phClr"/>
          </a:solidFill>
          <a:prstDash val="solid"/>
        </a:ln>
        <a:ln w="444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hade val="30000"/>
                <a:satMod val="13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5000"/>
                <a:satMod val="180000"/>
              </a:schemeClr>
            </a:gs>
            <a:gs pos="40000">
              <a:schemeClr val="phClr">
                <a:tint val="95000"/>
                <a:shade val="85000"/>
                <a:satMod val="150000"/>
              </a:schemeClr>
            </a:gs>
            <a:gs pos="100000">
              <a:schemeClr val="phClr">
                <a:shade val="45000"/>
                <a:satMod val="20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55000"/>
              </a:schemeClr>
              <a:schemeClr val="phClr">
                <a:tint val="97000"/>
                <a:satMod val="95000"/>
              </a:schemeClr>
            </a:duotone>
          </a:blip>
          <a:tile tx="0" ty="0" sx="70000" sy="70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Clarity</Template>
  <TotalTime>34</TotalTime>
  <Words>1372</Words>
  <Application>Microsoft Office PowerPoint</Application>
  <PresentationFormat>On-screen Show (4:3)</PresentationFormat>
  <Paragraphs>369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Arial</vt:lpstr>
      <vt:lpstr>Calibri</vt:lpstr>
      <vt:lpstr>Courier New</vt:lpstr>
      <vt:lpstr>Garamond</vt:lpstr>
      <vt:lpstr>Times New Roman</vt:lpstr>
      <vt:lpstr>Wingdings</vt:lpstr>
      <vt:lpstr>Clarity</vt:lpstr>
      <vt:lpstr>PowerPoint Presentation</vt:lpstr>
      <vt:lpstr>Repetition through Loops</vt:lpstr>
      <vt:lpstr>Repetition through Loops</vt:lpstr>
      <vt:lpstr>The for Loop </vt:lpstr>
      <vt:lpstr>The while Loop </vt:lpstr>
      <vt:lpstr>The do-while Loop </vt:lpstr>
      <vt:lpstr>Nested Loops (w/ tracing)</vt:lpstr>
      <vt:lpstr>Repetition through Recursion</vt:lpstr>
      <vt:lpstr>Conversion between Iteration and Recursion</vt:lpstr>
      <vt:lpstr>Variants of Recursion…</vt:lpstr>
      <vt:lpstr>Loop Invariant</vt:lpstr>
      <vt:lpstr>Loop Invariant</vt:lpstr>
      <vt:lpstr>Loop Invariant</vt:lpstr>
      <vt:lpstr>PowerPoint Presentation</vt:lpstr>
    </vt:vector>
  </TitlesOfParts>
  <Company>SoC, NUS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CS1010: Programming Methodology</dc:title>
  <dc:subject>Week 1</dc:subject>
  <dc:creator>Aaron Tan</dc:creator>
  <cp:lastModifiedBy>Zhao Jin</cp:lastModifiedBy>
  <cp:revision>1</cp:revision>
  <cp:lastPrinted>2014-06-20T04:24:53Z</cp:lastPrinted>
  <dcterms:created xsi:type="dcterms:W3CDTF">1998-09-05T15:03:32Z</dcterms:created>
  <dcterms:modified xsi:type="dcterms:W3CDTF">2026-02-19T03:18:43Z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emplateType">
    <vt:i4>1</vt:i4>
  </property>
  <property fmtid="{D5CDD505-2E9C-101B-9397-08002B2CF9AE}" pid="3" name="GraphicType">
    <vt:i4>1</vt:i4>
  </property>
  <property fmtid="{D5CDD505-2E9C-101B-9397-08002B2CF9AE}" pid="4" name="Compression">
    <vt:i4>100</vt:i4>
  </property>
  <property fmtid="{D5CDD505-2E9C-101B-9397-08002B2CF9AE}" pid="5" name="ScreenSize">
    <vt:i4>3</vt:i4>
  </property>
  <property fmtid="{D5CDD505-2E9C-101B-9397-08002B2CF9AE}" pid="6" name="ScreenUsage">
    <vt:i4>3</vt:i4>
  </property>
  <property fmtid="{D5CDD505-2E9C-101B-9397-08002B2CF9AE}" pid="7" name="MailAddress">
    <vt:lpwstr>tantc@comp.nus.edu.sg</vt:lpwstr>
  </property>
  <property fmtid="{D5CDD505-2E9C-101B-9397-08002B2CF9AE}" pid="8" name="HomePage">
    <vt:lpwstr>http://www.comp.nus.edu.sg/~tantc</vt:lpwstr>
  </property>
  <property fmtid="{D5CDD505-2E9C-101B-9397-08002B2CF9AE}" pid="9" name="Other">
    <vt:lpwstr/>
  </property>
  <property fmtid="{D5CDD505-2E9C-101B-9397-08002B2CF9AE}" pid="10" name="DownloadOriginal">
    <vt:bool>false</vt:bool>
  </property>
  <property fmtid="{D5CDD505-2E9C-101B-9397-08002B2CF9AE}" pid="11" name="DownloadIEButton">
    <vt:bool>false</vt:bool>
  </property>
  <property fmtid="{D5CDD505-2E9C-101B-9397-08002B2CF9AE}" pid="12" name="UseBrowserColor">
    <vt:bool>true</vt:bool>
  </property>
  <property fmtid="{D5CDD505-2E9C-101B-9397-08002B2CF9AE}" pid="13" name="BackColor">
    <vt:i4>15132390</vt:i4>
  </property>
  <property fmtid="{D5CDD505-2E9C-101B-9397-08002B2CF9AE}" pid="14" name="TextColor">
    <vt:i4>0</vt:i4>
  </property>
  <property fmtid="{D5CDD505-2E9C-101B-9397-08002B2CF9AE}" pid="15" name="LinkColor">
    <vt:i4>16711782</vt:i4>
  </property>
  <property fmtid="{D5CDD505-2E9C-101B-9397-08002B2CF9AE}" pid="16" name="VisitedColor">
    <vt:i4>10040268</vt:i4>
  </property>
  <property fmtid="{D5CDD505-2E9C-101B-9397-08002B2CF9AE}" pid="17" name="TransparentButton">
    <vt:i4>0</vt:i4>
  </property>
  <property fmtid="{D5CDD505-2E9C-101B-9397-08002B2CF9AE}" pid="18" name="ButtonType">
    <vt:i4>3</vt:i4>
  </property>
  <property fmtid="{D5CDD505-2E9C-101B-9397-08002B2CF9AE}" pid="19" name="ShowNotes">
    <vt:bool>false</vt:bool>
  </property>
  <property fmtid="{D5CDD505-2E9C-101B-9397-08002B2CF9AE}" pid="20" name="NavBtnPos">
    <vt:i4>1</vt:i4>
  </property>
  <property fmtid="{D5CDD505-2E9C-101B-9397-08002B2CF9AE}" pid="21" name="OutputDir">
    <vt:lpwstr>C:\My Documents</vt:lpwstr>
  </property>
</Properties>
</file>