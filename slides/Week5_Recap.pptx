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16"/>
  </p:notesMasterIdLst>
  <p:handoutMasterIdLst>
    <p:handoutMasterId r:id="rId17"/>
  </p:handoutMasterIdLst>
  <p:sldIdLst>
    <p:sldId id="256" r:id="rId2"/>
    <p:sldId id="600" r:id="rId3"/>
    <p:sldId id="564" r:id="rId4"/>
    <p:sldId id="590" r:id="rId5"/>
    <p:sldId id="594" r:id="rId6"/>
    <p:sldId id="595" r:id="rId7"/>
    <p:sldId id="598" r:id="rId8"/>
    <p:sldId id="553" r:id="rId9"/>
    <p:sldId id="599" r:id="rId10"/>
    <p:sldId id="596" r:id="rId11"/>
    <p:sldId id="559" r:id="rId12"/>
    <p:sldId id="560" r:id="rId13"/>
    <p:sldId id="601" r:id="rId14"/>
    <p:sldId id="525" r:id="rId1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006600"/>
    <a:srgbClr val="FFFF99"/>
    <a:srgbClr val="CCFFCC"/>
    <a:srgbClr val="000099"/>
    <a:srgbClr val="FF3300"/>
    <a:srgbClr val="000000"/>
    <a:srgbClr val="FE8D6E"/>
    <a:srgbClr val="91F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E908F2-F33B-4F3A-A158-1BC16994A8AF}" v="444" dt="2026-02-19T02:14:44.0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469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delSld modSld sldOrd">
      <pc:chgData name="Zhao Jin" userId="cd05a825-544c-438a-9ba1-08e63db50b47" providerId="ADAL" clId="{5DF3A229-1965-414E-AF54-F4C37AC7DF68}" dt="2026-02-19T02:15:08.223" v="622" actId="20577"/>
      <pc:docMkLst>
        <pc:docMk/>
      </pc:docMkLst>
      <pc:sldChg chg="modSp">
        <pc:chgData name="Zhao Jin" userId="cd05a825-544c-438a-9ba1-08e63db50b47" providerId="ADAL" clId="{5DF3A229-1965-414E-AF54-F4C37AC7DF68}" dt="2026-02-19T02:14:21.570" v="555"/>
        <pc:sldMkLst>
          <pc:docMk/>
          <pc:sldMk cId="1971208294" sldId="560"/>
        </pc:sldMkLst>
        <pc:spChg chg="mod">
          <ac:chgData name="Zhao Jin" userId="cd05a825-544c-438a-9ba1-08e63db50b47" providerId="ADAL" clId="{5DF3A229-1965-414E-AF54-F4C37AC7DF68}" dt="2026-02-19T02:14:21.570" v="555"/>
          <ac:spMkLst>
            <pc:docMk/>
            <pc:sldMk cId="1971208294" sldId="560"/>
            <ac:spMk id="30" creationId="{C70A47A0-816F-405E-B986-DCD3BF78F602}"/>
          </ac:spMkLst>
        </pc:spChg>
      </pc:sldChg>
      <pc:sldChg chg="addSp modSp mod addAnim delAnim modAnim">
        <pc:chgData name="Zhao Jin" userId="cd05a825-544c-438a-9ba1-08e63db50b47" providerId="ADAL" clId="{5DF3A229-1965-414E-AF54-F4C37AC7DF68}" dt="2026-02-19T02:04:33.717" v="369"/>
        <pc:sldMkLst>
          <pc:docMk/>
          <pc:sldMk cId="894186310" sldId="564"/>
        </pc:sldMkLst>
        <pc:spChg chg="mod">
          <ac:chgData name="Zhao Jin" userId="cd05a825-544c-438a-9ba1-08e63db50b47" providerId="ADAL" clId="{5DF3A229-1965-414E-AF54-F4C37AC7DF68}" dt="2026-02-19T02:03:55.223" v="360" actId="14100"/>
          <ac:spMkLst>
            <pc:docMk/>
            <pc:sldMk cId="894186310" sldId="564"/>
            <ac:spMk id="8" creationId="{A1FCBF0D-2794-4D66-A616-CF3267CF45BD}"/>
          </ac:spMkLst>
        </pc:spChg>
        <pc:spChg chg="add mod">
          <ac:chgData name="Zhao Jin" userId="cd05a825-544c-438a-9ba1-08e63db50b47" providerId="ADAL" clId="{5DF3A229-1965-414E-AF54-F4C37AC7DF68}" dt="2026-02-19T02:04:11.729" v="363" actId="14100"/>
          <ac:spMkLst>
            <pc:docMk/>
            <pc:sldMk cId="894186310" sldId="564"/>
            <ac:spMk id="13" creationId="{D8ECA080-77EC-ED31-EDAD-EA7647E60848}"/>
          </ac:spMkLst>
        </pc:spChg>
      </pc:sldChg>
      <pc:sldChg chg="modSp mod">
        <pc:chgData name="Zhao Jin" userId="cd05a825-544c-438a-9ba1-08e63db50b47" providerId="ADAL" clId="{5DF3A229-1965-414E-AF54-F4C37AC7DF68}" dt="2026-02-19T02:05:21.554" v="376" actId="20577"/>
        <pc:sldMkLst>
          <pc:docMk/>
          <pc:sldMk cId="4156536479" sldId="590"/>
        </pc:sldMkLst>
        <pc:spChg chg="mod">
          <ac:chgData name="Zhao Jin" userId="cd05a825-544c-438a-9ba1-08e63db50b47" providerId="ADAL" clId="{5DF3A229-1965-414E-AF54-F4C37AC7DF68}" dt="2026-02-19T02:05:21.554" v="376" actId="20577"/>
          <ac:spMkLst>
            <pc:docMk/>
            <pc:sldMk cId="4156536479" sldId="590"/>
            <ac:spMk id="14" creationId="{AB42F3A3-1E2A-4EB8-0579-1D9E2B99FF19}"/>
          </ac:spMkLst>
        </pc:spChg>
      </pc:sldChg>
      <pc:sldChg chg="addSp modSp mod modAnim">
        <pc:chgData name="Zhao Jin" userId="cd05a825-544c-438a-9ba1-08e63db50b47" providerId="ADAL" clId="{5DF3A229-1965-414E-AF54-F4C37AC7DF68}" dt="2026-02-19T02:08:48.703" v="450" actId="1035"/>
        <pc:sldMkLst>
          <pc:docMk/>
          <pc:sldMk cId="2217225800" sldId="594"/>
        </pc:sldMkLst>
        <pc:spChg chg="mod">
          <ac:chgData name="Zhao Jin" userId="cd05a825-544c-438a-9ba1-08e63db50b47" providerId="ADAL" clId="{5DF3A229-1965-414E-AF54-F4C37AC7DF68}" dt="2026-02-19T02:07:23.873" v="417" actId="1076"/>
          <ac:spMkLst>
            <pc:docMk/>
            <pc:sldMk cId="2217225800" sldId="594"/>
            <ac:spMk id="5" creationId="{96764095-ECC1-81BB-927A-FEA0F3560230}"/>
          </ac:spMkLst>
        </pc:spChg>
        <pc:spChg chg="mod">
          <ac:chgData name="Zhao Jin" userId="cd05a825-544c-438a-9ba1-08e63db50b47" providerId="ADAL" clId="{5DF3A229-1965-414E-AF54-F4C37AC7DF68}" dt="2026-02-19T02:06:50.137" v="409" actId="20577"/>
          <ac:spMkLst>
            <pc:docMk/>
            <pc:sldMk cId="2217225800" sldId="594"/>
            <ac:spMk id="7" creationId="{8466762E-440B-4DD1-C623-26FB48373B19}"/>
          </ac:spMkLst>
        </pc:spChg>
        <pc:spChg chg="add mod">
          <ac:chgData name="Zhao Jin" userId="cd05a825-544c-438a-9ba1-08e63db50b47" providerId="ADAL" clId="{5DF3A229-1965-414E-AF54-F4C37AC7DF68}" dt="2026-02-19T01:58:26.569" v="15" actId="1076"/>
          <ac:spMkLst>
            <pc:docMk/>
            <pc:sldMk cId="2217225800" sldId="594"/>
            <ac:spMk id="13" creationId="{637AB6EC-646B-CEC1-70C8-D910CFCA1E9D}"/>
          </ac:spMkLst>
        </pc:spChg>
        <pc:spChg chg="add mod">
          <ac:chgData name="Zhao Jin" userId="cd05a825-544c-438a-9ba1-08e63db50b47" providerId="ADAL" clId="{5DF3A229-1965-414E-AF54-F4C37AC7DF68}" dt="2026-02-19T02:08:48.703" v="450" actId="1035"/>
          <ac:spMkLst>
            <pc:docMk/>
            <pc:sldMk cId="2217225800" sldId="594"/>
            <ac:spMk id="14" creationId="{DA4F1798-3A4D-274F-ECA2-C924F1E21C34}"/>
          </ac:spMkLst>
        </pc:spChg>
      </pc:sldChg>
      <pc:sldChg chg="addSp modSp mod modAnim">
        <pc:chgData name="Zhao Jin" userId="cd05a825-544c-438a-9ba1-08e63db50b47" providerId="ADAL" clId="{5DF3A229-1965-414E-AF54-F4C37AC7DF68}" dt="2026-02-19T02:08:53.678" v="451" actId="1076"/>
        <pc:sldMkLst>
          <pc:docMk/>
          <pc:sldMk cId="2419983458" sldId="595"/>
        </pc:sldMkLst>
        <pc:spChg chg="add mod">
          <ac:chgData name="Zhao Jin" userId="cd05a825-544c-438a-9ba1-08e63db50b47" providerId="ADAL" clId="{5DF3A229-1965-414E-AF54-F4C37AC7DF68}" dt="2026-02-19T02:08:10.804" v="438" actId="1038"/>
          <ac:spMkLst>
            <pc:docMk/>
            <pc:sldMk cId="2419983458" sldId="595"/>
            <ac:spMk id="4" creationId="{087A29BC-0AE0-4875-C161-9E4163B51293}"/>
          </ac:spMkLst>
        </pc:spChg>
        <pc:spChg chg="mod">
          <ac:chgData name="Zhao Jin" userId="cd05a825-544c-438a-9ba1-08e63db50b47" providerId="ADAL" clId="{5DF3A229-1965-414E-AF54-F4C37AC7DF68}" dt="2026-02-19T02:08:53.678" v="451" actId="1076"/>
          <ac:spMkLst>
            <pc:docMk/>
            <pc:sldMk cId="2419983458" sldId="595"/>
            <ac:spMk id="7" creationId="{914742EF-9974-FFB1-220A-1C02DB863F38}"/>
          </ac:spMkLst>
        </pc:spChg>
        <pc:spChg chg="mod">
          <ac:chgData name="Zhao Jin" userId="cd05a825-544c-438a-9ba1-08e63db50b47" providerId="ADAL" clId="{5DF3A229-1965-414E-AF54-F4C37AC7DF68}" dt="2026-02-19T02:08:10.804" v="438" actId="1038"/>
          <ac:spMkLst>
            <pc:docMk/>
            <pc:sldMk cId="2419983458" sldId="595"/>
            <ac:spMk id="9" creationId="{340053C9-8C8A-861A-1422-540F6920CE6B}"/>
          </ac:spMkLst>
        </pc:spChg>
      </pc:sldChg>
      <pc:sldChg chg="modSp mod">
        <pc:chgData name="Zhao Jin" userId="cd05a825-544c-438a-9ba1-08e63db50b47" providerId="ADAL" clId="{5DF3A229-1965-414E-AF54-F4C37AC7DF68}" dt="2026-02-19T02:11:36.738" v="545" actId="404"/>
        <pc:sldMkLst>
          <pc:docMk/>
          <pc:sldMk cId="2725745500" sldId="596"/>
        </pc:sldMkLst>
        <pc:spChg chg="mod">
          <ac:chgData name="Zhao Jin" userId="cd05a825-544c-438a-9ba1-08e63db50b47" providerId="ADAL" clId="{5DF3A229-1965-414E-AF54-F4C37AC7DF68}" dt="2026-02-19T02:11:36.738" v="545" actId="404"/>
          <ac:spMkLst>
            <pc:docMk/>
            <pc:sldMk cId="2725745500" sldId="596"/>
            <ac:spMk id="4" creationId="{26723C98-69C4-3B3F-C287-FE82E0FE863C}"/>
          </ac:spMkLst>
        </pc:spChg>
      </pc:sldChg>
      <pc:sldChg chg="addSp modSp mod modAnim">
        <pc:chgData name="Zhao Jin" userId="cd05a825-544c-438a-9ba1-08e63db50b47" providerId="ADAL" clId="{5DF3A229-1965-414E-AF54-F4C37AC7DF68}" dt="2026-02-19T02:10:09.596" v="544" actId="20577"/>
        <pc:sldMkLst>
          <pc:docMk/>
          <pc:sldMk cId="1633453151" sldId="598"/>
        </pc:sldMkLst>
        <pc:spChg chg="add mod">
          <ac:chgData name="Zhao Jin" userId="cd05a825-544c-438a-9ba1-08e63db50b47" providerId="ADAL" clId="{5DF3A229-1965-414E-AF54-F4C37AC7DF68}" dt="2026-02-19T02:10:09.596" v="544" actId="20577"/>
          <ac:spMkLst>
            <pc:docMk/>
            <pc:sldMk cId="1633453151" sldId="598"/>
            <ac:spMk id="19" creationId="{7CF24EDF-AE56-004F-78AA-8B580A7E712A}"/>
          </ac:spMkLst>
        </pc:spChg>
      </pc:sldChg>
      <pc:sldChg chg="add del">
        <pc:chgData name="Zhao Jin" userId="cd05a825-544c-438a-9ba1-08e63db50b47" providerId="ADAL" clId="{5DF3A229-1965-414E-AF54-F4C37AC7DF68}" dt="2026-02-19T01:58:07.361" v="11"/>
        <pc:sldMkLst>
          <pc:docMk/>
          <pc:sldMk cId="1668399985" sldId="600"/>
        </pc:sldMkLst>
      </pc:sldChg>
      <pc:sldChg chg="addSp delSp modSp add del mod ord delAnim modAnim">
        <pc:chgData name="Zhao Jin" userId="cd05a825-544c-438a-9ba1-08e63db50b47" providerId="ADAL" clId="{5DF3A229-1965-414E-AF54-F4C37AC7DF68}" dt="2026-02-19T02:03:20.188" v="325" actId="20577"/>
        <pc:sldMkLst>
          <pc:docMk/>
          <pc:sldMk cId="2557015388" sldId="600"/>
        </pc:sldMkLst>
        <pc:spChg chg="del">
          <ac:chgData name="Zhao Jin" userId="cd05a825-544c-438a-9ba1-08e63db50b47" providerId="ADAL" clId="{5DF3A229-1965-414E-AF54-F4C37AC7DF68}" dt="2026-02-19T02:00:24.182" v="20" actId="478"/>
          <ac:spMkLst>
            <pc:docMk/>
            <pc:sldMk cId="2557015388" sldId="600"/>
            <ac:spMk id="8" creationId="{343C1275-6F4D-04C7-9364-99E1F8DC26EE}"/>
          </ac:spMkLst>
        </pc:spChg>
        <pc:spChg chg="del">
          <ac:chgData name="Zhao Jin" userId="cd05a825-544c-438a-9ba1-08e63db50b47" providerId="ADAL" clId="{5DF3A229-1965-414E-AF54-F4C37AC7DF68}" dt="2026-02-19T02:00:24.182" v="20" actId="478"/>
          <ac:spMkLst>
            <pc:docMk/>
            <pc:sldMk cId="2557015388" sldId="600"/>
            <ac:spMk id="11" creationId="{CB6EFE3F-359E-D4AE-3126-71D3FB7D1072}"/>
          </ac:spMkLst>
        </pc:spChg>
        <pc:spChg chg="add mod">
          <ac:chgData name="Zhao Jin" userId="cd05a825-544c-438a-9ba1-08e63db50b47" providerId="ADAL" clId="{5DF3A229-1965-414E-AF54-F4C37AC7DF68}" dt="2026-02-19T02:03:20.188" v="325" actId="20577"/>
          <ac:spMkLst>
            <pc:docMk/>
            <pc:sldMk cId="2557015388" sldId="600"/>
            <ac:spMk id="13" creationId="{B8CB9B6F-4A1B-448C-A7C4-6DDCEE110527}"/>
          </ac:spMkLst>
        </pc:spChg>
        <pc:graphicFrameChg chg="del">
          <ac:chgData name="Zhao Jin" userId="cd05a825-544c-438a-9ba1-08e63db50b47" providerId="ADAL" clId="{5DF3A229-1965-414E-AF54-F4C37AC7DF68}" dt="2026-02-19T02:00:25.438" v="21" actId="478"/>
          <ac:graphicFrameMkLst>
            <pc:docMk/>
            <pc:sldMk cId="2557015388" sldId="600"/>
            <ac:graphicFrameMk id="10" creationId="{FCBB0491-1647-BA70-1C55-B13089CB342C}"/>
          </ac:graphicFrameMkLst>
        </pc:graphicFrameChg>
      </pc:sldChg>
      <pc:sldChg chg="addSp delSp modSp add mod modAnim">
        <pc:chgData name="Zhao Jin" userId="cd05a825-544c-438a-9ba1-08e63db50b47" providerId="ADAL" clId="{5DF3A229-1965-414E-AF54-F4C37AC7DF68}" dt="2026-02-19T02:15:08.223" v="622" actId="20577"/>
        <pc:sldMkLst>
          <pc:docMk/>
          <pc:sldMk cId="176930075" sldId="601"/>
        </pc:sldMkLst>
        <pc:spChg chg="add mod">
          <ac:chgData name="Zhao Jin" userId="cd05a825-544c-438a-9ba1-08e63db50b47" providerId="ADAL" clId="{5DF3A229-1965-414E-AF54-F4C37AC7DF68}" dt="2026-02-19T02:14:03.126" v="551"/>
          <ac:spMkLst>
            <pc:docMk/>
            <pc:sldMk cId="176930075" sldId="601"/>
            <ac:spMk id="5" creationId="{ED3D5675-18B6-C995-834A-362D119F9357}"/>
          </ac:spMkLst>
        </pc:spChg>
        <pc:spChg chg="add del mod">
          <ac:chgData name="Zhao Jin" userId="cd05a825-544c-438a-9ba1-08e63db50b47" providerId="ADAL" clId="{5DF3A229-1965-414E-AF54-F4C37AC7DF68}" dt="2026-02-19T02:15:06.507" v="621" actId="478"/>
          <ac:spMkLst>
            <pc:docMk/>
            <pc:sldMk cId="176930075" sldId="601"/>
            <ac:spMk id="6" creationId="{DBBE75BF-B817-11AD-98C8-4F47AB3B35A5}"/>
          </ac:spMkLst>
        </pc:spChg>
        <pc:spChg chg="del">
          <ac:chgData name="Zhao Jin" userId="cd05a825-544c-438a-9ba1-08e63db50b47" providerId="ADAL" clId="{5DF3A229-1965-414E-AF54-F4C37AC7DF68}" dt="2026-02-19T02:14:01.985" v="550" actId="478"/>
          <ac:spMkLst>
            <pc:docMk/>
            <pc:sldMk cId="176930075" sldId="601"/>
            <ac:spMk id="8" creationId="{60840DA8-B5A4-C77E-8354-F727A8F38322}"/>
          </ac:spMkLst>
        </pc:spChg>
        <pc:spChg chg="del">
          <ac:chgData name="Zhao Jin" userId="cd05a825-544c-438a-9ba1-08e63db50b47" providerId="ADAL" clId="{5DF3A229-1965-414E-AF54-F4C37AC7DF68}" dt="2026-02-19T02:14:00.110" v="549" actId="478"/>
          <ac:spMkLst>
            <pc:docMk/>
            <pc:sldMk cId="176930075" sldId="601"/>
            <ac:spMk id="16" creationId="{49ABEA74-B8CE-87DB-6AA8-FA9F1559A3BF}"/>
          </ac:spMkLst>
        </pc:spChg>
        <pc:spChg chg="mod">
          <ac:chgData name="Zhao Jin" userId="cd05a825-544c-438a-9ba1-08e63db50b47" providerId="ADAL" clId="{5DF3A229-1965-414E-AF54-F4C37AC7DF68}" dt="2026-02-19T02:15:08.223" v="622" actId="20577"/>
          <ac:spMkLst>
            <pc:docMk/>
            <pc:sldMk cId="176930075" sldId="601"/>
            <ac:spMk id="30" creationId="{79041875-E4F1-B473-C9CD-3F2D27DC7409}"/>
          </ac:spMkLst>
        </pc:spChg>
      </pc:sldChg>
      <pc:sldChg chg="add del">
        <pc:chgData name="Zhao Jin" userId="cd05a825-544c-438a-9ba1-08e63db50b47" providerId="ADAL" clId="{5DF3A229-1965-414E-AF54-F4C37AC7DF68}" dt="2026-02-19T02:09:41.397" v="453"/>
        <pc:sldMkLst>
          <pc:docMk/>
          <pc:sldMk cId="350891436" sldId="601"/>
        </pc:sldMkLst>
      </pc:sldChg>
      <pc:sldChg chg="add del">
        <pc:chgData name="Zhao Jin" userId="cd05a825-544c-438a-9ba1-08e63db50b47" providerId="ADAL" clId="{5DF3A229-1965-414E-AF54-F4C37AC7DF68}" dt="2026-02-19T02:13:49.875" v="547"/>
        <pc:sldMkLst>
          <pc:docMk/>
          <pc:sldMk cId="2843935471" sldId="601"/>
        </pc:sldMkLst>
      </pc:sldChg>
    </pc:docChg>
  </pc:docChgLst>
  <pc:docChgLst>
    <pc:chgData name="Zhao Jin" userId="cd05a825-544c-438a-9ba1-08e63db50b47" providerId="ADAL" clId="{7346625B-7E8F-4E9B-A9F0-94C1DD70E907}"/>
    <pc:docChg chg="undo redo custSel modSld">
      <pc:chgData name="Zhao Jin" userId="cd05a825-544c-438a-9ba1-08e63db50b47" providerId="ADAL" clId="{7346625B-7E8F-4E9B-A9F0-94C1DD70E907}" dt="2026-02-09T08:44:26.051" v="359" actId="1076"/>
      <pc:docMkLst>
        <pc:docMk/>
      </pc:docMkLst>
      <pc:sldChg chg="addSp modSp mod addAnim delAnim modAnim">
        <pc:chgData name="Zhao Jin" userId="cd05a825-544c-438a-9ba1-08e63db50b47" providerId="ADAL" clId="{7346625B-7E8F-4E9B-A9F0-94C1DD70E907}" dt="2026-02-09T08:44:26.051" v="359" actId="1076"/>
        <pc:sldMkLst>
          <pc:docMk/>
          <pc:sldMk cId="1633453151" sldId="598"/>
        </pc:sldMkLst>
        <pc:spChg chg="mod">
          <ac:chgData name="Zhao Jin" userId="cd05a825-544c-438a-9ba1-08e63db50b47" providerId="ADAL" clId="{7346625B-7E8F-4E9B-A9F0-94C1DD70E907}" dt="2026-02-09T08:36:13.082" v="139" actId="14100"/>
          <ac:spMkLst>
            <pc:docMk/>
            <pc:sldMk cId="1633453151" sldId="598"/>
            <ac:spMk id="4" creationId="{EB996B53-68CE-249A-B9DB-AA73CDB6ED15}"/>
          </ac:spMkLst>
        </pc:spChg>
        <pc:spChg chg="mod">
          <ac:chgData name="Zhao Jin" userId="cd05a825-544c-438a-9ba1-08e63db50b47" providerId="ADAL" clId="{7346625B-7E8F-4E9B-A9F0-94C1DD70E907}" dt="2026-02-09T08:37:58.124" v="199" actId="1035"/>
          <ac:spMkLst>
            <pc:docMk/>
            <pc:sldMk cId="1633453151" sldId="598"/>
            <ac:spMk id="5" creationId="{027CC6DA-0ACE-0521-BC97-E302FDB9DDAB}"/>
          </ac:spMkLst>
        </pc:spChg>
        <pc:spChg chg="mod">
          <ac:chgData name="Zhao Jin" userId="cd05a825-544c-438a-9ba1-08e63db50b47" providerId="ADAL" clId="{7346625B-7E8F-4E9B-A9F0-94C1DD70E907}" dt="2026-02-09T08:35:48.595" v="124" actId="14100"/>
          <ac:spMkLst>
            <pc:docMk/>
            <pc:sldMk cId="1633453151" sldId="598"/>
            <ac:spMk id="6" creationId="{D30103D3-66AB-9479-E898-08E79808DD1E}"/>
          </ac:spMkLst>
        </pc:spChg>
        <pc:spChg chg="mod">
          <ac:chgData name="Zhao Jin" userId="cd05a825-544c-438a-9ba1-08e63db50b47" providerId="ADAL" clId="{7346625B-7E8F-4E9B-A9F0-94C1DD70E907}" dt="2026-02-09T08:37:54.566" v="196" actId="1035"/>
          <ac:spMkLst>
            <pc:docMk/>
            <pc:sldMk cId="1633453151" sldId="598"/>
            <ac:spMk id="7" creationId="{90C82A96-EEED-4EF1-6646-10FA0A29916F}"/>
          </ac:spMkLst>
        </pc:spChg>
        <pc:spChg chg="mod">
          <ac:chgData name="Zhao Jin" userId="cd05a825-544c-438a-9ba1-08e63db50b47" providerId="ADAL" clId="{7346625B-7E8F-4E9B-A9F0-94C1DD70E907}" dt="2026-02-09T08:38:06.494" v="200" actId="14100"/>
          <ac:spMkLst>
            <pc:docMk/>
            <pc:sldMk cId="1633453151" sldId="598"/>
            <ac:spMk id="8" creationId="{E008AA8D-6102-0716-0DFC-62D55A5FE2C8}"/>
          </ac:spMkLst>
        </pc:spChg>
        <pc:spChg chg="mod">
          <ac:chgData name="Zhao Jin" userId="cd05a825-544c-438a-9ba1-08e63db50b47" providerId="ADAL" clId="{7346625B-7E8F-4E9B-A9F0-94C1DD70E907}" dt="2026-02-09T08:38:10.865" v="201" actId="14100"/>
          <ac:spMkLst>
            <pc:docMk/>
            <pc:sldMk cId="1633453151" sldId="598"/>
            <ac:spMk id="10" creationId="{4557A25F-A34B-3AC9-111F-A868ED715E25}"/>
          </ac:spMkLst>
        </pc:spChg>
        <pc:spChg chg="mod">
          <ac:chgData name="Zhao Jin" userId="cd05a825-544c-438a-9ba1-08e63db50b47" providerId="ADAL" clId="{7346625B-7E8F-4E9B-A9F0-94C1DD70E907}" dt="2026-02-09T08:43:51.798" v="348" actId="1076"/>
          <ac:spMkLst>
            <pc:docMk/>
            <pc:sldMk cId="1633453151" sldId="598"/>
            <ac:spMk id="11" creationId="{1854E98B-C083-8FAE-3DE9-BB80AFDFFFD5}"/>
          </ac:spMkLst>
        </pc:spChg>
        <pc:spChg chg="mod">
          <ac:chgData name="Zhao Jin" userId="cd05a825-544c-438a-9ba1-08e63db50b47" providerId="ADAL" clId="{7346625B-7E8F-4E9B-A9F0-94C1DD70E907}" dt="2026-02-09T08:44:04.747" v="351" actId="1076"/>
          <ac:spMkLst>
            <pc:docMk/>
            <pc:sldMk cId="1633453151" sldId="598"/>
            <ac:spMk id="12" creationId="{51E4E273-CBF4-CD3E-2464-AACAFBC0C446}"/>
          </ac:spMkLst>
        </pc:spChg>
        <pc:spChg chg="mod">
          <ac:chgData name="Zhao Jin" userId="cd05a825-544c-438a-9ba1-08e63db50b47" providerId="ADAL" clId="{7346625B-7E8F-4E9B-A9F0-94C1DD70E907}" dt="2026-02-09T08:44:04.747" v="351" actId="1076"/>
          <ac:spMkLst>
            <pc:docMk/>
            <pc:sldMk cId="1633453151" sldId="598"/>
            <ac:spMk id="13" creationId="{4088F2C5-4B1F-FA0E-2AAB-6B96227C377D}"/>
          </ac:spMkLst>
        </pc:spChg>
        <pc:spChg chg="mod">
          <ac:chgData name="Zhao Jin" userId="cd05a825-544c-438a-9ba1-08e63db50b47" providerId="ADAL" clId="{7346625B-7E8F-4E9B-A9F0-94C1DD70E907}" dt="2026-02-09T08:44:04.747" v="351" actId="1076"/>
          <ac:spMkLst>
            <pc:docMk/>
            <pc:sldMk cId="1633453151" sldId="598"/>
            <ac:spMk id="15" creationId="{0CC7E5B5-BC83-9AA3-E9C4-A4FD3D7BF949}"/>
          </ac:spMkLst>
        </pc:spChg>
        <pc:spChg chg="add mod">
          <ac:chgData name="Zhao Jin" userId="cd05a825-544c-438a-9ba1-08e63db50b47" providerId="ADAL" clId="{7346625B-7E8F-4E9B-A9F0-94C1DD70E907}" dt="2026-02-09T08:44:12.016" v="356" actId="1035"/>
          <ac:spMkLst>
            <pc:docMk/>
            <pc:sldMk cId="1633453151" sldId="598"/>
            <ac:spMk id="16" creationId="{901551B2-570F-B3AA-FC1E-2B2DE6FB3AE7}"/>
          </ac:spMkLst>
        </pc:spChg>
        <pc:spChg chg="add mod">
          <ac:chgData name="Zhao Jin" userId="cd05a825-544c-438a-9ba1-08e63db50b47" providerId="ADAL" clId="{7346625B-7E8F-4E9B-A9F0-94C1DD70E907}" dt="2026-02-09T08:44:21.540" v="357" actId="1076"/>
          <ac:spMkLst>
            <pc:docMk/>
            <pc:sldMk cId="1633453151" sldId="598"/>
            <ac:spMk id="17" creationId="{BEA3ED81-D2B3-5747-F6CC-5E50BB519B81}"/>
          </ac:spMkLst>
        </pc:spChg>
        <pc:spChg chg="add mod">
          <ac:chgData name="Zhao Jin" userId="cd05a825-544c-438a-9ba1-08e63db50b47" providerId="ADAL" clId="{7346625B-7E8F-4E9B-A9F0-94C1DD70E907}" dt="2026-02-09T08:44:26.051" v="359" actId="1076"/>
          <ac:spMkLst>
            <pc:docMk/>
            <pc:sldMk cId="1633453151" sldId="598"/>
            <ac:spMk id="18" creationId="{9DA3F100-3F4C-A5F9-4463-6416F8481C9B}"/>
          </ac:spMkLst>
        </pc:spChg>
        <pc:graphicFrameChg chg="mod modGraphic">
          <ac:chgData name="Zhao Jin" userId="cd05a825-544c-438a-9ba1-08e63db50b47" providerId="ADAL" clId="{7346625B-7E8F-4E9B-A9F0-94C1DD70E907}" dt="2026-02-09T08:43:43.762" v="347" actId="20577"/>
          <ac:graphicFrameMkLst>
            <pc:docMk/>
            <pc:sldMk cId="1633453151" sldId="598"/>
            <ac:graphicFrameMk id="9" creationId="{3C8F59A3-3A43-6307-9F11-C3386ED95AE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D3A34-6382-D7F3-016F-BDE9755E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C73F8E99-7602-282F-2247-1612436A1BB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994773D-AF61-4B36-51B4-926B3E9FFC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0350EA1-87D9-FD7F-4F0D-B479F3A9F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46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08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65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20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05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E011F-FB9D-E444-136C-A614BE05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FB003C7-1213-1B16-A780-E6C6D7D1205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52423C2-9FB8-6DB3-F891-00CA37BE1A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57E122D0-009E-05CD-5598-CB2E77B4BA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01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B71E3-4750-1097-0D04-16F4B032A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9F3F73B-5D1C-3309-CEEF-11D8BE9E26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49E3228-B347-B7E9-58A2-FDFDF8B115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EAA1D694-C883-C10B-70F4-4E3E44511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39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0C7B7-EE2E-7079-6708-53B4628DF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41D2D89-C52C-DB9B-D1A1-197200D1ACF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09494F0-41BA-ED96-D023-84DBD4F217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D659850-2A8C-A00A-98A6-9AB461BF46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08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6A83-AE3F-653C-E1A7-AE8A66F5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24F68F1-3307-B5CF-4772-0C67F4BBC75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ECBECA6-BE38-9CF2-D51D-09130FC59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288D3BD4-4661-D09E-4B41-26E39B64A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43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32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03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6FFBB-22DD-A021-3D19-6D572CC1C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FD13868-67B4-1CFC-C965-AC69B353CA7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056963C-8017-EF17-4CC3-C078C9FABE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40FF6C2E-79DE-070F-FC12-A3FD5BD48D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6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C00000"/>
                </a:solidFill>
                <a:latin typeface="Calibri" panose="020F0502020204030204" pitchFamily="34" charset="0"/>
              </a:rPr>
              <a:t>Week 5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Recap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3A2D99F7-83ED-5387-AE80-EDBE433E77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E35573-A8E9-F742-C713-DC1196B22091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/>
              <a:t>Live Q&amp;A </a:t>
            </a:r>
          </a:p>
          <a:p>
            <a:r>
              <a:rPr lang="en-SG" sz="200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41604-BA15-120B-9C8B-D77F438DC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55B156A-F638-97D4-6945-99106685D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Repetition through Loops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913CBBFA-CED6-08B2-7BE3-A03D3FA21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5E76A3-5D01-7AE8-9C42-B7F4672D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D6C2C6-157B-AF9E-078E-4EBDBAB93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BE8DB-4C10-9FEA-7EE4-FC921344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C854CE23-C51A-6CC2-A993-9B95E1759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972" y="31781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CC00FF"/>
                </a:solidFill>
              </a:rPr>
              <a:t>initialize</a:t>
            </a:r>
            <a:endParaRPr lang="en-SG" sz="2000" b="1">
              <a:solidFill>
                <a:srgbClr val="800000"/>
              </a:solidFill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3F366F62-49E4-2910-0CFD-C2C4FCC5C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148" y="31908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</a:rPr>
              <a:t>condition</a:t>
            </a:r>
            <a:endParaRPr lang="en-SG" sz="2000">
              <a:solidFill>
                <a:srgbClr val="0000FF"/>
              </a:solidFill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417B1344-61B6-4B04-70A9-D1FE2767F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350" y="31654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6600"/>
                </a:solidFill>
              </a:rPr>
              <a:t>update</a:t>
            </a:r>
            <a:endParaRPr lang="en-SG" sz="2000">
              <a:solidFill>
                <a:srgbClr val="0066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8D221B-CCD7-1674-1B3D-B298E6943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172" y="31654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/>
              <a:t>body</a:t>
            </a:r>
            <a:endParaRPr lang="en-SG" sz="200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B8CB9B6F-4A1B-448C-A7C4-6DDCEE110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884428"/>
            <a:ext cx="8292856" cy="2753136"/>
          </a:xfrm>
        </p:spPr>
        <p:txBody>
          <a:bodyPr>
            <a:normAutofit lnSpcReduction="10000"/>
          </a:bodyPr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What are the components?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What could go wrong in each component?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to check for correctness?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70153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Repetition through Loops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AFF9153-D379-4E7D-9B97-29843966A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4304014-08C4-4321-AD74-36FAC51612DB}"/>
              </a:ext>
            </a:extLst>
          </p:cNvPr>
          <p:cNvGraphicFramePr>
            <a:graphicFrameLocks noGrp="1"/>
          </p:cNvGraphicFramePr>
          <p:nvPr/>
        </p:nvGraphicFramePr>
        <p:xfrm>
          <a:off x="601701" y="4434090"/>
          <a:ext cx="566896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2816543">
                  <a:extLst>
                    <a:ext uri="{9D8B030D-6E8A-4147-A177-3AD203B41FA5}">
                      <a16:colId xmlns:a16="http://schemas.microsoft.com/office/drawing/2014/main" val="164715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/>
                        <a:t>factorial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err="1"/>
                        <a:t>i</a:t>
                      </a:r>
                      <a:r>
                        <a:rPr lang="en-US" baseline="0"/>
                        <a:t> &gt;= 2?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Before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After 1</a:t>
                      </a:r>
                      <a:r>
                        <a:rPr lang="en-US" baseline="30000"/>
                        <a:t>st</a:t>
                      </a:r>
                      <a:r>
                        <a:rPr lang="en-US"/>
                        <a:t> round of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After</a:t>
                      </a:r>
                      <a:r>
                        <a:rPr lang="en-US" baseline="0"/>
                        <a:t> 2</a:t>
                      </a:r>
                      <a:r>
                        <a:rPr lang="en-US" baseline="30000"/>
                        <a:t>nd</a:t>
                      </a:r>
                      <a:r>
                        <a:rPr lang="en-US" baseline="0"/>
                        <a:t> round…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75C9FBE-306E-46A7-BAB9-46BD27707AF2}"/>
              </a:ext>
            </a:extLst>
          </p:cNvPr>
          <p:cNvSpPr/>
          <p:nvPr/>
        </p:nvSpPr>
        <p:spPr>
          <a:xfrm>
            <a:off x="601701" y="3909870"/>
            <a:ext cx="999363" cy="391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Input: </a:t>
            </a:r>
            <a:r>
              <a:rPr lang="en-US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FCBF0D-2794-4D66-A616-CF3267CF45BD}"/>
              </a:ext>
            </a:extLst>
          </p:cNvPr>
          <p:cNvSpPr txBox="1"/>
          <p:nvPr/>
        </p:nvSpPr>
        <p:spPr>
          <a:xfrm>
            <a:off x="6394363" y="4434090"/>
            <a:ext cx="168638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Tracing is an important skill!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ADF870-390E-31DE-494C-17DDC148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8FE17D-5D9B-CDAB-9065-C0FF6ED7F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E59FE-A324-CA99-93A6-AF0A32E7D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EDE46403-313D-6018-0192-9B4930BFB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972" y="31781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CC00FF"/>
                </a:solidFill>
              </a:rPr>
              <a:t>initialize</a:t>
            </a:r>
            <a:endParaRPr lang="en-SG" sz="2000" b="1">
              <a:solidFill>
                <a:srgbClr val="800000"/>
              </a:solidFill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713C9DFA-D1F6-F873-6097-C1BB7B039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148" y="31908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</a:rPr>
              <a:t>condition</a:t>
            </a:r>
            <a:endParaRPr lang="en-SG" sz="2000">
              <a:solidFill>
                <a:srgbClr val="0000FF"/>
              </a:solidFill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1556C5C1-4793-4FF0-D0EC-233ED93B3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350" y="31654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6600"/>
                </a:solidFill>
              </a:rPr>
              <a:t>update</a:t>
            </a:r>
            <a:endParaRPr lang="en-SG" sz="2000">
              <a:solidFill>
                <a:srgbClr val="0066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87833-4A45-9BDD-D28F-F0694BF77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172" y="31654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/>
              <a:t>body</a:t>
            </a:r>
            <a:endParaRPr lang="en-SG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ECA080-77EC-ED31-EDAD-EA7647E60848}"/>
              </a:ext>
            </a:extLst>
          </p:cNvPr>
          <p:cNvSpPr txBox="1"/>
          <p:nvPr/>
        </p:nvSpPr>
        <p:spPr>
          <a:xfrm>
            <a:off x="6394363" y="5209853"/>
            <a:ext cx="2069153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Loop invariant can be used as well.</a:t>
            </a:r>
          </a:p>
        </p:txBody>
      </p:sp>
    </p:spTree>
    <p:extLst>
      <p:ext uri="{BB962C8B-B14F-4D97-AF65-F5344CB8AC3E}">
        <p14:creationId xmlns:p14="http://schemas.microsoft.com/office/powerpoint/2010/main" val="8941863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rgbClr val="0000FF"/>
                </a:solidFill>
              </a:rPr>
              <a:t>The </a:t>
            </a:r>
            <a:r>
              <a:rPr lang="en-GB" sz="3600" i="1">
                <a:solidFill>
                  <a:srgbClr val="0000FF"/>
                </a:solidFill>
                <a:latin typeface="Garamond" panose="02020404030301010803" pitchFamily="18" charset="0"/>
              </a:rPr>
              <a:t>for</a:t>
            </a:r>
            <a:r>
              <a:rPr lang="en-GB" sz="3600">
                <a:solidFill>
                  <a:srgbClr val="0000FF"/>
                </a:solidFill>
              </a:rPr>
              <a:t> Loop 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AFF9153-D379-4E7D-9B97-29843966A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5F873-6CB7-4316-B798-EE54B3634728}"/>
              </a:ext>
            </a:extLst>
          </p:cNvPr>
          <p:cNvSpPr txBox="1"/>
          <p:nvPr/>
        </p:nvSpPr>
        <p:spPr>
          <a:xfrm>
            <a:off x="857017" y="3831452"/>
            <a:ext cx="5388140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D363C8-B264-4386-9E1D-EAA63F4BF1CC}"/>
              </a:ext>
            </a:extLst>
          </p:cNvPr>
          <p:cNvSpPr txBox="1"/>
          <p:nvPr/>
        </p:nvSpPr>
        <p:spPr>
          <a:xfrm>
            <a:off x="6293346" y="3827182"/>
            <a:ext cx="252103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Good for repetitions that have an explicit start / end / update.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0ED47B-1FC5-C19A-A4EE-3666AE42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F29C01-3F92-5444-18E2-DCAF0BC6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42F3A3-1E2A-4EB8-0579-1D9E2B99FF19}"/>
              </a:ext>
            </a:extLst>
          </p:cNvPr>
          <p:cNvSpPr txBox="1"/>
          <p:nvPr/>
        </p:nvSpPr>
        <p:spPr>
          <a:xfrm>
            <a:off x="857017" y="4959963"/>
            <a:ext cx="4253699" cy="1015663"/>
          </a:xfrm>
          <a:prstGeom prst="rect">
            <a:avLst/>
          </a:prstGeom>
          <a:solidFill>
            <a:srgbClr val="E5E6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/>
              <a:t>for ( </a:t>
            </a:r>
            <a:r>
              <a:rPr lang="en-US" sz="2000" dirty="0">
                <a:solidFill>
                  <a:srgbClr val="CC00FF"/>
                </a:solidFill>
              </a:rPr>
              <a:t>initialize</a:t>
            </a:r>
            <a:r>
              <a:rPr lang="en-US" sz="2000" dirty="0"/>
              <a:t>; </a:t>
            </a:r>
            <a:r>
              <a:rPr lang="en-US" sz="2000" dirty="0">
                <a:solidFill>
                  <a:srgbClr val="0000FF"/>
                </a:solidFill>
              </a:rPr>
              <a:t>condition</a:t>
            </a:r>
            <a:r>
              <a:rPr lang="en-US" sz="2000" dirty="0"/>
              <a:t>; </a:t>
            </a:r>
            <a:r>
              <a:rPr lang="en-US" sz="2000" dirty="0">
                <a:solidFill>
                  <a:srgbClr val="006600"/>
                </a:solidFill>
              </a:rPr>
              <a:t>update</a:t>
            </a:r>
            <a:r>
              <a:rPr lang="en-US" sz="2000" dirty="0"/>
              <a:t> ) {</a:t>
            </a:r>
          </a:p>
          <a:p>
            <a:pPr>
              <a:defRPr/>
            </a:pPr>
            <a:r>
              <a:rPr lang="en-US" sz="2000" dirty="0"/>
              <a:t>    // loop body</a:t>
            </a:r>
          </a:p>
          <a:p>
            <a:pPr>
              <a:defRPr/>
            </a:pPr>
            <a:r>
              <a:rPr lang="en-US" sz="2000" dirty="0"/>
              <a:t>}</a:t>
            </a:r>
            <a:endParaRPr lang="en-SG" sz="20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28796-5D44-3184-4326-35B1A1C83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1B801DF-DBA7-FE78-B724-9C0DCC683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972" y="31781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CC00FF"/>
                </a:solidFill>
              </a:rPr>
              <a:t>initialize</a:t>
            </a:r>
            <a:endParaRPr lang="en-SG" sz="2000" b="1">
              <a:solidFill>
                <a:srgbClr val="800000"/>
              </a:solidFill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3661DA39-4592-0303-B954-809E9CFA7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148" y="31908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</a:rPr>
              <a:t>condition</a:t>
            </a:r>
            <a:endParaRPr lang="en-SG" sz="2000">
              <a:solidFill>
                <a:srgbClr val="0000FF"/>
              </a:solidFill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92B2E3E3-BF72-688E-0F79-596240A2D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350" y="31654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6600"/>
                </a:solidFill>
              </a:rPr>
              <a:t>update</a:t>
            </a:r>
            <a:endParaRPr lang="en-SG" sz="2000">
              <a:solidFill>
                <a:srgbClr val="0066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F0E4EE-C8A2-AD32-8A8C-0881CCE67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172" y="31654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/>
              <a:t>body</a:t>
            </a:r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41565364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rgbClr val="0000FF"/>
                </a:solidFill>
              </a:rPr>
              <a:t>The </a:t>
            </a:r>
            <a:r>
              <a:rPr lang="en-GB" sz="3600" i="1">
                <a:solidFill>
                  <a:srgbClr val="0000FF"/>
                </a:solidFill>
                <a:latin typeface="Garamond" panose="02020404030301010803" pitchFamily="18" charset="0"/>
              </a:rPr>
              <a:t>while</a:t>
            </a:r>
            <a:r>
              <a:rPr lang="en-GB" sz="3600">
                <a:solidFill>
                  <a:srgbClr val="0000FF"/>
                </a:solidFill>
              </a:rPr>
              <a:t> Loop 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AFF9153-D379-4E7D-9B97-29843966A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5F873-6CB7-4316-B798-EE54B3634728}"/>
              </a:ext>
            </a:extLst>
          </p:cNvPr>
          <p:cNvSpPr txBox="1"/>
          <p:nvPr/>
        </p:nvSpPr>
        <p:spPr>
          <a:xfrm>
            <a:off x="737491" y="3883671"/>
            <a:ext cx="2615309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1A6D42-33F8-0C0E-C945-D4929F998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095EB9-5B9B-0B80-A4DF-2A57FFB6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64095-ECC1-81BB-927A-FEA0F3560230}"/>
              </a:ext>
            </a:extLst>
          </p:cNvPr>
          <p:cNvSpPr txBox="1"/>
          <p:nvPr/>
        </p:nvSpPr>
        <p:spPr>
          <a:xfrm>
            <a:off x="6489553" y="5476726"/>
            <a:ext cx="2260894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Good for repetitions that do not have explicit start / end / update.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66762E-440B-4DD1-C623-26FB48373B19}"/>
              </a:ext>
            </a:extLst>
          </p:cNvPr>
          <p:cNvSpPr txBox="1"/>
          <p:nvPr/>
        </p:nvSpPr>
        <p:spPr>
          <a:xfrm>
            <a:off x="3612921" y="3883671"/>
            <a:ext cx="2466600" cy="1631216"/>
          </a:xfrm>
          <a:prstGeom prst="rect">
            <a:avLst/>
          </a:prstGeom>
          <a:solidFill>
            <a:srgbClr val="E5E6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CC00FF"/>
                </a:solidFill>
              </a:rPr>
              <a:t>initialize 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while</a:t>
            </a:r>
            <a:r>
              <a:rPr lang="en-US" sz="2000" dirty="0"/>
              <a:t> ( </a:t>
            </a:r>
            <a:r>
              <a:rPr lang="en-US" sz="2000" dirty="0">
                <a:solidFill>
                  <a:srgbClr val="0000FF"/>
                </a:solidFill>
              </a:rPr>
              <a:t>condition</a:t>
            </a:r>
            <a:r>
              <a:rPr lang="en-US" sz="2000" dirty="0"/>
              <a:t> ) {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000" dirty="0"/>
              <a:t>    	</a:t>
            </a:r>
            <a:r>
              <a:rPr lang="en-US" sz="2000" dirty="0">
                <a:solidFill>
                  <a:schemeClr val="tx1"/>
                </a:solidFill>
              </a:rPr>
              <a:t>// loop body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000" dirty="0">
                <a:solidFill>
                  <a:srgbClr val="006600"/>
                </a:solidFill>
              </a:rPr>
              <a:t>       update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dirty="0"/>
              <a:t>}</a:t>
            </a:r>
            <a:endParaRPr lang="en-SG" sz="2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BFC0AE-BB41-5782-036C-882EF3392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256106A-40B0-7B39-158A-8DE0F3F0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972" y="31781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C00FF"/>
                </a:solidFill>
              </a:rPr>
              <a:t>initialize</a:t>
            </a:r>
            <a:endParaRPr lang="en-SG" sz="2000" b="1" dirty="0">
              <a:solidFill>
                <a:srgbClr val="800000"/>
              </a:solidFill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E1B088D6-170F-FCAA-DEA3-D87E97BA8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148" y="31908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</a:rPr>
              <a:t>condition</a:t>
            </a:r>
            <a:endParaRPr lang="en-SG" sz="2000">
              <a:solidFill>
                <a:srgbClr val="0000FF"/>
              </a:solidFill>
            </a:endParaRP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A75DD3A4-E14E-9F45-183C-F401E443F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350" y="31654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6600"/>
                </a:solidFill>
              </a:rPr>
              <a:t>update</a:t>
            </a:r>
            <a:endParaRPr lang="en-SG" sz="2000" dirty="0">
              <a:solidFill>
                <a:srgbClr val="0066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EF30BE-3FCA-BF49-C239-2F8BF12AD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172" y="31654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/>
              <a:t>body</a:t>
            </a:r>
            <a:endParaRPr lang="en-SG" sz="2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4F1798-3A4D-274F-ECA2-C924F1E21C34}"/>
              </a:ext>
            </a:extLst>
          </p:cNvPr>
          <p:cNvSpPr txBox="1"/>
          <p:nvPr/>
        </p:nvSpPr>
        <p:spPr>
          <a:xfrm>
            <a:off x="3612921" y="5604688"/>
            <a:ext cx="2466600" cy="1015663"/>
          </a:xfrm>
          <a:prstGeom prst="rect">
            <a:avLst/>
          </a:prstGeom>
          <a:solidFill>
            <a:srgbClr val="E5E6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while</a:t>
            </a:r>
            <a:r>
              <a:rPr lang="en-US" sz="2000" dirty="0"/>
              <a:t> ( </a:t>
            </a:r>
            <a:r>
              <a:rPr lang="en-US" sz="2000" dirty="0">
                <a:solidFill>
                  <a:srgbClr val="0000FF"/>
                </a:solidFill>
              </a:rPr>
              <a:t>condition</a:t>
            </a:r>
            <a:r>
              <a:rPr lang="en-US" sz="2000" dirty="0"/>
              <a:t> ) {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000" dirty="0"/>
              <a:t>    	</a:t>
            </a:r>
            <a:r>
              <a:rPr lang="en-US" sz="2000" dirty="0">
                <a:solidFill>
                  <a:schemeClr val="tx1"/>
                </a:solidFill>
              </a:rPr>
              <a:t>// loop body</a:t>
            </a:r>
          </a:p>
          <a:p>
            <a:pPr>
              <a:defRPr/>
            </a:pPr>
            <a:r>
              <a:rPr lang="en-US" sz="2000" dirty="0"/>
              <a:t>}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2172258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rgbClr val="0000FF"/>
                </a:solidFill>
              </a:rPr>
              <a:t>The </a:t>
            </a:r>
            <a:r>
              <a:rPr lang="en-GB" sz="3600" i="1">
                <a:solidFill>
                  <a:srgbClr val="0000FF"/>
                </a:solidFill>
                <a:latin typeface="Garamond" panose="02020404030301010803" pitchFamily="18" charset="0"/>
              </a:rPr>
              <a:t>do-while</a:t>
            </a:r>
            <a:r>
              <a:rPr lang="en-GB" sz="3600">
                <a:solidFill>
                  <a:srgbClr val="0000FF"/>
                </a:solidFill>
              </a:rPr>
              <a:t> Loop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95F873-6CB7-4316-B798-EE54B3634728}"/>
              </a:ext>
            </a:extLst>
          </p:cNvPr>
          <p:cNvSpPr txBox="1"/>
          <p:nvPr/>
        </p:nvSpPr>
        <p:spPr>
          <a:xfrm>
            <a:off x="737491" y="3883671"/>
            <a:ext cx="2615309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2);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14BBEC-8EB5-208C-381C-DF7149452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2FA6EB-A7B4-C963-3BE3-19AF0A0B4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4742EF-9974-FFB1-220A-1C02DB863F38}"/>
              </a:ext>
            </a:extLst>
          </p:cNvPr>
          <p:cNvSpPr txBox="1"/>
          <p:nvPr/>
        </p:nvSpPr>
        <p:spPr>
          <a:xfrm>
            <a:off x="6283282" y="5606145"/>
            <a:ext cx="252103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Good for repetitions that </a:t>
            </a:r>
            <a:r>
              <a:rPr lang="en-US" altLang="zh-CN"/>
              <a:t>must be done at least once</a:t>
            </a:r>
            <a:r>
              <a:rPr lang="en-SG" altLang="zh-CN"/>
              <a:t>.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0053C9-8C8A-861A-1422-540F6920CE6B}"/>
              </a:ext>
            </a:extLst>
          </p:cNvPr>
          <p:cNvSpPr txBox="1"/>
          <p:nvPr/>
        </p:nvSpPr>
        <p:spPr>
          <a:xfrm>
            <a:off x="3605833" y="5606145"/>
            <a:ext cx="2466600" cy="1015663"/>
          </a:xfrm>
          <a:prstGeom prst="rect">
            <a:avLst/>
          </a:prstGeom>
          <a:solidFill>
            <a:srgbClr val="E5E6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do </a:t>
            </a:r>
            <a:r>
              <a:rPr lang="en-US" sz="2000" dirty="0"/>
              <a:t>{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000" dirty="0"/>
              <a:t>    	</a:t>
            </a:r>
            <a:r>
              <a:rPr lang="en-US" sz="2000" dirty="0">
                <a:solidFill>
                  <a:schemeClr val="tx1"/>
                </a:solidFill>
              </a:rPr>
              <a:t>// loop body</a:t>
            </a:r>
          </a:p>
          <a:p>
            <a:pPr>
              <a:defRPr/>
            </a:pPr>
            <a:r>
              <a:rPr lang="en-US" sz="2000" dirty="0"/>
              <a:t>} ( </a:t>
            </a:r>
            <a:r>
              <a:rPr lang="en-US" sz="2000" dirty="0">
                <a:solidFill>
                  <a:srgbClr val="0000FF"/>
                </a:solidFill>
              </a:rPr>
              <a:t>condition</a:t>
            </a:r>
            <a:r>
              <a:rPr lang="en-US" sz="2000" dirty="0"/>
              <a:t> );</a:t>
            </a:r>
            <a:endParaRPr lang="en-SG" sz="20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7C2C5-9040-C134-3F00-480D8C302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pic>
        <p:nvPicPr>
          <p:cNvPr id="13" name="Picture 2" descr="for">
            <a:extLst>
              <a:ext uri="{FF2B5EF4-FFF2-40B4-BE49-F238E27FC236}">
                <a16:creationId xmlns:a16="http://schemas.microsoft.com/office/drawing/2014/main" id="{25B03D79-301D-5D7D-D77D-036EBF0B5D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1" b="34544"/>
          <a:stretch/>
        </p:blipFill>
        <p:spPr bwMode="auto">
          <a:xfrm>
            <a:off x="845044" y="1964603"/>
            <a:ext cx="7862126" cy="133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7A29BC-0AE0-4875-C161-9E4163B51293}"/>
              </a:ext>
            </a:extLst>
          </p:cNvPr>
          <p:cNvSpPr txBox="1"/>
          <p:nvPr/>
        </p:nvSpPr>
        <p:spPr>
          <a:xfrm>
            <a:off x="3618125" y="3883671"/>
            <a:ext cx="2466600" cy="1631216"/>
          </a:xfrm>
          <a:prstGeom prst="rect">
            <a:avLst/>
          </a:prstGeom>
          <a:solidFill>
            <a:srgbClr val="E5E6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7030A0"/>
                </a:solidFill>
              </a:rPr>
              <a:t>initialize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do </a:t>
            </a:r>
            <a:r>
              <a:rPr lang="en-US" sz="2000" dirty="0"/>
              <a:t>{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000" dirty="0"/>
              <a:t>    	</a:t>
            </a:r>
            <a:r>
              <a:rPr lang="en-US" sz="2000" dirty="0">
                <a:solidFill>
                  <a:schemeClr val="tx1"/>
                </a:solidFill>
              </a:rPr>
              <a:t>// loop body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000" dirty="0">
                <a:solidFill>
                  <a:schemeClr val="tx1"/>
                </a:solidFill>
              </a:rPr>
              <a:t>      // </a:t>
            </a:r>
            <a:r>
              <a:rPr lang="en-US" sz="2000" dirty="0">
                <a:solidFill>
                  <a:srgbClr val="006600"/>
                </a:solidFill>
              </a:rPr>
              <a:t>update</a:t>
            </a:r>
          </a:p>
          <a:p>
            <a:pPr>
              <a:defRPr/>
            </a:pPr>
            <a:r>
              <a:rPr lang="en-US" sz="2000" dirty="0"/>
              <a:t>} ( </a:t>
            </a:r>
            <a:r>
              <a:rPr lang="en-US" sz="2000" dirty="0">
                <a:solidFill>
                  <a:srgbClr val="0000FF"/>
                </a:solidFill>
              </a:rPr>
              <a:t>condition</a:t>
            </a:r>
            <a:r>
              <a:rPr lang="en-US" sz="2000" dirty="0"/>
              <a:t> );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4199834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FAB48-B63A-2F72-2D03-0810E31B2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6B473A1-DACB-0EBC-79C3-50B9B11C6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rgbClr val="0000FF"/>
                </a:solidFill>
              </a:rPr>
              <a:t>Nested Loops (w/ tracing)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583CE9-641C-F41A-E24F-55C32BE2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FAB57A-A60D-4412-5F4E-0B6082CC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103D3-66AB-9479-E898-08E79808DD1E}"/>
              </a:ext>
            </a:extLst>
          </p:cNvPr>
          <p:cNvSpPr txBox="1"/>
          <p:nvPr/>
        </p:nvSpPr>
        <p:spPr>
          <a:xfrm>
            <a:off x="603849" y="1260195"/>
            <a:ext cx="2825151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(a &lt;=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b = a +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(b &lt;=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  b +=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a +=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SG" b="1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C8F59A3-3A43-6307-9F11-C3386ED95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240964"/>
              </p:ext>
            </p:extLst>
          </p:nvPr>
        </p:nvGraphicFramePr>
        <p:xfrm>
          <a:off x="3568607" y="1252591"/>
          <a:ext cx="5384760" cy="474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38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50937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848868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925068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2837416">
                  <a:extLst>
                    <a:ext uri="{9D8B030D-6E8A-4147-A177-3AD203B41FA5}">
                      <a16:colId xmlns:a16="http://schemas.microsoft.com/office/drawing/2014/main" val="164715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/>
                        <a:t>a&lt;=4 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/>
                        <a:t>b&lt;=10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r>
                        <a:rPr lang="en-US"/>
                        <a:t>Remark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true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Before outer loop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600"/>
                        <a:t>(1</a:t>
                      </a:r>
                      <a:r>
                        <a:rPr lang="en-US" sz="1600" baseline="30000"/>
                        <a:t>st</a:t>
                      </a:r>
                      <a:r>
                        <a:rPr lang="en-US" sz="1600"/>
                        <a:t> round of the outer loop)</a:t>
                      </a:r>
                    </a:p>
                  </a:txBody>
                  <a:tcPr marL="100584" marR="100584"/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45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true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Before inner loop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true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After 1</a:t>
                      </a:r>
                      <a:r>
                        <a:rPr lang="en-US" sz="1600" baseline="30000"/>
                        <a:t>st</a:t>
                      </a:r>
                      <a:r>
                        <a:rPr lang="en-US" sz="1600"/>
                        <a:t> round of inner loop.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10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true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After 2</a:t>
                      </a:r>
                      <a:r>
                        <a:rPr lang="en-US" sz="1600" baseline="30000"/>
                        <a:t>nd</a:t>
                      </a:r>
                      <a:r>
                        <a:rPr lang="en-US" sz="1600"/>
                        <a:t> round of inner loop.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1398112356"/>
                  </a:ext>
                </a:extLst>
              </a:tr>
              <a:tr h="25452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13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false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After 3</a:t>
                      </a:r>
                      <a:r>
                        <a:rPr lang="en-US" sz="1600" baseline="30000"/>
                        <a:t>rd</a:t>
                      </a:r>
                      <a:r>
                        <a:rPr lang="en-US" sz="1600"/>
                        <a:t> round of inner loop.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3788122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13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true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-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After 1</a:t>
                      </a:r>
                      <a:r>
                        <a:rPr lang="en-US" sz="1600" baseline="30000"/>
                        <a:t>st</a:t>
                      </a:r>
                      <a:r>
                        <a:rPr lang="en-US" sz="1600"/>
                        <a:t> round of outer loop.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545911254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(2</a:t>
                      </a:r>
                      <a:r>
                        <a:rPr lang="en-US" sz="1600" baseline="30000"/>
                        <a:t>nd</a:t>
                      </a:r>
                      <a:r>
                        <a:rPr lang="en-US" sz="1600"/>
                        <a:t> round of the outer loop)</a:t>
                      </a:r>
                    </a:p>
                  </a:txBody>
                  <a:tcPr marL="100584" marR="100584"/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100584" marR="100584"/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100584" marR="100584"/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100584" marR="10058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132320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5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true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Before inner loop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1166779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true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After 1</a:t>
                      </a:r>
                      <a:r>
                        <a:rPr lang="en-US" sz="1600" baseline="30000"/>
                        <a:t>st</a:t>
                      </a:r>
                      <a:r>
                        <a:rPr lang="en-US" sz="1600"/>
                        <a:t> round of inner loop.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1425438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11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false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After 2</a:t>
                      </a:r>
                      <a:r>
                        <a:rPr lang="en-US" sz="1600" baseline="30000"/>
                        <a:t>nd</a:t>
                      </a:r>
                      <a:r>
                        <a:rPr lang="en-US" sz="1600"/>
                        <a:t> round of inner loop.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164608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3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11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false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-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After 2</a:t>
                      </a:r>
                      <a:r>
                        <a:rPr lang="en-US" sz="1600" baseline="30000"/>
                        <a:t>nd</a:t>
                      </a:r>
                      <a:r>
                        <a:rPr lang="en-US" sz="1600"/>
                        <a:t> round of outer loop.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23615025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B996B53-68CE-249A-B9DB-AA73CDB6ED15}"/>
              </a:ext>
            </a:extLst>
          </p:cNvPr>
          <p:cNvSpPr/>
          <p:nvPr/>
        </p:nvSpPr>
        <p:spPr>
          <a:xfrm>
            <a:off x="3651280" y="1679892"/>
            <a:ext cx="5264120" cy="262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7CC6DA-0ACE-0521-BC97-E302FDB9DDAB}"/>
              </a:ext>
            </a:extLst>
          </p:cNvPr>
          <p:cNvSpPr/>
          <p:nvPr/>
        </p:nvSpPr>
        <p:spPr>
          <a:xfrm>
            <a:off x="3651278" y="2038067"/>
            <a:ext cx="5264120" cy="262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C82A96-EEED-4EF1-6646-10FA0A29916F}"/>
              </a:ext>
            </a:extLst>
          </p:cNvPr>
          <p:cNvSpPr/>
          <p:nvPr/>
        </p:nvSpPr>
        <p:spPr>
          <a:xfrm>
            <a:off x="3651277" y="2381161"/>
            <a:ext cx="5264120" cy="3073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08AA8D-6102-0716-0DFC-62D55A5FE2C8}"/>
              </a:ext>
            </a:extLst>
          </p:cNvPr>
          <p:cNvSpPr/>
          <p:nvPr/>
        </p:nvSpPr>
        <p:spPr>
          <a:xfrm>
            <a:off x="3644284" y="2794789"/>
            <a:ext cx="5264120" cy="2378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57A25F-A34B-3AC9-111F-A868ED715E25}"/>
              </a:ext>
            </a:extLst>
          </p:cNvPr>
          <p:cNvSpPr/>
          <p:nvPr/>
        </p:nvSpPr>
        <p:spPr>
          <a:xfrm>
            <a:off x="3651272" y="3106234"/>
            <a:ext cx="5257131" cy="2912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54E98B-C083-8FAE-3DE9-BB80AFDFFFD5}"/>
              </a:ext>
            </a:extLst>
          </p:cNvPr>
          <p:cNvSpPr/>
          <p:nvPr/>
        </p:nvSpPr>
        <p:spPr>
          <a:xfrm>
            <a:off x="3645566" y="3479874"/>
            <a:ext cx="5257131" cy="2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E4E273-CBF4-CD3E-2464-AACAFBC0C446}"/>
              </a:ext>
            </a:extLst>
          </p:cNvPr>
          <p:cNvSpPr/>
          <p:nvPr/>
        </p:nvSpPr>
        <p:spPr>
          <a:xfrm>
            <a:off x="3644284" y="3833172"/>
            <a:ext cx="5250134" cy="2668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88F2C5-4B1F-FA0E-2AAB-6B96227C377D}"/>
              </a:ext>
            </a:extLst>
          </p:cNvPr>
          <p:cNvSpPr/>
          <p:nvPr/>
        </p:nvSpPr>
        <p:spPr>
          <a:xfrm>
            <a:off x="3644277" y="4189049"/>
            <a:ext cx="5250134" cy="2824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C7E5B5-BC83-9AA3-E9C4-A4FD3D7BF949}"/>
              </a:ext>
            </a:extLst>
          </p:cNvPr>
          <p:cNvSpPr/>
          <p:nvPr/>
        </p:nvSpPr>
        <p:spPr>
          <a:xfrm>
            <a:off x="3637927" y="4553246"/>
            <a:ext cx="5250134" cy="304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C8B8519-8FFD-319C-0F80-5DAB21D40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1551B2-570F-B3AA-FC1E-2B2DE6FB3AE7}"/>
              </a:ext>
            </a:extLst>
          </p:cNvPr>
          <p:cNvSpPr/>
          <p:nvPr/>
        </p:nvSpPr>
        <p:spPr>
          <a:xfrm>
            <a:off x="3635920" y="4944529"/>
            <a:ext cx="5250134" cy="2931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3ED81-D2B3-5747-F6CC-5E50BB519B81}"/>
              </a:ext>
            </a:extLst>
          </p:cNvPr>
          <p:cNvSpPr/>
          <p:nvPr/>
        </p:nvSpPr>
        <p:spPr>
          <a:xfrm>
            <a:off x="3635920" y="5289604"/>
            <a:ext cx="5250134" cy="2931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A3F100-3F4C-A5F9-4463-6416F8481C9B}"/>
              </a:ext>
            </a:extLst>
          </p:cNvPr>
          <p:cNvSpPr/>
          <p:nvPr/>
        </p:nvSpPr>
        <p:spPr>
          <a:xfrm>
            <a:off x="3635920" y="5647147"/>
            <a:ext cx="5250134" cy="2931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F24EDF-AE56-004F-78AA-8B580A7E712A}"/>
              </a:ext>
            </a:extLst>
          </p:cNvPr>
          <p:cNvSpPr txBox="1"/>
          <p:nvPr/>
        </p:nvSpPr>
        <p:spPr>
          <a:xfrm>
            <a:off x="603849" y="4482864"/>
            <a:ext cx="252103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Good to put the inner loop to a separate function if possible.</a:t>
            </a:r>
          </a:p>
        </p:txBody>
      </p:sp>
    </p:spTree>
    <p:extLst>
      <p:ext uri="{BB962C8B-B14F-4D97-AF65-F5344CB8AC3E}">
        <p14:creationId xmlns:p14="http://schemas.microsoft.com/office/powerpoint/2010/main" val="16334531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F99D-A3DD-E7EA-9148-721D8096F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C0A27A5-6265-4780-9066-68FE627761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Repetition through Recursion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E7127C1-D47B-3069-6716-AFCD1F6541DA}"/>
              </a:ext>
            </a:extLst>
          </p:cNvPr>
          <p:cNvSpPr txBox="1"/>
          <p:nvPr/>
        </p:nvSpPr>
        <p:spPr>
          <a:xfrm>
            <a:off x="587376" y="1766793"/>
            <a:ext cx="5405462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n * factorial(n -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8F5031-919A-B0D5-243B-A05F5BA81D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" r="9109"/>
          <a:stretch/>
        </p:blipFill>
        <p:spPr>
          <a:xfrm>
            <a:off x="3268394" y="4068298"/>
            <a:ext cx="5852160" cy="265946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3AB85A-1901-7C1A-A9A3-56B7D5670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C99E8-661B-9800-F1CF-1885D2478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2547D-6299-A11C-A37F-24D979CF2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75408324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F94B5-F3C8-396C-A118-11B8BEE8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FE4EAF8-01E2-1AD1-5D40-F046ED02C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600">
                <a:solidFill>
                  <a:srgbClr val="0000FF"/>
                </a:solidFill>
              </a:rPr>
              <a:t>Conversion between Iteration and Recursion</a:t>
            </a:r>
            <a:endParaRPr lang="en-GB" sz="3600">
              <a:solidFill>
                <a:srgbClr val="0000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15B752-4462-F3F7-8B96-7B6458F1E6B2}"/>
              </a:ext>
            </a:extLst>
          </p:cNvPr>
          <p:cNvSpPr txBox="1"/>
          <p:nvPr/>
        </p:nvSpPr>
        <p:spPr>
          <a:xfrm>
            <a:off x="539885" y="1287998"/>
            <a:ext cx="5405462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b="1" i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US" b="1" i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b="1" i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i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 = n;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while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product *= </a:t>
            </a:r>
            <a:r>
              <a:rPr lang="en-US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4E0B25-21C6-E423-C1AE-83AB28DFB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00959-F031-FD68-648A-A7BCF279C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Week5R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C8E83-83E9-33E9-8124-1349555AF034}"/>
              </a:ext>
            </a:extLst>
          </p:cNvPr>
          <p:cNvSpPr txBox="1"/>
          <p:nvPr/>
        </p:nvSpPr>
        <p:spPr>
          <a:xfrm>
            <a:off x="3429000" y="3683142"/>
            <a:ext cx="5405462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n * factorial(n -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00B06-93DC-4197-7BF3-C992FCECA9DD}"/>
              </a:ext>
            </a:extLst>
          </p:cNvPr>
          <p:cNvSpPr txBox="1"/>
          <p:nvPr/>
        </p:nvSpPr>
        <p:spPr>
          <a:xfrm>
            <a:off x="6165764" y="1294483"/>
            <a:ext cx="2668698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/>
              <a:t>Use recursion to get the result of performing all but the last step of computations.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627245-A6C2-DEED-F6C1-307576F36A86}"/>
              </a:ext>
            </a:extLst>
          </p:cNvPr>
          <p:cNvSpPr txBox="1"/>
          <p:nvPr/>
        </p:nvSpPr>
        <p:spPr>
          <a:xfrm>
            <a:off x="539885" y="5222753"/>
            <a:ext cx="2696246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/>
              <a:t>Expand all the computations in the recursion into separate iterations.</a:t>
            </a:r>
            <a:endParaRPr lang="en-US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F8570F6-7BB5-ABDD-E9A1-D73CE2B69BB5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1796378" y="4150323"/>
            <a:ext cx="1632623" cy="963980"/>
          </a:xfrm>
          <a:prstGeom prst="bentConnector3">
            <a:avLst>
              <a:gd name="adj1" fmla="val 100050"/>
            </a:avLst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8D4FE74-3E55-8E97-ABB4-38C7FFE6B95E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5945347" y="2719159"/>
            <a:ext cx="1681138" cy="957498"/>
          </a:xfrm>
          <a:prstGeom prst="bentConnector3">
            <a:avLst>
              <a:gd name="adj1" fmla="val 99763"/>
            </a:avLst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E0EEDF-6657-A806-D38E-1D81E9179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4301110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5DCB6-034F-C907-9BC2-A551798C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4EAD919-8CBB-1D73-A9E0-F8C39C80B6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600">
                <a:solidFill>
                  <a:srgbClr val="0000FF"/>
                </a:solidFill>
              </a:rPr>
              <a:t>Variants of Recursion…</a:t>
            </a:r>
            <a:endParaRPr lang="en-GB" sz="360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7CD5C8-B882-BFF4-5249-25F8CB26A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23C98-69C4-3B3F-C287-FE82E0FE8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Week5R - </a:t>
            </a:r>
            <a:fld id="{2E4790E1-2590-4AEE-892D-AB46A7688113}" type="slidenum">
              <a:rPr lang="en-US" sz="1100" smtClean="0"/>
              <a:pPr>
                <a:defRPr/>
              </a:pPr>
              <a:t>10</a:t>
            </a:fld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FC57E6-46E4-7EF9-E077-B80BD0AF89FB}"/>
              </a:ext>
            </a:extLst>
          </p:cNvPr>
          <p:cNvSpPr txBox="1"/>
          <p:nvPr/>
        </p:nvSpPr>
        <p:spPr>
          <a:xfrm>
            <a:off x="541318" y="1294632"/>
            <a:ext cx="5405462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n * factorial(n -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F154A-663F-A546-695A-5AC8BAF031F3}"/>
              </a:ext>
            </a:extLst>
          </p:cNvPr>
          <p:cNvSpPr txBox="1"/>
          <p:nvPr/>
        </p:nvSpPr>
        <p:spPr>
          <a:xfrm>
            <a:off x="3429000" y="3683142"/>
            <a:ext cx="5405462" cy="3139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factorial_v2(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</a:t>
            </a:r>
            <a:r>
              <a:rPr lang="en-US" altLang="zh-CN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factorial_v2(n –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n * result);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877174-B608-2262-4EAE-60AE3FA21B34}"/>
              </a:ext>
            </a:extLst>
          </p:cNvPr>
          <p:cNvSpPr txBox="1"/>
          <p:nvPr/>
        </p:nvSpPr>
        <p:spPr>
          <a:xfrm>
            <a:off x="6165764" y="1300968"/>
            <a:ext cx="2668698" cy="1754326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factorial(5)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</a:t>
            </a:r>
          </a:p>
          <a:p>
            <a:r>
              <a:rPr lang="en-US"/>
              <a:t>5 * factorial(4)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</a:t>
            </a:r>
          </a:p>
          <a:p>
            <a:r>
              <a:rPr lang="en-US"/>
              <a:t>5 * 4 * factorial(3) </a:t>
            </a:r>
            <a:r>
              <a:rPr lang="en-US">
                <a:sym typeface="Wingdings" panose="05000000000000000000" pitchFamily="2" charset="2"/>
              </a:rPr>
              <a:t></a:t>
            </a:r>
          </a:p>
          <a:p>
            <a:r>
              <a:rPr lang="en-US"/>
              <a:t>… </a:t>
            </a:r>
            <a:r>
              <a:rPr lang="en-US">
                <a:sym typeface="Wingdings" panose="05000000000000000000" pitchFamily="2" charset="2"/>
              </a:rPr>
              <a:t> 5!</a:t>
            </a:r>
          </a:p>
          <a:p>
            <a:r>
              <a:rPr lang="en-US" i="1">
                <a:sym typeface="Wingdings" panose="05000000000000000000" pitchFamily="2" charset="2"/>
              </a:rPr>
              <a:t>Call </a:t>
            </a:r>
            <a:r>
              <a:rPr lang="en-US" b="1" i="1">
                <a:sym typeface="Wingdings" panose="05000000000000000000" pitchFamily="2" charset="2"/>
              </a:rPr>
              <a:t>factorial(n)</a:t>
            </a:r>
            <a:r>
              <a:rPr lang="en-US" i="1">
                <a:sym typeface="Wingdings" panose="05000000000000000000" pitchFamily="2" charset="2"/>
              </a:rPr>
              <a:t> to compute n!</a:t>
            </a:r>
            <a:endParaRPr lang="en-US" i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3CFD7B-F80E-E439-2780-C3346B17989A}"/>
              </a:ext>
            </a:extLst>
          </p:cNvPr>
          <p:cNvSpPr txBox="1"/>
          <p:nvPr/>
        </p:nvSpPr>
        <p:spPr>
          <a:xfrm>
            <a:off x="604736" y="4514338"/>
            <a:ext cx="2631332" cy="2031325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factorial_v2(5, 1)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</a:t>
            </a:r>
          </a:p>
          <a:p>
            <a:r>
              <a:rPr lang="en-US"/>
              <a:t>factorial_v2(4, 5)</a:t>
            </a:r>
            <a:r>
              <a:rPr lang="en-US">
                <a:sym typeface="Wingdings" panose="05000000000000000000" pitchFamily="2" charset="2"/>
              </a:rPr>
              <a:t></a:t>
            </a:r>
          </a:p>
          <a:p>
            <a:r>
              <a:rPr lang="en-US"/>
              <a:t>factorial_v2(3, 5*4) </a:t>
            </a:r>
            <a:r>
              <a:rPr lang="en-US">
                <a:sym typeface="Wingdings" panose="05000000000000000000" pitchFamily="2" charset="2"/>
              </a:rPr>
              <a:t></a:t>
            </a:r>
            <a:endParaRPr lang="en-US"/>
          </a:p>
          <a:p>
            <a:r>
              <a:rPr lang="en-US"/>
              <a:t>factorial_v2(2, 5*4*3) </a:t>
            </a:r>
            <a:r>
              <a:rPr lang="en-US">
                <a:sym typeface="Wingdings" panose="05000000000000000000" pitchFamily="2" charset="2"/>
              </a:rPr>
              <a:t></a:t>
            </a:r>
          </a:p>
          <a:p>
            <a:r>
              <a:rPr lang="en-US"/>
              <a:t>… </a:t>
            </a:r>
            <a:r>
              <a:rPr lang="en-US">
                <a:sym typeface="Wingdings" panose="05000000000000000000" pitchFamily="2" charset="2"/>
              </a:rPr>
              <a:t> 5!</a:t>
            </a:r>
          </a:p>
          <a:p>
            <a:r>
              <a:rPr lang="en-US" i="1">
                <a:sym typeface="Wingdings" panose="05000000000000000000" pitchFamily="2" charset="2"/>
              </a:rPr>
              <a:t>Call </a:t>
            </a:r>
            <a:r>
              <a:rPr lang="en-US" b="1" i="1">
                <a:sym typeface="Wingdings" panose="05000000000000000000" pitchFamily="2" charset="2"/>
              </a:rPr>
              <a:t>factorial_v2(n, 1) </a:t>
            </a:r>
            <a:r>
              <a:rPr lang="en-US" i="1">
                <a:sym typeface="Wingdings" panose="05000000000000000000" pitchFamily="2" charset="2"/>
              </a:rPr>
              <a:t>to compute n!</a:t>
            </a:r>
            <a:endParaRPr lang="en-US" i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DF4FDC-814B-533D-799F-58992D71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72574550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/>
              <a:t>An </a:t>
            </a:r>
            <a:r>
              <a:rPr lang="en-US" sz="2800">
                <a:solidFill>
                  <a:srgbClr val="0000FF"/>
                </a:solidFill>
              </a:rPr>
              <a:t>assertion</a:t>
            </a:r>
            <a:r>
              <a:rPr lang="en-US" sz="2800"/>
              <a:t> that is true before the loop, after each iteration of the loop, and after the loop.</a:t>
            </a:r>
            <a:endParaRPr lang="en-US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Loop Invariant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974" y="2231062"/>
            <a:ext cx="7741117" cy="452431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 i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b="1" i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i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Line A: before the loop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i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Line B: beginning of each iteration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b="1" i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Line C: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b="1" i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Line D: after each iteration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Line E: after the loop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product;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ES" b="1" i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7AC34-4EF7-453E-A360-3B14646E2A04}"/>
              </a:ext>
            </a:extLst>
          </p:cNvPr>
          <p:cNvSpPr txBox="1"/>
          <p:nvPr/>
        </p:nvSpPr>
        <p:spPr>
          <a:xfrm>
            <a:off x="373548" y="2231062"/>
            <a:ext cx="6933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984248-AEE0-6373-8D54-C0CB859E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8E4040-4C97-A966-148A-1F54957D7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/>
              <a:t>Week5R - </a:t>
            </a:r>
            <a:fld id="{2E4790E1-2590-4AEE-892D-AB46A7688113}" type="slidenum">
              <a:rPr lang="en-US" sz="1100" smtClean="0"/>
              <a:pPr>
                <a:defRPr/>
              </a:pPr>
              <a:t>11</a:t>
            </a:fld>
            <a:endParaRPr lang="en-US" sz="11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F615F-F8C1-E607-EE15-2BDBAF990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166385103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Think in terms of the purpose of the loop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Loop Invariant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508" y="1726566"/>
            <a:ext cx="7741117" cy="452431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 i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b="1" i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i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A: { product == </a:t>
            </a:r>
            <a:r>
              <a:rPr lang="en-US" b="1" i="0" err="1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i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B: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b="1" i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C: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b="1" i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D: { product == </a:t>
            </a:r>
            <a:r>
              <a:rPr lang="en-US" b="1" i="0" err="1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E: { product == </a:t>
            </a:r>
            <a:r>
              <a:rPr lang="en-US" b="1" i="0" err="1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product;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ES" b="1" i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BB6EA-3351-4BB9-A2FA-636D99F886D7}"/>
              </a:ext>
            </a:extLst>
          </p:cNvPr>
          <p:cNvSpPr txBox="1"/>
          <p:nvPr/>
        </p:nvSpPr>
        <p:spPr>
          <a:xfrm>
            <a:off x="373548" y="1738698"/>
            <a:ext cx="6933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0F1047-C1D6-9629-3ADA-AE6DA4FE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6941A4-FCDE-5D6C-9228-5EB4362BC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/>
              <a:t>Week5R - </a:t>
            </a:r>
            <a:fld id="{2E4790E1-2590-4AEE-892D-AB46A7688113}" type="slidenum">
              <a:rPr lang="en-US" sz="1100" smtClean="0"/>
              <a:pPr>
                <a:defRPr/>
              </a:pPr>
              <a:t>12</a:t>
            </a:fld>
            <a:endParaRPr lang="en-US" sz="11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DFBB-499A-518E-DAC9-A13403D7B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197120829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5E2DE-1333-4D94-6684-732E3858C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79041875-E4F1-B473-C9CD-3F2D27DC7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It helps to prove that the </a:t>
            </a:r>
            <a:r>
              <a:rPr lang="en-US" sz="2800"/>
              <a:t>code works!</a:t>
            </a: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C69950CD-5B0D-C4CF-9187-9047581DC3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Loop Invariant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244DEC-AE4F-8014-D947-6D909505C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955BA-F591-F405-1471-1BA68EDE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/>
              <a:t>Week5R - </a:t>
            </a:r>
            <a:fld id="{2E4790E1-2590-4AEE-892D-AB46A7688113}" type="slidenum">
              <a:rPr lang="en-US" sz="1100" smtClean="0"/>
              <a:pPr>
                <a:defRPr/>
              </a:pPr>
              <a:t>13</a:t>
            </a:fld>
            <a:endParaRPr lang="en-US" sz="11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2C7A8-7F6C-B783-0369-8B79D8433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3D5675-18B6-C995-834A-362D119F9357}"/>
              </a:ext>
            </a:extLst>
          </p:cNvPr>
          <p:cNvSpPr txBox="1"/>
          <p:nvPr/>
        </p:nvSpPr>
        <p:spPr>
          <a:xfrm>
            <a:off x="815508" y="2210658"/>
            <a:ext cx="7741117" cy="40934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sz="20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Invariant: { product == </a:t>
            </a:r>
            <a:r>
              <a:rPr lang="en-US" sz="2000" b="1" i="0" dirty="0" err="1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000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Invariant: 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product == </a:t>
            </a:r>
            <a:r>
              <a:rPr lang="en-US" sz="2000" b="1" i="0" dirty="0" err="1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Invariant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 { product == </a:t>
            </a:r>
            <a:r>
              <a:rPr lang="en-US" sz="2000" b="1" i="0" dirty="0" err="1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F: {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== n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G: { product == n!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s-ES" sz="2000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3007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1341033" y="1402461"/>
            <a:ext cx="6469467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altLang="zh-CN" sz="6000"/>
              <a:t>Use the recess week to </a:t>
            </a:r>
            <a:r>
              <a:rPr lang="en-US" altLang="zh-CN" sz="6000">
                <a:solidFill>
                  <a:srgbClr val="0000FF"/>
                </a:solidFill>
              </a:rPr>
              <a:t>catch up </a:t>
            </a:r>
            <a:r>
              <a:rPr lang="en-US" altLang="zh-CN" sz="6000"/>
              <a:t>and </a:t>
            </a:r>
            <a:r>
              <a:rPr lang="en-US" altLang="zh-CN" sz="6000">
                <a:solidFill>
                  <a:srgbClr val="0000FF"/>
                </a:solidFill>
              </a:rPr>
              <a:t>prepare for the m</a:t>
            </a:r>
            <a:r>
              <a:rPr lang="en-US" sz="6000">
                <a:solidFill>
                  <a:srgbClr val="0000FF"/>
                </a:solidFill>
              </a:rPr>
              <a:t>idterm</a:t>
            </a:r>
            <a:r>
              <a:rPr lang="en-US" sz="6000"/>
              <a:t>!</a:t>
            </a:r>
            <a:endParaRPr lang="en-US" sz="3200"/>
          </a:p>
          <a:p>
            <a:pPr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GB" sz="280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000F33-9588-C311-FE4F-CADDABB41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66D5D7-2343-66A3-CB1E-769934A46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/>
              <a:t>Week5R - </a:t>
            </a:r>
            <a:fld id="{2E4790E1-2590-4AEE-892D-AB46A7688113}" type="slidenum">
              <a:rPr lang="en-US" sz="1100" smtClean="0"/>
              <a:pPr>
                <a:defRPr/>
              </a:pPr>
              <a:t>14</a:t>
            </a:fld>
            <a:endParaRPr lang="en-US" sz="11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9825F-9CB2-1A0A-DE9D-202A7788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4078418712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18</TotalTime>
  <Words>1372</Words>
  <Application>Microsoft Office PowerPoint</Application>
  <PresentationFormat>On-screen Show (4:3)</PresentationFormat>
  <Paragraphs>369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Garamond</vt:lpstr>
      <vt:lpstr>Times New Roman</vt:lpstr>
      <vt:lpstr>Wingdings</vt:lpstr>
      <vt:lpstr>Clarity</vt:lpstr>
      <vt:lpstr>PowerPoint Presentation</vt:lpstr>
      <vt:lpstr>Repetition through Loops</vt:lpstr>
      <vt:lpstr>Repetition through Loops</vt:lpstr>
      <vt:lpstr>The for Loop </vt:lpstr>
      <vt:lpstr>The while Loop </vt:lpstr>
      <vt:lpstr>The do-while Loop </vt:lpstr>
      <vt:lpstr>Nested Loops (w/ tracing)</vt:lpstr>
      <vt:lpstr>Repetition through Recursion</vt:lpstr>
      <vt:lpstr>Conversion between Iteration and Recursion</vt:lpstr>
      <vt:lpstr>Variants of Recursion…</vt:lpstr>
      <vt:lpstr>Loop Invariant</vt:lpstr>
      <vt:lpstr>Loop Invariant</vt:lpstr>
      <vt:lpstr>Loop Invariant</vt:lpstr>
      <vt:lpstr>PowerPoint Presentation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</cp:revision>
  <cp:lastPrinted>2014-06-20T04:24:53Z</cp:lastPrinted>
  <dcterms:created xsi:type="dcterms:W3CDTF">1998-09-05T15:03:32Z</dcterms:created>
  <dcterms:modified xsi:type="dcterms:W3CDTF">2026-02-19T02:15:09Z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