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6"/>
  </p:notesMasterIdLst>
  <p:handoutMasterIdLst>
    <p:handoutMasterId r:id="rId17"/>
  </p:handoutMasterIdLst>
  <p:sldIdLst>
    <p:sldId id="256" r:id="rId2"/>
    <p:sldId id="605" r:id="rId3"/>
    <p:sldId id="649" r:id="rId4"/>
    <p:sldId id="639" r:id="rId5"/>
    <p:sldId id="640" r:id="rId6"/>
    <p:sldId id="641" r:id="rId7"/>
    <p:sldId id="607" r:id="rId8"/>
    <p:sldId id="648" r:id="rId9"/>
    <p:sldId id="650" r:id="rId10"/>
    <p:sldId id="646" r:id="rId11"/>
    <p:sldId id="647" r:id="rId12"/>
    <p:sldId id="602" r:id="rId13"/>
    <p:sldId id="651" r:id="rId14"/>
    <p:sldId id="525" r:id="rId1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0066FF"/>
    <a:srgbClr val="FFFF99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1D186-7A40-49A6-BFA1-7EEB630AE0AF}" v="111" dt="2026-03-17T03:46:18.9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061" y="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 sldOrd">
      <pc:chgData name="Zhao Jin" userId="cd05a825-544c-438a-9ba1-08e63db50b47" providerId="ADAL" clId="{5DF3A229-1965-414E-AF54-F4C37AC7DF68}" dt="2026-03-17T03:46:20.950" v="1844"/>
      <pc:docMkLst>
        <pc:docMk/>
      </pc:docMkLst>
      <pc:sldChg chg="addSp delSp modSp mod addAnim delAnim modAnim">
        <pc:chgData name="Zhao Jin" userId="cd05a825-544c-438a-9ba1-08e63db50b47" providerId="ADAL" clId="{5DF3A229-1965-414E-AF54-F4C37AC7DF68}" dt="2026-03-17T03:46:20.950" v="1844"/>
        <pc:sldMkLst>
          <pc:docMk/>
          <pc:sldMk cId="2489370454" sldId="605"/>
        </pc:sldMkLst>
        <pc:spChg chg="mod">
          <ac:chgData name="Zhao Jin" userId="cd05a825-544c-438a-9ba1-08e63db50b47" providerId="ADAL" clId="{5DF3A229-1965-414E-AF54-F4C37AC7DF68}" dt="2026-03-16T08:21:01.494" v="167" actId="14100"/>
          <ac:spMkLst>
            <pc:docMk/>
            <pc:sldMk cId="2489370454" sldId="605"/>
            <ac:spMk id="7" creationId="{5E9693F0-D44F-0D07-7E86-710BD1F0A306}"/>
          </ac:spMkLst>
        </pc:spChg>
        <pc:spChg chg="mod">
          <ac:chgData name="Zhao Jin" userId="cd05a825-544c-438a-9ba1-08e63db50b47" providerId="ADAL" clId="{5DF3A229-1965-414E-AF54-F4C37AC7DF68}" dt="2026-03-16T08:20:25.512" v="85"/>
          <ac:spMkLst>
            <pc:docMk/>
            <pc:sldMk cId="2489370454" sldId="605"/>
            <ac:spMk id="8" creationId="{564A1DBB-19CA-BCD9-0044-9F6EA849A769}"/>
          </ac:spMkLst>
        </pc:spChg>
        <pc:spChg chg="mod">
          <ac:chgData name="Zhao Jin" userId="cd05a825-544c-438a-9ba1-08e63db50b47" providerId="ADAL" clId="{5DF3A229-1965-414E-AF54-F4C37AC7DF68}" dt="2026-03-17T03:45:37.727" v="1839" actId="571"/>
          <ac:spMkLst>
            <pc:docMk/>
            <pc:sldMk cId="2489370454" sldId="605"/>
            <ac:spMk id="10" creationId="{F3909803-CBA2-AE92-F099-0CA435CE47AC}"/>
          </ac:spMkLst>
        </pc:spChg>
        <pc:spChg chg="mod">
          <ac:chgData name="Zhao Jin" userId="cd05a825-544c-438a-9ba1-08e63db50b47" providerId="ADAL" clId="{5DF3A229-1965-414E-AF54-F4C37AC7DF68}" dt="2026-03-17T03:45:37.727" v="1839" actId="571"/>
          <ac:spMkLst>
            <pc:docMk/>
            <pc:sldMk cId="2489370454" sldId="605"/>
            <ac:spMk id="11" creationId="{C2DDC02D-B22D-36C2-3822-74153B569DAD}"/>
          </ac:spMkLst>
        </pc:spChg>
        <pc:spChg chg="mod">
          <ac:chgData name="Zhao Jin" userId="cd05a825-544c-438a-9ba1-08e63db50b47" providerId="ADAL" clId="{5DF3A229-1965-414E-AF54-F4C37AC7DF68}" dt="2026-03-17T03:45:37.727" v="1839" actId="571"/>
          <ac:spMkLst>
            <pc:docMk/>
            <pc:sldMk cId="2489370454" sldId="605"/>
            <ac:spMk id="13" creationId="{E0343249-F4F7-016A-0784-C004FC4BC4CA}"/>
          </ac:spMkLst>
        </pc:spChg>
        <pc:spChg chg="mod">
          <ac:chgData name="Zhao Jin" userId="cd05a825-544c-438a-9ba1-08e63db50b47" providerId="ADAL" clId="{5DF3A229-1965-414E-AF54-F4C37AC7DF68}" dt="2026-03-17T03:45:37.727" v="1839" actId="571"/>
          <ac:spMkLst>
            <pc:docMk/>
            <pc:sldMk cId="2489370454" sldId="605"/>
            <ac:spMk id="14" creationId="{6BF0495E-0A5E-1CDA-9084-4FFC47B8E7A1}"/>
          </ac:spMkLst>
        </pc:spChg>
        <pc:spChg chg="add mod">
          <ac:chgData name="Zhao Jin" userId="cd05a825-544c-438a-9ba1-08e63db50b47" providerId="ADAL" clId="{5DF3A229-1965-414E-AF54-F4C37AC7DF68}" dt="2026-03-16T08:23:25.500" v="211"/>
          <ac:spMkLst>
            <pc:docMk/>
            <pc:sldMk cId="2489370454" sldId="605"/>
            <ac:spMk id="20" creationId="{8F58F1F1-DD6E-4509-04FB-E6F41114C9F7}"/>
          </ac:spMkLst>
        </pc:spChg>
        <pc:spChg chg="mod">
          <ac:chgData name="Zhao Jin" userId="cd05a825-544c-438a-9ba1-08e63db50b47" providerId="ADAL" clId="{5DF3A229-1965-414E-AF54-F4C37AC7DF68}" dt="2026-03-16T08:23:57.617" v="220"/>
          <ac:spMkLst>
            <pc:docMk/>
            <pc:sldMk cId="2489370454" sldId="605"/>
            <ac:spMk id="22" creationId="{FD499887-5E59-C01C-B228-5E0E91035C02}"/>
          </ac:spMkLst>
        </pc:spChg>
        <pc:spChg chg="mod">
          <ac:chgData name="Zhao Jin" userId="cd05a825-544c-438a-9ba1-08e63db50b47" providerId="ADAL" clId="{5DF3A229-1965-414E-AF54-F4C37AC7DF68}" dt="2026-03-16T08:30:04.599" v="310" actId="207"/>
          <ac:spMkLst>
            <pc:docMk/>
            <pc:sldMk cId="2489370454" sldId="605"/>
            <ac:spMk id="2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9:14.669" v="298" actId="1076"/>
          <ac:spMkLst>
            <pc:docMk/>
            <pc:sldMk cId="2489370454" sldId="605"/>
            <ac:spMk id="2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3:57.617" v="220"/>
          <ac:spMkLst>
            <pc:docMk/>
            <pc:sldMk cId="2489370454" sldId="605"/>
            <ac:spMk id="25" creationId="{501F7A7A-47AD-131E-81E8-60A2360681C8}"/>
          </ac:spMkLst>
        </pc:spChg>
        <pc:spChg chg="mod">
          <ac:chgData name="Zhao Jin" userId="cd05a825-544c-438a-9ba1-08e63db50b47" providerId="ADAL" clId="{5DF3A229-1965-414E-AF54-F4C37AC7DF68}" dt="2026-03-16T08:20:52.501" v="162" actId="14100"/>
          <ac:spMkLst>
            <pc:docMk/>
            <pc:sldMk cId="2489370454" sldId="605"/>
            <ac:spMk id="2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0:14.700" v="80" actId="20577"/>
          <ac:spMkLst>
            <pc:docMk/>
            <pc:sldMk cId="2489370454" sldId="605"/>
            <ac:spMk id="3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0:22.467" v="84" actId="20577"/>
          <ac:spMkLst>
            <pc:docMk/>
            <pc:sldMk cId="2489370454" sldId="605"/>
            <ac:spMk id="32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0:12.831" v="79" actId="20577"/>
          <ac:spMkLst>
            <pc:docMk/>
            <pc:sldMk cId="2489370454" sldId="605"/>
            <ac:spMk id="3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0:18.471" v="83" actId="20577"/>
          <ac:spMkLst>
            <pc:docMk/>
            <pc:sldMk cId="2489370454" sldId="605"/>
            <ac:spMk id="34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3-16T08:23:35.452" v="215" actId="478"/>
          <ac:spMkLst>
            <pc:docMk/>
            <pc:sldMk cId="2489370454" sldId="605"/>
            <ac:spMk id="36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3-16T08:20:04.312" v="74" actId="478"/>
          <ac:spMkLst>
            <pc:docMk/>
            <pc:sldMk cId="2489370454" sldId="605"/>
            <ac:spMk id="37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3-16T08:22:22.663" v="194" actId="478"/>
          <ac:spMkLst>
            <pc:docMk/>
            <pc:sldMk cId="2489370454" sldId="605"/>
            <ac:spMk id="43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3-16T08:22:22.663" v="194" actId="478"/>
          <ac:spMkLst>
            <pc:docMk/>
            <pc:sldMk cId="2489370454" sldId="605"/>
            <ac:spMk id="4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3:57.617" v="220"/>
          <ac:spMkLst>
            <pc:docMk/>
            <pc:sldMk cId="2489370454" sldId="605"/>
            <ac:spMk id="50" creationId="{B476E792-CCEB-AFA9-3FA4-A832E2E11D96}"/>
          </ac:spMkLst>
        </pc:spChg>
        <pc:spChg chg="mod">
          <ac:chgData name="Zhao Jin" userId="cd05a825-544c-438a-9ba1-08e63db50b47" providerId="ADAL" clId="{5DF3A229-1965-414E-AF54-F4C37AC7DF68}" dt="2026-03-16T08:24:24.347" v="226" actId="20577"/>
          <ac:spMkLst>
            <pc:docMk/>
            <pc:sldMk cId="2489370454" sldId="605"/>
            <ac:spMk id="51" creationId="{229C8D69-58B2-25D6-5B86-97F0B667532C}"/>
          </ac:spMkLst>
        </pc:spChg>
        <pc:spChg chg="del">
          <ac:chgData name="Zhao Jin" userId="cd05a825-544c-438a-9ba1-08e63db50b47" providerId="ADAL" clId="{5DF3A229-1965-414E-AF54-F4C37AC7DF68}" dt="2026-03-16T08:22:22.663" v="194" actId="478"/>
          <ac:spMkLst>
            <pc:docMk/>
            <pc:sldMk cId="2489370454" sldId="605"/>
            <ac:spMk id="52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3-16T08:22:22.663" v="194" actId="478"/>
          <ac:spMkLst>
            <pc:docMk/>
            <pc:sldMk cId="2489370454" sldId="605"/>
            <ac:spMk id="56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3:46.656" v="217" actId="20577"/>
          <ac:spMkLst>
            <pc:docMk/>
            <pc:sldMk cId="2489370454" sldId="605"/>
            <ac:spMk id="5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16T08:23:57.617" v="220"/>
          <ac:spMkLst>
            <pc:docMk/>
            <pc:sldMk cId="2489370454" sldId="605"/>
            <ac:spMk id="60" creationId="{B965FDA3-31A1-A7C5-5932-E4BC29FDD96F}"/>
          </ac:spMkLst>
        </pc:spChg>
        <pc:spChg chg="mod">
          <ac:chgData name="Zhao Jin" userId="cd05a825-544c-438a-9ba1-08e63db50b47" providerId="ADAL" clId="{5DF3A229-1965-414E-AF54-F4C37AC7DF68}" dt="2026-03-16T08:23:57.617" v="220"/>
          <ac:spMkLst>
            <pc:docMk/>
            <pc:sldMk cId="2489370454" sldId="605"/>
            <ac:spMk id="61" creationId="{0FEAF86B-5562-3BC6-185C-A6CDCEA5C6D8}"/>
          </ac:spMkLst>
        </pc:spChg>
        <pc:spChg chg="mod">
          <ac:chgData name="Zhao Jin" userId="cd05a825-544c-438a-9ba1-08e63db50b47" providerId="ADAL" clId="{5DF3A229-1965-414E-AF54-F4C37AC7DF68}" dt="2026-03-16T08:23:57.617" v="220"/>
          <ac:spMkLst>
            <pc:docMk/>
            <pc:sldMk cId="2489370454" sldId="605"/>
            <ac:spMk id="63" creationId="{6C686AD4-9FAD-1830-DF74-7229F7BE8D39}"/>
          </ac:spMkLst>
        </pc:spChg>
        <pc:spChg chg="mod">
          <ac:chgData name="Zhao Jin" userId="cd05a825-544c-438a-9ba1-08e63db50b47" providerId="ADAL" clId="{5DF3A229-1965-414E-AF54-F4C37AC7DF68}" dt="2026-03-16T08:23:57.617" v="220"/>
          <ac:spMkLst>
            <pc:docMk/>
            <pc:sldMk cId="2489370454" sldId="605"/>
            <ac:spMk id="14336" creationId="{EDC67F6B-1817-0D2E-12B6-4E59C3E51B70}"/>
          </ac:spMkLst>
        </pc:spChg>
        <pc:spChg chg="mod">
          <ac:chgData name="Zhao Jin" userId="cd05a825-544c-438a-9ba1-08e63db50b47" providerId="ADAL" clId="{5DF3A229-1965-414E-AF54-F4C37AC7DF68}" dt="2026-03-16T08:24:50.191" v="228" actId="20577"/>
          <ac:spMkLst>
            <pc:docMk/>
            <pc:sldMk cId="2489370454" sldId="605"/>
            <ac:spMk id="14342" creationId="{EB41C8B5-5D32-8ACD-F58D-A9BD4E8341EE}"/>
          </ac:spMkLst>
        </pc:spChg>
        <pc:spChg chg="del mod">
          <ac:chgData name="Zhao Jin" userId="cd05a825-544c-438a-9ba1-08e63db50b47" providerId="ADAL" clId="{5DF3A229-1965-414E-AF54-F4C37AC7DF68}" dt="2026-03-16T08:28:12.531" v="279" actId="478"/>
          <ac:spMkLst>
            <pc:docMk/>
            <pc:sldMk cId="2489370454" sldId="605"/>
            <ac:spMk id="14347" creationId="{07282423-EB48-1570-0C41-B7AE4C0D75F6}"/>
          </ac:spMkLst>
        </pc:spChg>
        <pc:spChg chg="mod">
          <ac:chgData name="Zhao Jin" userId="cd05a825-544c-438a-9ba1-08e63db50b47" providerId="ADAL" clId="{5DF3A229-1965-414E-AF54-F4C37AC7DF68}" dt="2026-03-16T08:28:31.407" v="289" actId="1036"/>
          <ac:spMkLst>
            <pc:docMk/>
            <pc:sldMk cId="2489370454" sldId="605"/>
            <ac:spMk id="14348" creationId="{4E084167-3C00-8800-8276-C604D44AFCB3}"/>
          </ac:spMkLst>
        </pc:spChg>
        <pc:spChg chg="mod">
          <ac:chgData name="Zhao Jin" userId="cd05a825-544c-438a-9ba1-08e63db50b47" providerId="ADAL" clId="{5DF3A229-1965-414E-AF54-F4C37AC7DF68}" dt="2026-03-16T08:28:06.770" v="276" actId="14100"/>
          <ac:spMkLst>
            <pc:docMk/>
            <pc:sldMk cId="2489370454" sldId="605"/>
            <ac:spMk id="14349" creationId="{16D7DB35-3485-7027-61B0-4A2CF7559AA0}"/>
          </ac:spMkLst>
        </pc:spChg>
        <pc:spChg chg="mod">
          <ac:chgData name="Zhao Jin" userId="cd05a825-544c-438a-9ba1-08e63db50b47" providerId="ADAL" clId="{5DF3A229-1965-414E-AF54-F4C37AC7DF68}" dt="2026-03-16T08:27:53.579" v="262"/>
          <ac:spMkLst>
            <pc:docMk/>
            <pc:sldMk cId="2489370454" sldId="605"/>
            <ac:spMk id="14350" creationId="{2CCB8156-FB8D-85EC-F85E-633179708445}"/>
          </ac:spMkLst>
        </pc:spChg>
        <pc:spChg chg="del mod topLvl">
          <ac:chgData name="Zhao Jin" userId="cd05a825-544c-438a-9ba1-08e63db50b47" providerId="ADAL" clId="{5DF3A229-1965-414E-AF54-F4C37AC7DF68}" dt="2026-03-16T08:28:10.301" v="278" actId="478"/>
          <ac:spMkLst>
            <pc:docMk/>
            <pc:sldMk cId="2489370454" sldId="605"/>
            <ac:spMk id="14353" creationId="{DC316A36-1D91-1FC9-411E-D2CD691C077C}"/>
          </ac:spMkLst>
        </pc:spChg>
        <pc:spChg chg="mod">
          <ac:chgData name="Zhao Jin" userId="cd05a825-544c-438a-9ba1-08e63db50b47" providerId="ADAL" clId="{5DF3A229-1965-414E-AF54-F4C37AC7DF68}" dt="2026-03-16T08:28:47.884" v="291"/>
          <ac:spMkLst>
            <pc:docMk/>
            <pc:sldMk cId="2489370454" sldId="605"/>
            <ac:spMk id="14355" creationId="{010F2B22-20DE-E3EE-CF50-438BD8350929}"/>
          </ac:spMkLst>
        </pc:spChg>
        <pc:spChg chg="mod">
          <ac:chgData name="Zhao Jin" userId="cd05a825-544c-438a-9ba1-08e63db50b47" providerId="ADAL" clId="{5DF3A229-1965-414E-AF54-F4C37AC7DF68}" dt="2026-03-16T08:28:47.884" v="291"/>
          <ac:spMkLst>
            <pc:docMk/>
            <pc:sldMk cId="2489370454" sldId="605"/>
            <ac:spMk id="14356" creationId="{FD61A1C0-6DAF-F390-D291-EAD8FE3227A8}"/>
          </ac:spMkLst>
        </pc:spChg>
        <pc:spChg chg="mod">
          <ac:chgData name="Zhao Jin" userId="cd05a825-544c-438a-9ba1-08e63db50b47" providerId="ADAL" clId="{5DF3A229-1965-414E-AF54-F4C37AC7DF68}" dt="2026-03-16T08:28:47.884" v="291"/>
          <ac:spMkLst>
            <pc:docMk/>
            <pc:sldMk cId="2489370454" sldId="605"/>
            <ac:spMk id="14358" creationId="{810F8D22-6EBF-82B8-8A0E-07883EB7AD50}"/>
          </ac:spMkLst>
        </pc:spChg>
        <pc:spChg chg="mod">
          <ac:chgData name="Zhao Jin" userId="cd05a825-544c-438a-9ba1-08e63db50b47" providerId="ADAL" clId="{5DF3A229-1965-414E-AF54-F4C37AC7DF68}" dt="2026-03-16T08:28:47.884" v="291"/>
          <ac:spMkLst>
            <pc:docMk/>
            <pc:sldMk cId="2489370454" sldId="605"/>
            <ac:spMk id="14359" creationId="{36ED3FAE-E8AA-5C1D-19FD-68E02473B278}"/>
          </ac:spMkLst>
        </pc:spChg>
        <pc:spChg chg="add mod">
          <ac:chgData name="Zhao Jin" userId="cd05a825-544c-438a-9ba1-08e63db50b47" providerId="ADAL" clId="{5DF3A229-1965-414E-AF54-F4C37AC7DF68}" dt="2026-03-16T08:30:09.181" v="311" actId="207"/>
          <ac:spMkLst>
            <pc:docMk/>
            <pc:sldMk cId="2489370454" sldId="605"/>
            <ac:spMk id="14364" creationId="{AF7B2363-7F88-F3DD-4581-5E387B046DD9}"/>
          </ac:spMkLst>
        </pc:spChg>
        <pc:spChg chg="mod">
          <ac:chgData name="Zhao Jin" userId="cd05a825-544c-438a-9ba1-08e63db50b47" providerId="ADAL" clId="{5DF3A229-1965-414E-AF54-F4C37AC7DF68}" dt="2026-03-16T08:30:49.879" v="318"/>
          <ac:spMkLst>
            <pc:docMk/>
            <pc:sldMk cId="2489370454" sldId="605"/>
            <ac:spMk id="14369" creationId="{B1FCD55F-0DC4-A467-16D7-481F9D474DF2}"/>
          </ac:spMkLst>
        </pc:spChg>
        <pc:grpChg chg="add mod ord">
          <ac:chgData name="Zhao Jin" userId="cd05a825-544c-438a-9ba1-08e63db50b47" providerId="ADAL" clId="{5DF3A229-1965-414E-AF54-F4C37AC7DF68}" dt="2026-03-16T08:21:17.043" v="173" actId="167"/>
          <ac:grpSpMkLst>
            <pc:docMk/>
            <pc:sldMk cId="2489370454" sldId="605"/>
            <ac:grpSpMk id="5" creationId="{A269618B-B690-689D-FED2-5078E43C3B05}"/>
          </ac:grpSpMkLst>
        </pc:grpChg>
        <pc:grpChg chg="add mod">
          <ac:chgData name="Zhao Jin" userId="cd05a825-544c-438a-9ba1-08e63db50b47" providerId="ADAL" clId="{5DF3A229-1965-414E-AF54-F4C37AC7DF68}" dt="2026-03-17T03:45:37.727" v="1839" actId="571"/>
          <ac:grpSpMkLst>
            <pc:docMk/>
            <pc:sldMk cId="2489370454" sldId="605"/>
            <ac:grpSpMk id="9" creationId="{079C5BA5-9068-CA82-9D3C-0E3CDBA41A45}"/>
          </ac:grpSpMkLst>
        </pc:grpChg>
        <pc:grpChg chg="add mod">
          <ac:chgData name="Zhao Jin" userId="cd05a825-544c-438a-9ba1-08e63db50b47" providerId="ADAL" clId="{5DF3A229-1965-414E-AF54-F4C37AC7DF68}" dt="2026-03-17T03:45:37.727" v="1839" actId="571"/>
          <ac:grpSpMkLst>
            <pc:docMk/>
            <pc:sldMk cId="2489370454" sldId="605"/>
            <ac:grpSpMk id="12" creationId="{95121482-2111-BEA0-DE61-1EFCE426E5E9}"/>
          </ac:grpSpMkLst>
        </pc:grpChg>
        <pc:grpChg chg="add mod">
          <ac:chgData name="Zhao Jin" userId="cd05a825-544c-438a-9ba1-08e63db50b47" providerId="ADAL" clId="{5DF3A229-1965-414E-AF54-F4C37AC7DF68}" dt="2026-03-16T08:24:01.974" v="221" actId="1076"/>
          <ac:grpSpMkLst>
            <pc:docMk/>
            <pc:sldMk cId="2489370454" sldId="605"/>
            <ac:grpSpMk id="21" creationId="{E4168B44-75E3-3D81-5F08-64FD48350161}"/>
          </ac:grpSpMkLst>
        </pc:grpChg>
        <pc:grpChg chg="mod">
          <ac:chgData name="Zhao Jin" userId="cd05a825-544c-438a-9ba1-08e63db50b47" providerId="ADAL" clId="{5DF3A229-1965-414E-AF54-F4C37AC7DF68}" dt="2026-03-16T08:20:42.853" v="139" actId="1035"/>
          <ac:grpSpMkLst>
            <pc:docMk/>
            <pc:sldMk cId="2489370454" sldId="605"/>
            <ac:grpSpMk id="28" creationId="{00000000-0000-0000-0000-000000000000}"/>
          </ac:grpSpMkLst>
        </pc:grpChg>
        <pc:grpChg chg="mod">
          <ac:chgData name="Zhao Jin" userId="cd05a825-544c-438a-9ba1-08e63db50b47" providerId="ADAL" clId="{5DF3A229-1965-414E-AF54-F4C37AC7DF68}" dt="2026-03-16T08:24:01.974" v="221" actId="1076"/>
          <ac:grpSpMkLst>
            <pc:docMk/>
            <pc:sldMk cId="2489370454" sldId="605"/>
            <ac:grpSpMk id="38" creationId="{ED3CE4A6-F1A8-5C44-9BDD-89B0DB98B332}"/>
          </ac:grpSpMkLst>
        </pc:grpChg>
        <pc:grpChg chg="del">
          <ac:chgData name="Zhao Jin" userId="cd05a825-544c-438a-9ba1-08e63db50b47" providerId="ADAL" clId="{5DF3A229-1965-414E-AF54-F4C37AC7DF68}" dt="2026-03-16T08:20:08.259" v="76" actId="478"/>
          <ac:grpSpMkLst>
            <pc:docMk/>
            <pc:sldMk cId="2489370454" sldId="605"/>
            <ac:grpSpMk id="40" creationId="{00000000-0000-0000-0000-000000000000}"/>
          </ac:grpSpMkLst>
        </pc:grpChg>
        <pc:grpChg chg="add del mod">
          <ac:chgData name="Zhao Jin" userId="cd05a825-544c-438a-9ba1-08e63db50b47" providerId="ADAL" clId="{5DF3A229-1965-414E-AF54-F4C37AC7DF68}" dt="2026-03-16T08:23:55.898" v="219" actId="478"/>
          <ac:grpSpMkLst>
            <pc:docMk/>
            <pc:sldMk cId="2489370454" sldId="605"/>
            <ac:grpSpMk id="45" creationId="{00000000-0000-0000-0000-000000000000}"/>
          </ac:grpSpMkLst>
        </pc:grpChg>
        <pc:grpChg chg="del">
          <ac:chgData name="Zhao Jin" userId="cd05a825-544c-438a-9ba1-08e63db50b47" providerId="ADAL" clId="{5DF3A229-1965-414E-AF54-F4C37AC7DF68}" dt="2026-03-16T08:22:22.663" v="194" actId="478"/>
          <ac:grpSpMkLst>
            <pc:docMk/>
            <pc:sldMk cId="2489370454" sldId="605"/>
            <ac:grpSpMk id="53" creationId="{00000000-0000-0000-0000-000000000000}"/>
          </ac:grpSpMkLst>
        </pc:grpChg>
        <pc:grpChg chg="add del mod">
          <ac:chgData name="Zhao Jin" userId="cd05a825-544c-438a-9ba1-08e63db50b47" providerId="ADAL" clId="{5DF3A229-1965-414E-AF54-F4C37AC7DF68}" dt="2026-03-16T08:23:45.087" v="216" actId="1076"/>
          <ac:grpSpMkLst>
            <pc:docMk/>
            <pc:sldMk cId="2489370454" sldId="605"/>
            <ac:grpSpMk id="57" creationId="{00000000-0000-0000-0000-000000000000}"/>
          </ac:grpSpMkLst>
        </pc:grpChg>
        <pc:grpChg chg="mod">
          <ac:chgData name="Zhao Jin" userId="cd05a825-544c-438a-9ba1-08e63db50b47" providerId="ADAL" clId="{5DF3A229-1965-414E-AF54-F4C37AC7DF68}" dt="2026-03-16T08:24:01.974" v="221" actId="1076"/>
          <ac:grpSpMkLst>
            <pc:docMk/>
            <pc:sldMk cId="2489370454" sldId="605"/>
            <ac:grpSpMk id="62" creationId="{DC355F01-E83A-3CEF-1F13-28C865BC3166}"/>
          </ac:grpSpMkLst>
        </pc:grpChg>
        <pc:grpChg chg="add del mod">
          <ac:chgData name="Zhao Jin" userId="cd05a825-544c-438a-9ba1-08e63db50b47" providerId="ADAL" clId="{5DF3A229-1965-414E-AF54-F4C37AC7DF68}" dt="2026-03-16T08:24:48.975" v="227" actId="1076"/>
          <ac:grpSpMkLst>
            <pc:docMk/>
            <pc:sldMk cId="2489370454" sldId="605"/>
            <ac:grpSpMk id="14340" creationId="{3D501C43-A815-1BE4-F1E2-049596CF55B6}"/>
          </ac:grpSpMkLst>
        </pc:grpChg>
        <pc:grpChg chg="add mod">
          <ac:chgData name="Zhao Jin" userId="cd05a825-544c-438a-9ba1-08e63db50b47" providerId="ADAL" clId="{5DF3A229-1965-414E-AF54-F4C37AC7DF68}" dt="2026-03-16T08:28:27.239" v="287" actId="1076"/>
          <ac:grpSpMkLst>
            <pc:docMk/>
            <pc:sldMk cId="2489370454" sldId="605"/>
            <ac:grpSpMk id="14344" creationId="{AC7A4C55-499B-80F4-FD37-32D027CA700D}"/>
          </ac:grpSpMkLst>
        </pc:grpChg>
        <pc:grpChg chg="mod">
          <ac:chgData name="Zhao Jin" userId="cd05a825-544c-438a-9ba1-08e63db50b47" providerId="ADAL" clId="{5DF3A229-1965-414E-AF54-F4C37AC7DF68}" dt="2026-03-16T08:27:53.579" v="262"/>
          <ac:grpSpMkLst>
            <pc:docMk/>
            <pc:sldMk cId="2489370454" sldId="605"/>
            <ac:grpSpMk id="14345" creationId="{DD5FB169-40DB-968D-AA75-7F8C0E80F3D0}"/>
          </ac:grpSpMkLst>
        </pc:grpChg>
        <pc:grpChg chg="del mod">
          <ac:chgData name="Zhao Jin" userId="cd05a825-544c-438a-9ba1-08e63db50b47" providerId="ADAL" clId="{5DF3A229-1965-414E-AF54-F4C37AC7DF68}" dt="2026-03-16T08:28:12.531" v="279" actId="478"/>
          <ac:grpSpMkLst>
            <pc:docMk/>
            <pc:sldMk cId="2489370454" sldId="605"/>
            <ac:grpSpMk id="14346" creationId="{470C1A4D-EA1E-9ABE-DA54-0B29295A7B2A}"/>
          </ac:grpSpMkLst>
        </pc:grpChg>
        <pc:grpChg chg="add del mod">
          <ac:chgData name="Zhao Jin" userId="cd05a825-544c-438a-9ba1-08e63db50b47" providerId="ADAL" clId="{5DF3A229-1965-414E-AF54-F4C37AC7DF68}" dt="2026-03-16T08:28:09.501" v="277" actId="478"/>
          <ac:grpSpMkLst>
            <pc:docMk/>
            <pc:sldMk cId="2489370454" sldId="605"/>
            <ac:grpSpMk id="14351" creationId="{261263EF-8BDB-0940-7A97-0130575BD558}"/>
          </ac:grpSpMkLst>
        </pc:grpChg>
        <pc:grpChg chg="add mod">
          <ac:chgData name="Zhao Jin" userId="cd05a825-544c-438a-9ba1-08e63db50b47" providerId="ADAL" clId="{5DF3A229-1965-414E-AF54-F4C37AC7DF68}" dt="2026-03-16T08:29:05.829" v="295" actId="1076"/>
          <ac:grpSpMkLst>
            <pc:docMk/>
            <pc:sldMk cId="2489370454" sldId="605"/>
            <ac:grpSpMk id="14354" creationId="{2C9DA6EE-191D-612F-0DFE-CB1CEA55E827}"/>
          </ac:grpSpMkLst>
        </pc:grpChg>
        <pc:grpChg chg="add mod">
          <ac:chgData name="Zhao Jin" userId="cd05a825-544c-438a-9ba1-08e63db50b47" providerId="ADAL" clId="{5DF3A229-1965-414E-AF54-F4C37AC7DF68}" dt="2026-03-16T08:29:05.829" v="295" actId="1076"/>
          <ac:grpSpMkLst>
            <pc:docMk/>
            <pc:sldMk cId="2489370454" sldId="605"/>
            <ac:grpSpMk id="14357" creationId="{E9BA403E-D151-C8FF-1FA4-80D740D6AB9D}"/>
          </ac:grpSpMkLst>
        </pc:grpChg>
        <pc:grpChg chg="add mod">
          <ac:chgData name="Zhao Jin" userId="cd05a825-544c-438a-9ba1-08e63db50b47" providerId="ADAL" clId="{5DF3A229-1965-414E-AF54-F4C37AC7DF68}" dt="2026-03-16T08:30:53.999" v="319" actId="1076"/>
          <ac:grpSpMkLst>
            <pc:docMk/>
            <pc:sldMk cId="2489370454" sldId="605"/>
            <ac:grpSpMk id="14367" creationId="{BA59F521-B00E-9F3A-169B-EE12F362C01E}"/>
          </ac:grpSpMkLst>
        </pc:grpChg>
        <pc:cxnChg chg="mod">
          <ac:chgData name="Zhao Jin" userId="cd05a825-544c-438a-9ba1-08e63db50b47" providerId="ADAL" clId="{5DF3A229-1965-414E-AF54-F4C37AC7DF68}" dt="2026-03-16T08:21:37.131" v="178" actId="14100"/>
          <ac:cxnSpMkLst>
            <pc:docMk/>
            <pc:sldMk cId="2489370454" sldId="605"/>
            <ac:cxnSpMk id="35" creationId="{00000000-0000-0000-0000-000000000000}"/>
          </ac:cxnSpMkLst>
        </pc:cxnChg>
        <pc:cxnChg chg="mod">
          <ac:chgData name="Zhao Jin" userId="cd05a825-544c-438a-9ba1-08e63db50b47" providerId="ADAL" clId="{5DF3A229-1965-414E-AF54-F4C37AC7DF68}" dt="2026-03-16T08:22:08.228" v="188" actId="14100"/>
          <ac:cxnSpMkLst>
            <pc:docMk/>
            <pc:sldMk cId="2489370454" sldId="605"/>
            <ac:cxnSpMk id="49" creationId="{00000000-0000-0000-0000-000000000000}"/>
          </ac:cxnSpMkLst>
        </pc:cxnChg>
        <pc:cxnChg chg="mod">
          <ac:chgData name="Zhao Jin" userId="cd05a825-544c-438a-9ba1-08e63db50b47" providerId="ADAL" clId="{5DF3A229-1965-414E-AF54-F4C37AC7DF68}" dt="2026-03-16T08:24:01.974" v="221" actId="1076"/>
          <ac:cxnSpMkLst>
            <pc:docMk/>
            <pc:sldMk cId="2489370454" sldId="605"/>
            <ac:cxnSpMk id="14337" creationId="{45D6BEF7-469E-3A49-C23F-58F66AA9A6BE}"/>
          </ac:cxnSpMkLst>
        </pc:cxnChg>
        <pc:cxnChg chg="mod">
          <ac:chgData name="Zhao Jin" userId="cd05a825-544c-438a-9ba1-08e63db50b47" providerId="ADAL" clId="{5DF3A229-1965-414E-AF54-F4C37AC7DF68}" dt="2026-03-16T08:24:09.908" v="222" actId="14100"/>
          <ac:cxnSpMkLst>
            <pc:docMk/>
            <pc:sldMk cId="2489370454" sldId="605"/>
            <ac:cxnSpMk id="14339" creationId="{F42B4CE7-4729-98BF-8BC2-F5DDFA50CB98}"/>
          </ac:cxnSpMkLst>
        </pc:cxnChg>
        <pc:cxnChg chg="del mod topLvl">
          <ac:chgData name="Zhao Jin" userId="cd05a825-544c-438a-9ba1-08e63db50b47" providerId="ADAL" clId="{5DF3A229-1965-414E-AF54-F4C37AC7DF68}" dt="2026-03-16T08:28:09.501" v="277" actId="478"/>
          <ac:cxnSpMkLst>
            <pc:docMk/>
            <pc:sldMk cId="2489370454" sldId="605"/>
            <ac:cxnSpMk id="14352" creationId="{408807CC-1190-8F7C-D24D-C84B58A806C5}"/>
          </ac:cxnSpMkLst>
        </pc:cxnChg>
        <pc:cxnChg chg="add mod">
          <ac:chgData name="Zhao Jin" userId="cd05a825-544c-438a-9ba1-08e63db50b47" providerId="ADAL" clId="{5DF3A229-1965-414E-AF54-F4C37AC7DF68}" dt="2026-03-16T08:29:05.829" v="295" actId="1076"/>
          <ac:cxnSpMkLst>
            <pc:docMk/>
            <pc:sldMk cId="2489370454" sldId="605"/>
            <ac:cxnSpMk id="14360" creationId="{36FBC77A-66A8-0277-9D94-FAF9F886EFD9}"/>
          </ac:cxnSpMkLst>
        </pc:cxnChg>
        <pc:cxnChg chg="add mod">
          <ac:chgData name="Zhao Jin" userId="cd05a825-544c-438a-9ba1-08e63db50b47" providerId="ADAL" clId="{5DF3A229-1965-414E-AF54-F4C37AC7DF68}" dt="2026-03-16T08:28:54.084" v="293" actId="14100"/>
          <ac:cxnSpMkLst>
            <pc:docMk/>
            <pc:sldMk cId="2489370454" sldId="605"/>
            <ac:cxnSpMk id="14361" creationId="{406DFD73-86FE-B08C-FA18-EE9DBA693BC1}"/>
          </ac:cxnSpMkLst>
        </pc:cxnChg>
        <pc:cxnChg chg="add mod">
          <ac:chgData name="Zhao Jin" userId="cd05a825-544c-438a-9ba1-08e63db50b47" providerId="ADAL" clId="{5DF3A229-1965-414E-AF54-F4C37AC7DF68}" dt="2026-03-16T08:30:44.190" v="316"/>
          <ac:cxnSpMkLst>
            <pc:docMk/>
            <pc:sldMk cId="2489370454" sldId="605"/>
            <ac:cxnSpMk id="14365" creationId="{97F38EAF-4F8A-FCAD-507D-BAC0A46FE526}"/>
          </ac:cxnSpMkLst>
        </pc:cxnChg>
        <pc:cxnChg chg="add mod">
          <ac:chgData name="Zhao Jin" userId="cd05a825-544c-438a-9ba1-08e63db50b47" providerId="ADAL" clId="{5DF3A229-1965-414E-AF54-F4C37AC7DF68}" dt="2026-03-16T08:30:46.920" v="317"/>
          <ac:cxnSpMkLst>
            <pc:docMk/>
            <pc:sldMk cId="2489370454" sldId="605"/>
            <ac:cxnSpMk id="14366" creationId="{7ABDA9A0-6810-37E6-7E11-B24F5786E3F4}"/>
          </ac:cxnSpMkLst>
        </pc:cxnChg>
        <pc:cxnChg chg="mod">
          <ac:chgData name="Zhao Jin" userId="cd05a825-544c-438a-9ba1-08e63db50b47" providerId="ADAL" clId="{5DF3A229-1965-414E-AF54-F4C37AC7DF68}" dt="2026-03-16T08:30:49.879" v="318"/>
          <ac:cxnSpMkLst>
            <pc:docMk/>
            <pc:sldMk cId="2489370454" sldId="605"/>
            <ac:cxnSpMk id="14368" creationId="{7D2DC098-1C5C-65B0-17CB-3AE5E8C61CF1}"/>
          </ac:cxnSpMkLst>
        </pc:cxnChg>
      </pc:sldChg>
      <pc:sldChg chg="addSp delSp modSp mod ord">
        <pc:chgData name="Zhao Jin" userId="cd05a825-544c-438a-9ba1-08e63db50b47" providerId="ADAL" clId="{5DF3A229-1965-414E-AF54-F4C37AC7DF68}" dt="2026-03-16T08:38:29.115" v="765" actId="20577"/>
        <pc:sldMkLst>
          <pc:docMk/>
          <pc:sldMk cId="3150831465" sldId="649"/>
        </pc:sldMkLst>
        <pc:spChg chg="mod">
          <ac:chgData name="Zhao Jin" userId="cd05a825-544c-438a-9ba1-08e63db50b47" providerId="ADAL" clId="{5DF3A229-1965-414E-AF54-F4C37AC7DF68}" dt="2026-03-16T08:38:29.115" v="765" actId="20577"/>
          <ac:spMkLst>
            <pc:docMk/>
            <pc:sldMk cId="3150831465" sldId="649"/>
            <ac:spMk id="4" creationId="{E1783DF5-5055-11C4-2722-992E62E81F11}"/>
          </ac:spMkLst>
        </pc:spChg>
        <pc:spChg chg="add del mod">
          <ac:chgData name="Zhao Jin" userId="cd05a825-544c-438a-9ba1-08e63db50b47" providerId="ADAL" clId="{5DF3A229-1965-414E-AF54-F4C37AC7DF68}" dt="2026-03-16T08:37:38.059" v="632" actId="1076"/>
          <ac:spMkLst>
            <pc:docMk/>
            <pc:sldMk cId="3150831465" sldId="649"/>
            <ac:spMk id="5" creationId="{1F335067-2DF1-C857-A247-B290D4559EF7}"/>
          </ac:spMkLst>
        </pc:spChg>
        <pc:spChg chg="add del mod">
          <ac:chgData name="Zhao Jin" userId="cd05a825-544c-438a-9ba1-08e63db50b47" providerId="ADAL" clId="{5DF3A229-1965-414E-AF54-F4C37AC7DF68}" dt="2026-03-16T08:33:27.059" v="387" actId="478"/>
          <ac:spMkLst>
            <pc:docMk/>
            <pc:sldMk cId="3150831465" sldId="649"/>
            <ac:spMk id="7" creationId="{AF102B8B-920B-2D80-C13D-6CFADFDB816A}"/>
          </ac:spMkLst>
        </pc:spChg>
      </pc:sldChg>
      <pc:sldChg chg="addSp delSp modSp add mod addAnim delAnim modAnim">
        <pc:chgData name="Zhao Jin" userId="cd05a825-544c-438a-9ba1-08e63db50b47" providerId="ADAL" clId="{5DF3A229-1965-414E-AF54-F4C37AC7DF68}" dt="2026-03-16T08:52:55.704" v="1836" actId="20577"/>
        <pc:sldMkLst>
          <pc:docMk/>
          <pc:sldMk cId="758105953" sldId="651"/>
        </pc:sldMkLst>
        <pc:spChg chg="del">
          <ac:chgData name="Zhao Jin" userId="cd05a825-544c-438a-9ba1-08e63db50b47" providerId="ADAL" clId="{5DF3A229-1965-414E-AF54-F4C37AC7DF68}" dt="2026-03-16T08:40:02.739" v="782" actId="478"/>
          <ac:spMkLst>
            <pc:docMk/>
            <pc:sldMk cId="758105953" sldId="651"/>
            <ac:spMk id="4" creationId="{59A243D6-DAE2-D2F2-47F2-322DA929D068}"/>
          </ac:spMkLst>
        </pc:spChg>
        <pc:spChg chg="add del mod">
          <ac:chgData name="Zhao Jin" userId="cd05a825-544c-438a-9ba1-08e63db50b47" providerId="ADAL" clId="{5DF3A229-1965-414E-AF54-F4C37AC7DF68}" dt="2026-03-16T08:44:33.948" v="1308" actId="478"/>
          <ac:spMkLst>
            <pc:docMk/>
            <pc:sldMk cId="758105953" sldId="651"/>
            <ac:spMk id="6" creationId="{350CEC4D-E896-2A06-FFF4-478795BED17B}"/>
          </ac:spMkLst>
        </pc:spChg>
        <pc:spChg chg="add mod">
          <ac:chgData name="Zhao Jin" userId="cd05a825-544c-438a-9ba1-08e63db50b47" providerId="ADAL" clId="{5DF3A229-1965-414E-AF54-F4C37AC7DF68}" dt="2026-03-16T08:52:13.417" v="1770" actId="1036"/>
          <ac:spMkLst>
            <pc:docMk/>
            <pc:sldMk cId="758105953" sldId="651"/>
            <ac:spMk id="7" creationId="{53D638EA-CF50-265F-9E28-8A0F64937839}"/>
          </ac:spMkLst>
        </pc:spChg>
        <pc:spChg chg="mod">
          <ac:chgData name="Zhao Jin" userId="cd05a825-544c-438a-9ba1-08e63db50b47" providerId="ADAL" clId="{5DF3A229-1965-414E-AF54-F4C37AC7DF68}" dt="2026-03-16T08:52:05.936" v="1725" actId="20577"/>
          <ac:spMkLst>
            <pc:docMk/>
            <pc:sldMk cId="758105953" sldId="651"/>
            <ac:spMk id="8" creationId="{E8773C0A-D6C2-4593-4D01-563C21C9F0FF}"/>
          </ac:spMkLst>
        </pc:spChg>
        <pc:spChg chg="add mod">
          <ac:chgData name="Zhao Jin" userId="cd05a825-544c-438a-9ba1-08e63db50b47" providerId="ADAL" clId="{5DF3A229-1965-414E-AF54-F4C37AC7DF68}" dt="2026-03-16T08:52:11.515" v="1765" actId="1035"/>
          <ac:spMkLst>
            <pc:docMk/>
            <pc:sldMk cId="758105953" sldId="651"/>
            <ac:spMk id="9" creationId="{106078D8-557F-B9C5-3ECD-D88AD4999143}"/>
          </ac:spMkLst>
        </pc:spChg>
        <pc:spChg chg="add mod">
          <ac:chgData name="Zhao Jin" userId="cd05a825-544c-438a-9ba1-08e63db50b47" providerId="ADAL" clId="{5DF3A229-1965-414E-AF54-F4C37AC7DF68}" dt="2026-03-16T08:52:17.568" v="1788" actId="1036"/>
          <ac:spMkLst>
            <pc:docMk/>
            <pc:sldMk cId="758105953" sldId="651"/>
            <ac:spMk id="10" creationId="{BB94FB9B-2950-E606-7424-12B9BB1BF847}"/>
          </ac:spMkLst>
        </pc:spChg>
        <pc:spChg chg="add mod">
          <ac:chgData name="Zhao Jin" userId="cd05a825-544c-438a-9ba1-08e63db50b47" providerId="ADAL" clId="{5DF3A229-1965-414E-AF54-F4C37AC7DF68}" dt="2026-03-16T08:52:55.704" v="1836" actId="20577"/>
          <ac:spMkLst>
            <pc:docMk/>
            <pc:sldMk cId="758105953" sldId="651"/>
            <ac:spMk id="11" creationId="{A73ED033-1C08-85EF-F007-C0CA22865A1F}"/>
          </ac:spMkLst>
        </pc:spChg>
        <pc:spChg chg="add mod">
          <ac:chgData name="Zhao Jin" userId="cd05a825-544c-438a-9ba1-08e63db50b47" providerId="ADAL" clId="{5DF3A229-1965-414E-AF54-F4C37AC7DF68}" dt="2026-03-16T08:52:17.568" v="1788" actId="1036"/>
          <ac:spMkLst>
            <pc:docMk/>
            <pc:sldMk cId="758105953" sldId="651"/>
            <ac:spMk id="12" creationId="{9785DF0D-7116-144A-D172-BE7B4FFBC25A}"/>
          </ac:spMkLst>
        </pc:spChg>
        <pc:spChg chg="mod">
          <ac:chgData name="Zhao Jin" userId="cd05a825-544c-438a-9ba1-08e63db50b47" providerId="ADAL" clId="{5DF3A229-1965-414E-AF54-F4C37AC7DF68}" dt="2026-03-16T08:39:53.413" v="780"/>
          <ac:spMkLst>
            <pc:docMk/>
            <pc:sldMk cId="758105953" sldId="651"/>
            <ac:spMk id="14338" creationId="{6DFF6ACA-2E55-76AF-7393-B8244167D28F}"/>
          </ac:spMkLst>
        </pc:spChg>
      </pc:sldChg>
      <pc:sldChg chg="add del">
        <pc:chgData name="Zhao Jin" userId="cd05a825-544c-438a-9ba1-08e63db50b47" providerId="ADAL" clId="{5DF3A229-1965-414E-AF54-F4C37AC7DF68}" dt="2026-03-16T08:27:50.225" v="261"/>
        <pc:sldMkLst>
          <pc:docMk/>
          <pc:sldMk cId="2501250364" sldId="651"/>
        </pc:sldMkLst>
      </pc:sldChg>
      <pc:sldChg chg="add del">
        <pc:chgData name="Zhao Jin" userId="cd05a825-544c-438a-9ba1-08e63db50b47" providerId="ADAL" clId="{5DF3A229-1965-414E-AF54-F4C37AC7DF68}" dt="2026-03-16T08:44:05.663" v="1276"/>
        <pc:sldMkLst>
          <pc:docMk/>
          <pc:sldMk cId="3789236138" sldId="6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82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34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77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36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81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636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46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54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26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72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B1314-C457-BECF-FA94-F7B2C06F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90BF4E-8F91-B876-4424-5E15225FA3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B2E0315-28DB-2574-D8E3-4F72205446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C964762-B886-E336-57A1-9259870D39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6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 8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0100" y="1227775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31E90C5E-295E-476E-AF44-A74CC003D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EEFA03-C412-4907-AD8A-ECA10A767777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5">
            <a:extLst>
              <a:ext uri="{FF2B5EF4-FFF2-40B4-BE49-F238E27FC236}">
                <a16:creationId xmlns:a16="http://schemas.microsoft.com/office/drawing/2014/main" id="{A269618B-B690-689D-FED2-5078E43C3B05}"/>
              </a:ext>
            </a:extLst>
          </p:cNvPr>
          <p:cNvGrpSpPr>
            <a:grpSpLocks/>
          </p:cNvGrpSpPr>
          <p:nvPr/>
        </p:nvGrpSpPr>
        <p:grpSpPr bwMode="auto">
          <a:xfrm>
            <a:off x="7431005" y="1994525"/>
            <a:ext cx="1019823" cy="511556"/>
            <a:chOff x="5806653" y="2023240"/>
            <a:chExt cx="1019205" cy="511975"/>
          </a:xfrm>
        </p:grpSpPr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5E9693F0-D44F-0D07-7E86-710BD1F0A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6653" y="2023240"/>
              <a:ext cx="557359" cy="338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ptr2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564A1DBB-19CA-BCD9-0044-9F6EA849A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>
                <a:latin typeface="Calibri" pitchFamily="34" charset="0"/>
                <a:cs typeface="Arial" pitchFamily="34" charset="0"/>
              </a:endParaRPr>
            </a:p>
          </p:txBody>
        </p:sp>
      </p:grp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600" dirty="0">
                <a:solidFill>
                  <a:srgbClr val="0000FF"/>
                </a:solidFill>
              </a:rPr>
              <a:t>Pointers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2132" y="1313061"/>
            <a:ext cx="6453118" cy="13234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*ptr1 = &amp;b;</a:t>
            </a:r>
          </a:p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*ptr2 = &amp;a;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1" y="2876632"/>
            <a:ext cx="2806700" cy="19389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*ptr1 += *ptr2;</a:t>
            </a:r>
          </a:p>
          <a:p>
            <a:pPr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ptr1 = ptr2;</a:t>
            </a: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ptr2 = ptr1;</a:t>
            </a:r>
          </a:p>
          <a:p>
            <a:pPr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*ptr1 += *ptr2;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391275" y="1253544"/>
            <a:ext cx="2047875" cy="511556"/>
            <a:chOff x="6391275" y="1253544"/>
            <a:chExt cx="2047875" cy="511556"/>
          </a:xfrm>
        </p:grpSpPr>
        <p:grpSp>
          <p:nvGrpSpPr>
            <p:cNvPr id="26" name="Group 13"/>
            <p:cNvGrpSpPr>
              <a:grpSpLocks/>
            </p:cNvGrpSpPr>
            <p:nvPr/>
          </p:nvGrpSpPr>
          <p:grpSpPr bwMode="auto">
            <a:xfrm>
              <a:off x="6391275" y="1253546"/>
              <a:ext cx="799269" cy="511554"/>
              <a:chOff x="4834756" y="1996967"/>
              <a:chExt cx="798785" cy="511973"/>
            </a:xfrm>
          </p:grpSpPr>
          <p:sp>
            <p:nvSpPr>
              <p:cNvPr id="33" name="TextBox 9"/>
              <p:cNvSpPr txBox="1">
                <a:spLocks noChangeArrowheads="1"/>
              </p:cNvSpPr>
              <p:nvPr/>
            </p:nvSpPr>
            <p:spPr bwMode="auto">
              <a:xfrm>
                <a:off x="4834756" y="1996967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a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34" name="TextBox 10"/>
              <p:cNvSpPr txBox="1">
                <a:spLocks noChangeArrowheads="1"/>
              </p:cNvSpPr>
              <p:nvPr/>
            </p:nvSpPr>
            <p:spPr bwMode="auto">
              <a:xfrm>
                <a:off x="5102769" y="2170386"/>
                <a:ext cx="530772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2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  <p:grpSp>
          <p:nvGrpSpPr>
            <p:cNvPr id="27" name="Group 14"/>
            <p:cNvGrpSpPr>
              <a:grpSpLocks/>
            </p:cNvGrpSpPr>
            <p:nvPr/>
          </p:nvGrpSpPr>
          <p:grpSpPr bwMode="auto">
            <a:xfrm>
              <a:off x="7639879" y="1253544"/>
              <a:ext cx="799271" cy="511556"/>
              <a:chOff x="6027681" y="2023240"/>
              <a:chExt cx="798787" cy="511975"/>
            </a:xfrm>
          </p:grpSpPr>
          <p:sp>
            <p:nvSpPr>
              <p:cNvPr id="31" name="TextBox 11"/>
              <p:cNvSpPr txBox="1">
                <a:spLocks noChangeArrowheads="1"/>
              </p:cNvSpPr>
              <p:nvPr/>
            </p:nvSpPr>
            <p:spPr bwMode="auto">
              <a:xfrm>
                <a:off x="6027681" y="2023240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b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32" name="TextBox 12"/>
              <p:cNvSpPr txBox="1">
                <a:spLocks noChangeArrowheads="1"/>
              </p:cNvSpPr>
              <p:nvPr/>
            </p:nvSpPr>
            <p:spPr bwMode="auto">
              <a:xfrm>
                <a:off x="6295695" y="2196661"/>
                <a:ext cx="530773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6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28" name="Group 15"/>
          <p:cNvGrpSpPr>
            <a:grpSpLocks/>
          </p:cNvGrpSpPr>
          <p:nvPr/>
        </p:nvGrpSpPr>
        <p:grpSpPr bwMode="auto">
          <a:xfrm>
            <a:off x="6184491" y="1994525"/>
            <a:ext cx="998947" cy="511556"/>
            <a:chOff x="5827516" y="2023240"/>
            <a:chExt cx="998342" cy="511975"/>
          </a:xfrm>
        </p:grpSpPr>
        <p:sp>
          <p:nvSpPr>
            <p:cNvPr id="29" name="TextBox 16"/>
            <p:cNvSpPr txBox="1">
              <a:spLocks noChangeArrowheads="1"/>
            </p:cNvSpPr>
            <p:nvPr/>
          </p:nvSpPr>
          <p:spPr bwMode="auto">
            <a:xfrm>
              <a:off x="5827516" y="2023240"/>
              <a:ext cx="536497" cy="338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ptr1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30" name="TextBox 17"/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>
                <a:latin typeface="Calibri" pitchFamily="34" charset="0"/>
                <a:cs typeface="Arial" pitchFamily="34" charset="0"/>
              </a:endParaRPr>
            </a:p>
          </p:txBody>
        </p:sp>
      </p:grpSp>
      <p:cxnSp>
        <p:nvCxnSpPr>
          <p:cNvPr id="35" name="Straight Arrow Connector 34"/>
          <p:cNvCxnSpPr>
            <a:cxnSpLocks noChangeShapeType="1"/>
            <a:stCxn id="8" idx="0"/>
            <a:endCxn id="34" idx="2"/>
          </p:cNvCxnSpPr>
          <p:nvPr/>
        </p:nvCxnSpPr>
        <p:spPr bwMode="auto">
          <a:xfrm flipH="1" flipV="1">
            <a:off x="6924997" y="1765100"/>
            <a:ext cx="1260719" cy="402844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" name="Straight Arrow Connector 48"/>
          <p:cNvCxnSpPr>
            <a:cxnSpLocks noChangeShapeType="1"/>
            <a:endCxn id="32" idx="2"/>
          </p:cNvCxnSpPr>
          <p:nvPr/>
        </p:nvCxnSpPr>
        <p:spPr bwMode="auto">
          <a:xfrm flipV="1">
            <a:off x="6913241" y="1765100"/>
            <a:ext cx="1260362" cy="387117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grpSp>
        <p:nvGrpSpPr>
          <p:cNvPr id="57" name="Group 33"/>
          <p:cNvGrpSpPr>
            <a:grpSpLocks/>
          </p:cNvGrpSpPr>
          <p:nvPr/>
        </p:nvGrpSpPr>
        <p:grpSpPr bwMode="auto">
          <a:xfrm>
            <a:off x="8073914" y="1115189"/>
            <a:ext cx="633412" cy="546100"/>
            <a:chOff x="6903720" y="1785098"/>
            <a:chExt cx="633680" cy="546622"/>
          </a:xfrm>
        </p:grpSpPr>
        <p:cxnSp>
          <p:nvCxnSpPr>
            <p:cNvPr id="58" name="Straight Connector 34"/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9" name="TextBox 12"/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8</a:t>
              </a:r>
              <a:endParaRPr lang="en-SG" sz="1600" dirty="0">
                <a:latin typeface="Calibri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730D45-31EF-F82A-B4A6-311999C3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E835B-B30C-9E87-9DB8-70B6CDEE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6D5F7-AE54-0AEB-06C5-3C89CD17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E4168B44-75E3-3D81-5F08-64FD48350161}"/>
              </a:ext>
            </a:extLst>
          </p:cNvPr>
          <p:cNvGrpSpPr>
            <a:grpSpLocks/>
          </p:cNvGrpSpPr>
          <p:nvPr/>
        </p:nvGrpSpPr>
        <p:grpSpPr bwMode="auto">
          <a:xfrm>
            <a:off x="7442229" y="3742509"/>
            <a:ext cx="1019823" cy="511556"/>
            <a:chOff x="5806653" y="2023240"/>
            <a:chExt cx="1019205" cy="511975"/>
          </a:xfrm>
        </p:grpSpPr>
        <p:sp>
          <p:nvSpPr>
            <p:cNvPr id="22" name="TextBox 16">
              <a:extLst>
                <a:ext uri="{FF2B5EF4-FFF2-40B4-BE49-F238E27FC236}">
                  <a16:creationId xmlns:a16="http://schemas.microsoft.com/office/drawing/2014/main" id="{FD499887-5E59-C01C-B228-5E0E91035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6653" y="2023240"/>
              <a:ext cx="557359" cy="338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ptr2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501F7A7A-47AD-131E-81E8-60A236068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>
                <a:latin typeface="Calibri" pitchFamily="34" charset="0"/>
                <a:cs typeface="Arial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3CE4A6-F1A8-5C44-9BDD-89B0DB98B332}"/>
              </a:ext>
            </a:extLst>
          </p:cNvPr>
          <p:cNvGrpSpPr/>
          <p:nvPr/>
        </p:nvGrpSpPr>
        <p:grpSpPr>
          <a:xfrm>
            <a:off x="6402499" y="3001528"/>
            <a:ext cx="2047875" cy="511556"/>
            <a:chOff x="6391275" y="1253544"/>
            <a:chExt cx="2047875" cy="511556"/>
          </a:xfrm>
        </p:grpSpPr>
        <p:grpSp>
          <p:nvGrpSpPr>
            <p:cNvPr id="39" name="Group 13">
              <a:extLst>
                <a:ext uri="{FF2B5EF4-FFF2-40B4-BE49-F238E27FC236}">
                  <a16:creationId xmlns:a16="http://schemas.microsoft.com/office/drawing/2014/main" id="{B9637A76-330F-333B-0A99-7406BA9C72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91275" y="1253546"/>
              <a:ext cx="799269" cy="511554"/>
              <a:chOff x="4834756" y="1996967"/>
              <a:chExt cx="798785" cy="511973"/>
            </a:xfrm>
          </p:grpSpPr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B965FDA3-31A1-A7C5-5932-E4BC29FDD9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4756" y="1996967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a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61" name="TextBox 10">
                <a:extLst>
                  <a:ext uri="{FF2B5EF4-FFF2-40B4-BE49-F238E27FC236}">
                    <a16:creationId xmlns:a16="http://schemas.microsoft.com/office/drawing/2014/main" id="{0FEAF86B-5562-3BC6-185C-A6CDCEA5C6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2769" y="2170386"/>
                <a:ext cx="530772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2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  <p:grpSp>
          <p:nvGrpSpPr>
            <p:cNvPr id="44" name="Group 14">
              <a:extLst>
                <a:ext uri="{FF2B5EF4-FFF2-40B4-BE49-F238E27FC236}">
                  <a16:creationId xmlns:a16="http://schemas.microsoft.com/office/drawing/2014/main" id="{AD9B65F9-8425-43E6-30E1-079E2B132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39879" y="1253544"/>
              <a:ext cx="799271" cy="511556"/>
              <a:chOff x="6027681" y="2023240"/>
              <a:chExt cx="798787" cy="511975"/>
            </a:xfrm>
          </p:grpSpPr>
          <p:sp>
            <p:nvSpPr>
              <p:cNvPr id="50" name="TextBox 11">
                <a:extLst>
                  <a:ext uri="{FF2B5EF4-FFF2-40B4-BE49-F238E27FC236}">
                    <a16:creationId xmlns:a16="http://schemas.microsoft.com/office/drawing/2014/main" id="{B476E792-CCEB-AFA9-3FA4-A832E2E11D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27681" y="2023240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b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51" name="TextBox 12">
                <a:extLst>
                  <a:ext uri="{FF2B5EF4-FFF2-40B4-BE49-F238E27FC236}">
                    <a16:creationId xmlns:a16="http://schemas.microsoft.com/office/drawing/2014/main" id="{229C8D69-58B2-25D6-5B86-97F0B6675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5695" y="2196661"/>
                <a:ext cx="530773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8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62" name="Group 15">
            <a:extLst>
              <a:ext uri="{FF2B5EF4-FFF2-40B4-BE49-F238E27FC236}">
                <a16:creationId xmlns:a16="http://schemas.microsoft.com/office/drawing/2014/main" id="{DC355F01-E83A-3CEF-1F13-28C865BC3166}"/>
              </a:ext>
            </a:extLst>
          </p:cNvPr>
          <p:cNvGrpSpPr>
            <a:grpSpLocks/>
          </p:cNvGrpSpPr>
          <p:nvPr/>
        </p:nvGrpSpPr>
        <p:grpSpPr bwMode="auto">
          <a:xfrm>
            <a:off x="6195715" y="3742509"/>
            <a:ext cx="998947" cy="511556"/>
            <a:chOff x="5827516" y="2023240"/>
            <a:chExt cx="998342" cy="511975"/>
          </a:xfrm>
        </p:grpSpPr>
        <p:sp>
          <p:nvSpPr>
            <p:cNvPr id="63" name="TextBox 16">
              <a:extLst>
                <a:ext uri="{FF2B5EF4-FFF2-40B4-BE49-F238E27FC236}">
                  <a16:creationId xmlns:a16="http://schemas.microsoft.com/office/drawing/2014/main" id="{6C686AD4-9FAD-1830-DF74-7229F7BE8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516" y="2023240"/>
              <a:ext cx="536497" cy="338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ptr1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14336" name="TextBox 17">
              <a:extLst>
                <a:ext uri="{FF2B5EF4-FFF2-40B4-BE49-F238E27FC236}">
                  <a16:creationId xmlns:a16="http://schemas.microsoft.com/office/drawing/2014/main" id="{EDC67F6B-1817-0D2E-12B6-4E59C3E51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>
                <a:latin typeface="Calibri" pitchFamily="34" charset="0"/>
                <a:cs typeface="Arial" pitchFamily="34" charset="0"/>
              </a:endParaRPr>
            </a:p>
          </p:txBody>
        </p:sp>
      </p:grpSp>
      <p:cxnSp>
        <p:nvCxnSpPr>
          <p:cNvPr id="14337" name="Straight Arrow Connector 14336">
            <a:extLst>
              <a:ext uri="{FF2B5EF4-FFF2-40B4-BE49-F238E27FC236}">
                <a16:creationId xmlns:a16="http://schemas.microsoft.com/office/drawing/2014/main" id="{45D6BEF7-469E-3A49-C23F-58F66AA9A6BE}"/>
              </a:ext>
            </a:extLst>
          </p:cNvPr>
          <p:cNvCxnSpPr>
            <a:cxnSpLocks noChangeShapeType="1"/>
            <a:stCxn id="25" idx="0"/>
            <a:endCxn id="61" idx="2"/>
          </p:cNvCxnSpPr>
          <p:nvPr/>
        </p:nvCxnSpPr>
        <p:spPr bwMode="auto">
          <a:xfrm flipH="1" flipV="1">
            <a:off x="6936221" y="3513084"/>
            <a:ext cx="1260719" cy="402844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14339" name="Straight Arrow Connector 14338">
            <a:extLst>
              <a:ext uri="{FF2B5EF4-FFF2-40B4-BE49-F238E27FC236}">
                <a16:creationId xmlns:a16="http://schemas.microsoft.com/office/drawing/2014/main" id="{F42B4CE7-4729-98BF-8BC2-F5DDFA50CB98}"/>
              </a:ext>
            </a:extLst>
          </p:cNvPr>
          <p:cNvCxnSpPr>
            <a:cxnSpLocks noChangeShapeType="1"/>
            <a:endCxn id="61" idx="2"/>
          </p:cNvCxnSpPr>
          <p:nvPr/>
        </p:nvCxnSpPr>
        <p:spPr bwMode="auto">
          <a:xfrm flipV="1">
            <a:off x="6924465" y="3513084"/>
            <a:ext cx="11756" cy="387117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grpSp>
        <p:nvGrpSpPr>
          <p:cNvPr id="14340" name="Group 33">
            <a:extLst>
              <a:ext uri="{FF2B5EF4-FFF2-40B4-BE49-F238E27FC236}">
                <a16:creationId xmlns:a16="http://schemas.microsoft.com/office/drawing/2014/main" id="{3D501C43-A815-1BE4-F1E2-049596CF55B6}"/>
              </a:ext>
            </a:extLst>
          </p:cNvPr>
          <p:cNvGrpSpPr>
            <a:grpSpLocks/>
          </p:cNvGrpSpPr>
          <p:nvPr/>
        </p:nvGrpSpPr>
        <p:grpSpPr bwMode="auto">
          <a:xfrm>
            <a:off x="6841534" y="2844123"/>
            <a:ext cx="633412" cy="546100"/>
            <a:chOff x="6903720" y="1785098"/>
            <a:chExt cx="633680" cy="546622"/>
          </a:xfrm>
        </p:grpSpPr>
        <p:cxnSp>
          <p:nvCxnSpPr>
            <p:cNvPr id="14341" name="Straight Connector 34">
              <a:extLst>
                <a:ext uri="{FF2B5EF4-FFF2-40B4-BE49-F238E27FC236}">
                  <a16:creationId xmlns:a16="http://schemas.microsoft.com/office/drawing/2014/main" id="{C66F51BA-47B4-99FC-A8F7-59977D7A76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14342" name="TextBox 12">
              <a:extLst>
                <a:ext uri="{FF2B5EF4-FFF2-40B4-BE49-F238E27FC236}">
                  <a16:creationId xmlns:a16="http://schemas.microsoft.com/office/drawing/2014/main" id="{EB41C8B5-5D32-8ACD-F58D-A9BD4E834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4</a:t>
              </a:r>
              <a:endParaRPr lang="en-SG" sz="1600" dirty="0">
                <a:latin typeface="Calibri" pitchFamily="34" charset="0"/>
              </a:endParaRPr>
            </a:p>
          </p:txBody>
        </p:sp>
      </p:grpSp>
      <p:grpSp>
        <p:nvGrpSpPr>
          <p:cNvPr id="14344" name="Group 14343">
            <a:extLst>
              <a:ext uri="{FF2B5EF4-FFF2-40B4-BE49-F238E27FC236}">
                <a16:creationId xmlns:a16="http://schemas.microsoft.com/office/drawing/2014/main" id="{AC7A4C55-499B-80F4-FD37-32D027CA700D}"/>
              </a:ext>
            </a:extLst>
          </p:cNvPr>
          <p:cNvGrpSpPr/>
          <p:nvPr/>
        </p:nvGrpSpPr>
        <p:grpSpPr>
          <a:xfrm>
            <a:off x="6184491" y="4722545"/>
            <a:ext cx="1468966" cy="511554"/>
            <a:chOff x="6252673" y="1253546"/>
            <a:chExt cx="1468966" cy="511554"/>
          </a:xfrm>
        </p:grpSpPr>
        <p:grpSp>
          <p:nvGrpSpPr>
            <p:cNvPr id="14345" name="Group 13">
              <a:extLst>
                <a:ext uri="{FF2B5EF4-FFF2-40B4-BE49-F238E27FC236}">
                  <a16:creationId xmlns:a16="http://schemas.microsoft.com/office/drawing/2014/main" id="{DD5FB169-40DB-968D-AA75-7F8C0E80F3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52673" y="1253546"/>
              <a:ext cx="937871" cy="511554"/>
              <a:chOff x="4696238" y="1996967"/>
              <a:chExt cx="937303" cy="511973"/>
            </a:xfrm>
          </p:grpSpPr>
          <p:sp>
            <p:nvSpPr>
              <p:cNvPr id="14349" name="TextBox 9">
                <a:extLst>
                  <a:ext uri="{FF2B5EF4-FFF2-40B4-BE49-F238E27FC236}">
                    <a16:creationId xmlns:a16="http://schemas.microsoft.com/office/drawing/2014/main" id="{16D7DB35-3485-7027-61B0-4A2CF7559A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6238" y="1996967"/>
                <a:ext cx="474849" cy="3388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 err="1">
                    <a:latin typeface="Calibri" pitchFamily="34" charset="0"/>
                  </a:rPr>
                  <a:t>arr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14350" name="TextBox 10">
                <a:extLst>
                  <a:ext uri="{FF2B5EF4-FFF2-40B4-BE49-F238E27FC236}">
                    <a16:creationId xmlns:a16="http://schemas.microsoft.com/office/drawing/2014/main" id="{2CCB8156-FB8D-85EC-F85E-633179708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2769" y="2170386"/>
                <a:ext cx="530772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2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  <p:sp>
          <p:nvSpPr>
            <p:cNvPr id="14348" name="TextBox 12">
              <a:extLst>
                <a:ext uri="{FF2B5EF4-FFF2-40B4-BE49-F238E27FC236}">
                  <a16:creationId xmlns:a16="http://schemas.microsoft.com/office/drawing/2014/main" id="{4E084167-3C00-8800-8276-C604D44AF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0544" y="1426633"/>
              <a:ext cx="531095" cy="338277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6</a:t>
              </a:r>
              <a:endParaRPr lang="en-SG" sz="1600" dirty="0">
                <a:latin typeface="Calibri" pitchFamily="34" charset="0"/>
              </a:endParaRPr>
            </a:p>
          </p:txBody>
        </p:sp>
      </p:grpSp>
      <p:grpSp>
        <p:nvGrpSpPr>
          <p:cNvPr id="14354" name="Group 15">
            <a:extLst>
              <a:ext uri="{FF2B5EF4-FFF2-40B4-BE49-F238E27FC236}">
                <a16:creationId xmlns:a16="http://schemas.microsoft.com/office/drawing/2014/main" id="{2C9DA6EE-191D-612F-0DFE-CB1CEA55E827}"/>
              </a:ext>
            </a:extLst>
          </p:cNvPr>
          <p:cNvGrpSpPr>
            <a:grpSpLocks/>
          </p:cNvGrpSpPr>
          <p:nvPr/>
        </p:nvGrpSpPr>
        <p:grpSpPr bwMode="auto">
          <a:xfrm>
            <a:off x="7442229" y="5619698"/>
            <a:ext cx="1019823" cy="511556"/>
            <a:chOff x="5806653" y="2023240"/>
            <a:chExt cx="1019205" cy="511975"/>
          </a:xfrm>
        </p:grpSpPr>
        <p:sp>
          <p:nvSpPr>
            <p:cNvPr id="14355" name="TextBox 16">
              <a:extLst>
                <a:ext uri="{FF2B5EF4-FFF2-40B4-BE49-F238E27FC236}">
                  <a16:creationId xmlns:a16="http://schemas.microsoft.com/office/drawing/2014/main" id="{010F2B22-20DE-E3EE-CF50-438BD8350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6653" y="2023240"/>
              <a:ext cx="557359" cy="338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ptr2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14356" name="TextBox 17">
              <a:extLst>
                <a:ext uri="{FF2B5EF4-FFF2-40B4-BE49-F238E27FC236}">
                  <a16:creationId xmlns:a16="http://schemas.microsoft.com/office/drawing/2014/main" id="{FD61A1C0-6DAF-F390-D291-EAD8FE322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>
                <a:latin typeface="Calibri" pitchFamily="34" charset="0"/>
                <a:cs typeface="Arial" pitchFamily="34" charset="0"/>
              </a:endParaRPr>
            </a:p>
          </p:txBody>
        </p:sp>
      </p:grpSp>
      <p:grpSp>
        <p:nvGrpSpPr>
          <p:cNvPr id="14357" name="Group 15">
            <a:extLst>
              <a:ext uri="{FF2B5EF4-FFF2-40B4-BE49-F238E27FC236}">
                <a16:creationId xmlns:a16="http://schemas.microsoft.com/office/drawing/2014/main" id="{E9BA403E-D151-C8FF-1FA4-80D740D6AB9D}"/>
              </a:ext>
            </a:extLst>
          </p:cNvPr>
          <p:cNvGrpSpPr>
            <a:grpSpLocks/>
          </p:cNvGrpSpPr>
          <p:nvPr/>
        </p:nvGrpSpPr>
        <p:grpSpPr bwMode="auto">
          <a:xfrm>
            <a:off x="6195715" y="5619698"/>
            <a:ext cx="998947" cy="511556"/>
            <a:chOff x="5827516" y="2023240"/>
            <a:chExt cx="998342" cy="511975"/>
          </a:xfrm>
        </p:grpSpPr>
        <p:sp>
          <p:nvSpPr>
            <p:cNvPr id="14358" name="TextBox 16">
              <a:extLst>
                <a:ext uri="{FF2B5EF4-FFF2-40B4-BE49-F238E27FC236}">
                  <a16:creationId xmlns:a16="http://schemas.microsoft.com/office/drawing/2014/main" id="{810F8D22-6EBF-82B8-8A0E-07883EB7A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516" y="2023240"/>
              <a:ext cx="536497" cy="338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ptr1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14359" name="TextBox 17">
              <a:extLst>
                <a:ext uri="{FF2B5EF4-FFF2-40B4-BE49-F238E27FC236}">
                  <a16:creationId xmlns:a16="http://schemas.microsoft.com/office/drawing/2014/main" id="{36ED3FAE-E8AA-5C1D-19FD-68E02473B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>
                <a:latin typeface="Calibri" pitchFamily="34" charset="0"/>
                <a:cs typeface="Arial" pitchFamily="34" charset="0"/>
              </a:endParaRPr>
            </a:p>
          </p:txBody>
        </p:sp>
      </p:grpSp>
      <p:cxnSp>
        <p:nvCxnSpPr>
          <p:cNvPr id="14360" name="Straight Arrow Connector 14359">
            <a:extLst>
              <a:ext uri="{FF2B5EF4-FFF2-40B4-BE49-F238E27FC236}">
                <a16:creationId xmlns:a16="http://schemas.microsoft.com/office/drawing/2014/main" id="{36FBC77A-66A8-0277-9D94-FAF9F886EFD9}"/>
              </a:ext>
            </a:extLst>
          </p:cNvPr>
          <p:cNvCxnSpPr>
            <a:cxnSpLocks noChangeShapeType="1"/>
            <a:stCxn id="14356" idx="0"/>
            <a:endCxn id="14350" idx="2"/>
          </p:cNvCxnSpPr>
          <p:nvPr/>
        </p:nvCxnSpPr>
        <p:spPr bwMode="auto">
          <a:xfrm flipH="1" flipV="1">
            <a:off x="6856815" y="5234099"/>
            <a:ext cx="1340125" cy="559018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14361" name="Straight Arrow Connector 14360">
            <a:extLst>
              <a:ext uri="{FF2B5EF4-FFF2-40B4-BE49-F238E27FC236}">
                <a16:creationId xmlns:a16="http://schemas.microsoft.com/office/drawing/2014/main" id="{406DFD73-86FE-B08C-FA18-EE9DBA693BC1}"/>
              </a:ext>
            </a:extLst>
          </p:cNvPr>
          <p:cNvCxnSpPr>
            <a:cxnSpLocks noChangeShapeType="1"/>
            <a:endCxn id="14348" idx="2"/>
          </p:cNvCxnSpPr>
          <p:nvPr/>
        </p:nvCxnSpPr>
        <p:spPr bwMode="auto">
          <a:xfrm flipV="1">
            <a:off x="6880379" y="5233909"/>
            <a:ext cx="507531" cy="543481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14364" name="TextBox 14363">
            <a:extLst>
              <a:ext uri="{FF2B5EF4-FFF2-40B4-BE49-F238E27FC236}">
                <a16:creationId xmlns:a16="http://schemas.microsoft.com/office/drawing/2014/main" id="{AF7B2363-7F88-F3DD-4581-5E387B046DD9}"/>
              </a:ext>
            </a:extLst>
          </p:cNvPr>
          <p:cNvSpPr txBox="1"/>
          <p:nvPr/>
        </p:nvSpPr>
        <p:spPr>
          <a:xfrm>
            <a:off x="457200" y="4961782"/>
            <a:ext cx="4419600" cy="16312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[] = {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ptr1 = &amp;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[1];</a:t>
            </a: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ptr2 = ptr1 -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*ptr1 += *ptr2;</a:t>
            </a:r>
          </a:p>
        </p:txBody>
      </p:sp>
      <p:grpSp>
        <p:nvGrpSpPr>
          <p:cNvPr id="14367" name="Group 33">
            <a:extLst>
              <a:ext uri="{FF2B5EF4-FFF2-40B4-BE49-F238E27FC236}">
                <a16:creationId xmlns:a16="http://schemas.microsoft.com/office/drawing/2014/main" id="{BA59F521-B00E-9F3A-169B-EE12F362C01E}"/>
              </a:ext>
            </a:extLst>
          </p:cNvPr>
          <p:cNvGrpSpPr>
            <a:grpSpLocks/>
          </p:cNvGrpSpPr>
          <p:nvPr/>
        </p:nvGrpSpPr>
        <p:grpSpPr bwMode="auto">
          <a:xfrm>
            <a:off x="7274643" y="4583828"/>
            <a:ext cx="633412" cy="546100"/>
            <a:chOff x="6903720" y="1785098"/>
            <a:chExt cx="633680" cy="546622"/>
          </a:xfrm>
        </p:grpSpPr>
        <p:cxnSp>
          <p:nvCxnSpPr>
            <p:cNvPr id="14368" name="Straight Connector 34">
              <a:extLst>
                <a:ext uri="{FF2B5EF4-FFF2-40B4-BE49-F238E27FC236}">
                  <a16:creationId xmlns:a16="http://schemas.microsoft.com/office/drawing/2014/main" id="{7D2DC098-1C5C-65B0-17CB-3AE5E8C61C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14369" name="TextBox 12">
              <a:extLst>
                <a:ext uri="{FF2B5EF4-FFF2-40B4-BE49-F238E27FC236}">
                  <a16:creationId xmlns:a16="http://schemas.microsoft.com/office/drawing/2014/main" id="{B1FCD55F-0DC4-A467-16D7-481F9D474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8</a:t>
              </a:r>
              <a:endParaRPr lang="en-SG" sz="1600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3704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600" dirty="0">
                <a:solidFill>
                  <a:srgbClr val="0000FF"/>
                </a:solidFill>
              </a:rPr>
              <a:t>Pointers and Arrays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730D45-31EF-F82A-B4A6-311999C3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E835B-B30C-9E87-9DB8-70B6CDEE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1783DF5-5055-11C4-2722-992E62E81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Pointers can often be interpreted as arrays.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 problem solving with arrays, it is fine to stick to the array notation in general.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35067-2DF1-C857-A247-B290D4559EF7}"/>
              </a:ext>
            </a:extLst>
          </p:cNvPr>
          <p:cNvSpPr txBox="1"/>
          <p:nvPr/>
        </p:nvSpPr>
        <p:spPr>
          <a:xfrm>
            <a:off x="1014816" y="1749859"/>
            <a:ext cx="6368964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sum_array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array[],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array[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…;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sum_array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*array,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array[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…;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E571DCD-2AA8-6E1D-0132-D5358DB5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15083146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[TextBox 10]"/>
          <p:cNvSpPr txBox="1"/>
          <p:nvPr/>
        </p:nvSpPr>
        <p:spPr>
          <a:xfrm>
            <a:off x="1070260" y="2110776"/>
            <a:ext cx="7032625" cy="44165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find_max_steps(n, &amp;max_n, &amp;max_num_steps);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DEB239-4063-ABDF-4357-349F50CA11CC}"/>
              </a:ext>
            </a:extLst>
          </p:cNvPr>
          <p:cNvSpPr/>
          <p:nvPr/>
        </p:nvSpPr>
        <p:spPr>
          <a:xfrm>
            <a:off x="5779008" y="2727935"/>
            <a:ext cx="3133803" cy="83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by Reference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49"/>
            <a:ext cx="8229600" cy="1740685"/>
          </a:xfrm>
        </p:spPr>
        <p:txBody>
          <a:bodyPr>
            <a:normAutofit/>
          </a:bodyPr>
          <a:lstStyle/>
          <a:p>
            <a:pPr marL="347663" indent="-347663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… Print </a:t>
            </a:r>
            <a:r>
              <a:rPr lang="en-US" dirty="0">
                <a:solidFill>
                  <a:srgbClr val="0000FF"/>
                </a:solidFill>
              </a:rPr>
              <a:t>the number with the largest total stopping time </a:t>
            </a:r>
            <a:r>
              <a:rPr lang="en-US" dirty="0"/>
              <a:t>and its corresponding </a:t>
            </a:r>
            <a:r>
              <a:rPr lang="en-US" dirty="0">
                <a:solidFill>
                  <a:srgbClr val="0000FF"/>
                </a:solidFill>
              </a:rPr>
              <a:t>total stopping time.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1428815" y="4898873"/>
            <a:ext cx="6441634" cy="3652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E172B-461E-9BE3-9BE7-9B561912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EACC2-9F4F-99BD-67C5-704449FF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D356351-9780-F9AD-B126-14BF13BC9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591" y="2758856"/>
            <a:ext cx="17212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</a:rPr>
              <a:t>max_num_steps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8017C81-24E9-8647-A098-BBA499AA2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660" y="3069725"/>
            <a:ext cx="531095" cy="3382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??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CF3D9AED-5334-B937-43DB-B6BA26A69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179" y="2758856"/>
            <a:ext cx="8240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</a:rPr>
              <a:t>max_n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E0EAED5D-A9E6-6B02-A912-3414381F2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193" y="3069725"/>
            <a:ext cx="531094" cy="3382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??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1F7E199-E9DD-9126-4534-2CC73AC23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4425" y="2758856"/>
            <a:ext cx="336535" cy="33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n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48E4967-2E0B-FEDA-0BEA-A4FBFBA40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374" y="3069725"/>
            <a:ext cx="531094" cy="3382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…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BEA04-90A3-8365-F8DF-E8FE9411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25257682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by Reference</a:t>
            </a:r>
          </a:p>
        </p:txBody>
      </p:sp>
      <p:sp>
        <p:nvSpPr>
          <p:cNvPr id="33" name="[TextBox 10]"/>
          <p:cNvSpPr txBox="1"/>
          <p:nvPr/>
        </p:nvSpPr>
        <p:spPr>
          <a:xfrm>
            <a:off x="549881" y="1681484"/>
            <a:ext cx="8090706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&gt;=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60F5C-171C-FCC0-8D2B-8F59554A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DAEE7-B0E8-DEC4-C337-8A4D0C2E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822C6-7EA0-D0B3-AFEC-0C95274C4E00}"/>
              </a:ext>
            </a:extLst>
          </p:cNvPr>
          <p:cNvSpPr/>
          <p:nvPr/>
        </p:nvSpPr>
        <p:spPr>
          <a:xfrm>
            <a:off x="4096512" y="5277619"/>
            <a:ext cx="4783831" cy="14340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0F535C2-8CCD-ADF1-6650-17812F6C7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267" y="5274987"/>
            <a:ext cx="17212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</a:rPr>
              <a:t>max_num_steps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BC517D9B-0176-B5AE-AAA0-93388D8ED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336" y="5585856"/>
            <a:ext cx="531095" cy="3382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…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69D155A-8D33-5AD6-9394-6BBBDE246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855" y="5274987"/>
            <a:ext cx="8240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</a:rPr>
              <a:t>max_n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949548E2-ADFA-8CC6-640A-35DA0217B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4869" y="5585856"/>
            <a:ext cx="531094" cy="3382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…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0CA8254-2E02-2B25-3FB1-F1541EBC6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101" y="5274987"/>
            <a:ext cx="336535" cy="33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n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D081AE53-0E7C-5F52-F018-DA7A4A86A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8050" y="5585856"/>
            <a:ext cx="531094" cy="3382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…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08277C5C-E8B4-6FC0-2554-8EF8CA7CE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627" y="6140999"/>
            <a:ext cx="530225" cy="338137"/>
          </a:xfrm>
          <a:prstGeom prst="rect">
            <a:avLst/>
          </a:prstGeom>
          <a:solidFill>
            <a:srgbClr val="9F9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SG" sz="1600">
              <a:latin typeface="Calibri" pitchFamily="34" charset="0"/>
              <a:cs typeface="Arial" pitchFamily="34" charset="0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897AC0EC-135F-379E-C50F-5427DAE06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285" y="6379906"/>
            <a:ext cx="17212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</a:rPr>
              <a:t>max_num_steps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BEEBDBC8-93A2-458D-9175-3FA2313B3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9125" y="6390616"/>
            <a:ext cx="8240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</a:rPr>
              <a:t>max_n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61C0B73E-CC8B-AD53-BB97-80C431912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101" y="6409181"/>
            <a:ext cx="336535" cy="33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n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E17D8809-F989-54C7-5DCC-1AF983C3B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5312" y="6140930"/>
            <a:ext cx="531094" cy="33827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…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B36C66DA-DDA9-A247-9862-5F34F4967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68" y="6131762"/>
            <a:ext cx="530225" cy="338137"/>
          </a:xfrm>
          <a:prstGeom prst="rect">
            <a:avLst/>
          </a:prstGeom>
          <a:solidFill>
            <a:srgbClr val="9F9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SG" sz="160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D16D84-3EFF-4792-1F39-0AAF3F71D4D2}"/>
              </a:ext>
            </a:extLst>
          </p:cNvPr>
          <p:cNvCxnSpPr>
            <a:cxnSpLocks noChangeShapeType="1"/>
            <a:endCxn id="7" idx="2"/>
          </p:cNvCxnSpPr>
          <p:nvPr/>
        </p:nvCxnSpPr>
        <p:spPr bwMode="auto">
          <a:xfrm flipV="1">
            <a:off x="6996883" y="5924133"/>
            <a:ext cx="1" cy="385934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FB0745-B931-EA64-C17F-2127DFFC08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070068" y="5924133"/>
            <a:ext cx="0" cy="385934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29" name="TextBox 9">
            <a:extLst>
              <a:ext uri="{FF2B5EF4-FFF2-40B4-BE49-F238E27FC236}">
                <a16:creationId xmlns:a16="http://schemas.microsoft.com/office/drawing/2014/main" id="{2183BB9F-46BE-4F90-560D-8EC0B2F90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3312" y="5560232"/>
            <a:ext cx="134728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main():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935E29F8-6286-B6CE-C289-71FC0C5CC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381" y="6127948"/>
            <a:ext cx="21605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</a:rPr>
              <a:t>find_max_steps</a:t>
            </a:r>
            <a:r>
              <a:rPr lang="en-US" sz="1600" dirty="0">
                <a:latin typeface="Calibri" pitchFamily="34" charset="0"/>
              </a:rPr>
              <a:t>():</a:t>
            </a:r>
            <a:endParaRPr lang="en-SG" sz="1600" dirty="0">
              <a:latin typeface="Calibri" pitchFamily="34" charset="0"/>
            </a:endParaRPr>
          </a:p>
        </p:txBody>
      </p:sp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D35AD087-9200-0479-C7BA-0A670406DA36}"/>
              </a:ext>
            </a:extLst>
          </p:cNvPr>
          <p:cNvSpPr/>
          <p:nvPr/>
        </p:nvSpPr>
        <p:spPr>
          <a:xfrm>
            <a:off x="715583" y="2331234"/>
            <a:ext cx="3234625" cy="68385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1">
            <a:extLst>
              <a:ext uri="{FF2B5EF4-FFF2-40B4-BE49-F238E27FC236}">
                <a16:creationId xmlns:a16="http://schemas.microsoft.com/office/drawing/2014/main" id="{F16147FF-3A0D-315A-C6DB-897676941485}"/>
              </a:ext>
            </a:extLst>
          </p:cNvPr>
          <p:cNvSpPr/>
          <p:nvPr/>
        </p:nvSpPr>
        <p:spPr>
          <a:xfrm>
            <a:off x="1428815" y="4783123"/>
            <a:ext cx="6441634" cy="3652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E6FDE-C589-9892-9696-A07C21B5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64927331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Memory Allocation / Deallocation for Arrays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FDBE-C17B-4636-95FE-68AA5070A437}"/>
              </a:ext>
            </a:extLst>
          </p:cNvPr>
          <p:cNvSpPr txBox="1"/>
          <p:nvPr/>
        </p:nvSpPr>
        <p:spPr>
          <a:xfrm>
            <a:off x="717824" y="2133522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B921A-C010-4245-92CC-D96D9E4B96B7}"/>
              </a:ext>
            </a:extLst>
          </p:cNvPr>
          <p:cNvSpPr txBox="1"/>
          <p:nvPr/>
        </p:nvSpPr>
        <p:spPr>
          <a:xfrm>
            <a:off x="717824" y="3516845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8E2B6-65D9-4DB9-BDD7-9495948FA5D7}"/>
              </a:ext>
            </a:extLst>
          </p:cNvPr>
          <p:cNvSpPr txBox="1"/>
          <p:nvPr/>
        </p:nvSpPr>
        <p:spPr>
          <a:xfrm>
            <a:off x="4999913" y="2626147"/>
            <a:ext cx="2263153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Need to initialize the array afterwards.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98C283-6AB8-4484-86DE-18EBACD44FD3}"/>
              </a:ext>
            </a:extLst>
          </p:cNvPr>
          <p:cNvSpPr txBox="1"/>
          <p:nvPr/>
        </p:nvSpPr>
        <p:spPr>
          <a:xfrm>
            <a:off x="4999913" y="4009470"/>
            <a:ext cx="2184325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 need to initialize afterwards.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F663B-C389-469E-BAF0-D94D98B7D727}"/>
              </a:ext>
            </a:extLst>
          </p:cNvPr>
          <p:cNvSpPr txBox="1"/>
          <p:nvPr/>
        </p:nvSpPr>
        <p:spPr>
          <a:xfrm>
            <a:off x="717824" y="5126367"/>
            <a:ext cx="201486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E25FA-AFB0-4F58-A0A4-05446CB75986}"/>
              </a:ext>
            </a:extLst>
          </p:cNvPr>
          <p:cNvSpPr txBox="1"/>
          <p:nvPr/>
        </p:nvSpPr>
        <p:spPr>
          <a:xfrm>
            <a:off x="2903102" y="4971726"/>
            <a:ext cx="252023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 to do this to avoid memory leak!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40A298-4844-95CB-F1CE-364528E8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BF4305-04D2-B712-40DF-DFE385CF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0573E-1815-BEE6-F680-A1C724665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491225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Arrays can be dynamically allocated and deallocated in the </a:t>
            </a:r>
            <a:r>
              <a:rPr lang="en-US" dirty="0">
                <a:solidFill>
                  <a:srgbClr val="0000FF"/>
                </a:solidFill>
              </a:rPr>
              <a:t>heap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E5F9B-070D-9C42-EADA-62FAA917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2694961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Dynamically allocated array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Week8R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D2544A3-628A-4519-838C-939CB4B1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74E56B-0051-42B6-85E1-83CB3E79176E}"/>
              </a:ext>
            </a:extLst>
          </p:cNvPr>
          <p:cNvSpPr txBox="1"/>
          <p:nvPr/>
        </p:nvSpPr>
        <p:spPr>
          <a:xfrm>
            <a:off x="587375" y="1440012"/>
            <a:ext cx="8099425" cy="53245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cs1010_read_size_t();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*marks;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= cs1010_read_long_array(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(marks == NULL)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signal error and return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cs1010_println_long(marks[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 other things to marks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: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free(marks);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45CF22-BE72-040C-C6F4-BDF37B52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  <a:endParaRPr lang="en-US" dirty="0"/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213AD439-77B1-C69F-37F3-1BFDBD3D737F}"/>
              </a:ext>
            </a:extLst>
          </p:cNvPr>
          <p:cNvSpPr/>
          <p:nvPr/>
        </p:nvSpPr>
        <p:spPr>
          <a:xfrm>
            <a:off x="651575" y="2063274"/>
            <a:ext cx="1927033" cy="3652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07BCC376-BB0F-7BFC-6099-FDA6A825400F}"/>
              </a:ext>
            </a:extLst>
          </p:cNvPr>
          <p:cNvSpPr/>
          <p:nvPr/>
        </p:nvSpPr>
        <p:spPr>
          <a:xfrm>
            <a:off x="941135" y="4522044"/>
            <a:ext cx="4700713" cy="3652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1D318-E038-FBFC-C82F-4D7105CD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64965137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Char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03DD0-BD46-7EB3-2EE4-0681B96A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400D58-0894-F9AD-B510-90D48399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138044-6EA2-952A-7780-5F6007CBA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628622"/>
              </p:ext>
            </p:extLst>
          </p:nvPr>
        </p:nvGraphicFramePr>
        <p:xfrm>
          <a:off x="4207520" y="2634863"/>
          <a:ext cx="4174480" cy="3721873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284456">
                  <a:extLst>
                    <a:ext uri="{9D8B030D-6E8A-4147-A177-3AD203B41FA5}">
                      <a16:colId xmlns:a16="http://schemas.microsoft.com/office/drawing/2014/main" val="3928015347"/>
                    </a:ext>
                  </a:extLst>
                </a:gridCol>
                <a:gridCol w="2568912">
                  <a:extLst>
                    <a:ext uri="{9D8B030D-6E8A-4147-A177-3AD203B41FA5}">
                      <a16:colId xmlns:a16="http://schemas.microsoft.com/office/drawing/2014/main" val="3167597846"/>
                    </a:ext>
                  </a:extLst>
                </a:gridCol>
                <a:gridCol w="321112">
                  <a:extLst>
                    <a:ext uri="{9D8B030D-6E8A-4147-A177-3AD203B41FA5}">
                      <a16:colId xmlns:a16="http://schemas.microsoft.com/office/drawing/2014/main" val="2251017686"/>
                    </a:ext>
                  </a:extLst>
                </a:gridCol>
              </a:tblGrid>
              <a:tr h="1168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Value</a:t>
                      </a:r>
                      <a:endParaRPr lang="en-SG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Char</a:t>
                      </a:r>
                      <a:endParaRPr lang="en-SG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406705236"/>
                  </a:ext>
                </a:extLst>
              </a:tr>
              <a:tr h="116866"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0</a:t>
                      </a:r>
                      <a:endParaRPr lang="en-SG" sz="2000" b="1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Null</a:t>
                      </a:r>
                      <a:endParaRPr lang="en-SG" sz="2000" b="1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3523762062"/>
                  </a:ext>
                </a:extLst>
              </a:tr>
              <a:tr h="173962"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1-31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Control Characters </a:t>
                      </a:r>
                      <a:br>
                        <a:rPr lang="en-SG" sz="2000" u="none" strike="noStrike" dirty="0">
                          <a:effectLst/>
                          <a:latin typeface="+mj-lt"/>
                        </a:rPr>
                      </a:br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(e.g., \n)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2262159987"/>
                  </a:ext>
                </a:extLst>
              </a:tr>
              <a:tr h="194789"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32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b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Space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3493976723"/>
                  </a:ext>
                </a:extLst>
              </a:tr>
              <a:tr h="116866"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33~47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Symbols (e.g., +, -)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2429896244"/>
                  </a:ext>
                </a:extLst>
              </a:tr>
              <a:tr h="1168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48-57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0~9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effectLst/>
                        </a:rPr>
                        <a:t> 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1119154535"/>
                  </a:ext>
                </a:extLst>
              </a:tr>
              <a:tr h="131540"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58~64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Symbols (e.g., &gt;, &lt;)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1650920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65~90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A-Z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1761819948"/>
                  </a:ext>
                </a:extLst>
              </a:tr>
              <a:tr h="1484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91~96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u="none" strike="noStrike" dirty="0">
                          <a:effectLst/>
                          <a:latin typeface="+mj-lt"/>
                        </a:rPr>
                        <a:t>Symbols (e.g., [, ])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2978264917"/>
                  </a:ext>
                </a:extLst>
              </a:tr>
              <a:tr h="1168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97-122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a-z</a:t>
                      </a:r>
                      <a:endParaRPr lang="en-SG" sz="2000" b="0" i="0" u="none" strike="noStrike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>
                          <a:effectLst/>
                        </a:rPr>
                        <a:t> </a:t>
                      </a:r>
                      <a:endParaRPr lang="en-SG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636830092"/>
                  </a:ext>
                </a:extLst>
              </a:tr>
              <a:tr h="1168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123-127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Symbols (e.g., {, })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843" marR="5843" marT="58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2000" u="none" strike="noStrike" dirty="0">
                          <a:effectLst/>
                        </a:rPr>
                        <a:t> </a:t>
                      </a:r>
                      <a:endParaRPr lang="en-SG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43" marR="5843" marT="5843" marB="0" anchor="b"/>
                </a:tc>
                <a:extLst>
                  <a:ext uri="{0D108BD9-81ED-4DB2-BD59-A6C34878D82A}">
                    <a16:rowId xmlns:a16="http://schemas.microsoft.com/office/drawing/2014/main" val="573443009"/>
                  </a:ext>
                </a:extLst>
              </a:tr>
            </a:tbl>
          </a:graphicData>
        </a:graphic>
      </p:graphicFrame>
      <p:sp>
        <p:nvSpPr>
          <p:cNvPr id="16" name="HighlightTextShape201406241503265130">
            <a:extLst>
              <a:ext uri="{FF2B5EF4-FFF2-40B4-BE49-F238E27FC236}">
                <a16:creationId xmlns:a16="http://schemas.microsoft.com/office/drawing/2014/main" id="{931C5306-EDB8-7C7C-6F1C-83F34AC8D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8 bits (1 byte): ASCII characters (e.g., letters, symbols)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Essentially integers from 0~127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Arithmetic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‘0’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48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‘0’ + 2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50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‘2’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‘C’ – ‘A’ + ‘a’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‘c’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1AF4F-FFE6-AF90-E515-70133EFA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77061745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Char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03DD0-BD46-7EB3-2EE4-0681B96A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400D58-0894-F9AD-B510-90D48399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Week8R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6" name="HighlightTextShape201406241503265130">
            <a:extLst>
              <a:ext uri="{FF2B5EF4-FFF2-40B4-BE49-F238E27FC236}">
                <a16:creationId xmlns:a16="http://schemas.microsoft.com/office/drawing/2014/main" id="{931C5306-EDB8-7C7C-6F1C-83F34AC8D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Functions (from </a:t>
            </a:r>
            <a:r>
              <a:rPr lang="en-US" sz="2400" dirty="0" err="1"/>
              <a:t>ctype.h</a:t>
            </a:r>
            <a:r>
              <a:rPr lang="en-US" sz="2400" dirty="0"/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endParaRPr lang="en-US" sz="11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isalpha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isupper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islower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isdigit</a:t>
            </a:r>
            <a:r>
              <a:rPr lang="en-US" sz="2400" b="1" dirty="0">
                <a:latin typeface="Courier New" pitchFamily="49" charset="0"/>
              </a:rPr>
              <a:t>() 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isalnum</a:t>
            </a:r>
            <a:r>
              <a:rPr lang="en-US" sz="2400" b="1" dirty="0">
                <a:latin typeface="Courier New" pitchFamily="49" charset="0"/>
              </a:rPr>
              <a:t>() 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isspace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ispunct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tolower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 dirty="0" err="1">
                <a:latin typeface="Courier New" pitchFamily="49" charset="0"/>
              </a:rPr>
              <a:t>toupper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400" b="1">
                <a:latin typeface="Courier New" pitchFamily="49" charset="0"/>
              </a:rPr>
              <a:t>putchar</a:t>
            </a:r>
            <a:r>
              <a:rPr lang="en-US" sz="2400" b="1" dirty="0">
                <a:latin typeface="Courier New" pitchFamily="49" charset="0"/>
              </a:rPr>
              <a:t>()</a:t>
            </a: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F8728-FD39-B141-DC2F-4DC424E8B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57100811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A </a:t>
            </a:r>
            <a:r>
              <a:rPr lang="en-US" sz="2800">
                <a:solidFill>
                  <a:srgbClr val="0000FF"/>
                </a:solidFill>
              </a:rPr>
              <a:t>char </a:t>
            </a:r>
            <a:r>
              <a:rPr lang="en-US" sz="2800"/>
              <a:t>array terminated by a null character </a:t>
            </a:r>
            <a:r>
              <a:rPr lang="en-US" sz="2800">
                <a:solidFill>
                  <a:srgbClr val="006600"/>
                </a:solidFill>
              </a:rPr>
              <a:t>'\0'</a:t>
            </a:r>
            <a:r>
              <a:rPr lang="en-US" sz="2800"/>
              <a:t> (which has the numeric value </a:t>
            </a:r>
            <a:r>
              <a:rPr lang="en-US" sz="2800">
                <a:solidFill>
                  <a:srgbClr val="C00000"/>
                </a:solidFill>
              </a:rPr>
              <a:t>0</a:t>
            </a:r>
            <a:r>
              <a:rPr lang="en-US" sz="2800"/>
              <a:t>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1016303" y="2212643"/>
            <a:ext cx="767049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2B3CB-3A18-4904-B92B-10421E2CF44A}"/>
              </a:ext>
            </a:extLst>
          </p:cNvPr>
          <p:cNvSpPr txBox="1"/>
          <p:nvPr/>
        </p:nvSpPr>
        <p:spPr>
          <a:xfrm>
            <a:off x="1026578" y="2817106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8EA1C5-C26B-4C75-8BA5-D5CB66F74A0E}"/>
              </a:ext>
            </a:extLst>
          </p:cNvPr>
          <p:cNvSpPr txBox="1"/>
          <p:nvPr/>
        </p:nvSpPr>
        <p:spPr>
          <a:xfrm>
            <a:off x="5500099" y="3411300"/>
            <a:ext cx="2708953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These two are the same!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C19333-5980-4F3B-A9D6-4C44C6ADB80A}"/>
              </a:ext>
            </a:extLst>
          </p:cNvPr>
          <p:cNvSpPr txBox="1"/>
          <p:nvPr/>
        </p:nvSpPr>
        <p:spPr>
          <a:xfrm>
            <a:off x="1039439" y="4005494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'!'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4F959-C463-4D51-9AA3-643FAC81E97E}"/>
              </a:ext>
            </a:extLst>
          </p:cNvPr>
          <p:cNvSpPr txBox="1"/>
          <p:nvPr/>
        </p:nvSpPr>
        <p:spPr>
          <a:xfrm>
            <a:off x="4068567" y="4547551"/>
            <a:ext cx="41404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Not a string. Strange errors may occur.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8B0BCC-4DCF-4EC6-AB46-2992AF6D87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439" y="3898757"/>
            <a:ext cx="362361" cy="490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EB6C85-479A-4BE9-8BA4-DB3AC5A607CA}"/>
              </a:ext>
            </a:extLst>
          </p:cNvPr>
          <p:cNvSpPr txBox="1"/>
          <p:nvPr/>
        </p:nvSpPr>
        <p:spPr>
          <a:xfrm>
            <a:off x="1039439" y="5084812"/>
            <a:ext cx="4326258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hello2[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hello3[]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00E7BE-8527-4532-AA43-010C42C6CD73}"/>
              </a:ext>
            </a:extLst>
          </p:cNvPr>
          <p:cNvSpPr txBox="1"/>
          <p:nvPr/>
        </p:nvSpPr>
        <p:spPr>
          <a:xfrm>
            <a:off x="5829471" y="5254089"/>
            <a:ext cx="239069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These are ok as well!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877E7A-C2FA-4A59-A414-3C95F6BC432E}"/>
              </a:ext>
            </a:extLst>
          </p:cNvPr>
          <p:cNvSpPr txBox="1"/>
          <p:nvPr/>
        </p:nvSpPr>
        <p:spPr>
          <a:xfrm>
            <a:off x="1039439" y="6111099"/>
            <a:ext cx="26900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hello1[</a:t>
            </a:r>
            <a:r>
              <a:rPr lang="en-US" sz="20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'v'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E57E9-A1B5-4D6E-ABB5-128789B1CF5C}"/>
              </a:ext>
            </a:extLst>
          </p:cNvPr>
          <p:cNvSpPr txBox="1"/>
          <p:nvPr/>
        </p:nvSpPr>
        <p:spPr>
          <a:xfrm>
            <a:off x="4069443" y="6025630"/>
            <a:ext cx="269008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Individual elements can be accessed / modified.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03DD0-BD46-7EB3-2EE4-0681B96A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400D58-0894-F9AD-B510-90D48399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Week8R - </a:t>
            </a:r>
            <a:fld id="{2E4790E1-2590-4AEE-892D-AB46A7688113}" type="slidenum">
              <a:rPr lang="en-US" sz="1100" smtClean="0"/>
              <a:pPr>
                <a:defRPr/>
              </a:pPr>
              <a:t>10</a:t>
            </a:fld>
            <a:endParaRPr lang="en-US" sz="1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EA02C-7E20-A705-8773-D43EB72B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28816541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loop can be used since Strings are just arrays.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9EFD4-1CE0-424E-8F8A-D7F3C08BDEC9}"/>
              </a:ext>
            </a:extLst>
          </p:cNvPr>
          <p:cNvSpPr txBox="1"/>
          <p:nvPr/>
        </p:nvSpPr>
        <p:spPr>
          <a:xfrm>
            <a:off x="993583" y="1805765"/>
            <a:ext cx="5373866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29D04-99FF-4A42-ADE5-AFF9CECEAD22}"/>
              </a:ext>
            </a:extLst>
          </p:cNvPr>
          <p:cNvSpPr txBox="1"/>
          <p:nvPr/>
        </p:nvSpPr>
        <p:spPr>
          <a:xfrm>
            <a:off x="993582" y="3920199"/>
            <a:ext cx="655021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!=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1F209-CAAB-4B47-AA65-381927EA65B9}"/>
              </a:ext>
            </a:extLst>
          </p:cNvPr>
          <p:cNvSpPr txBox="1"/>
          <p:nvPr/>
        </p:nvSpPr>
        <p:spPr>
          <a:xfrm>
            <a:off x="993583" y="5404935"/>
            <a:ext cx="655021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*p !=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'\0’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p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*p;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930945-C464-B121-333B-928C79D2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DFB482-E6A9-E411-BD75-1261790D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Week8R - </a:t>
            </a:r>
            <a:fld id="{2E4790E1-2590-4AEE-892D-AB46A7688113}" type="slidenum">
              <a:rPr lang="en-US" sz="1100" smtClean="0"/>
              <a:pPr>
                <a:defRPr/>
              </a:pPr>
              <a:t>11</a:t>
            </a:fld>
            <a:endParaRPr lang="en-US" sz="1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5F943-C8F1-BF22-7B5A-4EFBFE21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23584552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38708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Functions from  (</a:t>
            </a:r>
            <a:r>
              <a:rPr lang="en-US" sz="2800" dirty="0" err="1"/>
              <a:t>string.h</a:t>
            </a:r>
            <a:r>
              <a:rPr lang="en-US" sz="28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800" b="1" dirty="0" err="1">
                <a:latin typeface="Courier New" pitchFamily="49" charset="0"/>
              </a:rPr>
              <a:t>strlen</a:t>
            </a:r>
            <a:r>
              <a:rPr lang="en-US" sz="28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800" b="1" dirty="0" err="1">
                <a:latin typeface="Courier New" pitchFamily="49" charset="0"/>
              </a:rPr>
              <a:t>strcmp</a:t>
            </a:r>
            <a:r>
              <a:rPr lang="en-US" sz="28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800" b="1" dirty="0" err="1">
                <a:latin typeface="Courier New" pitchFamily="49" charset="0"/>
              </a:rPr>
              <a:t>strcpy</a:t>
            </a:r>
            <a:r>
              <a:rPr lang="en-US" sz="2800" b="1" dirty="0">
                <a:latin typeface="Courier New" pitchFamily="49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§"/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2800" b="1" dirty="0" err="1">
                <a:latin typeface="Courier New" pitchFamily="49" charset="0"/>
              </a:rPr>
              <a:t>strstr</a:t>
            </a:r>
            <a:r>
              <a:rPr lang="en-US" sz="2800" b="1" dirty="0">
                <a:latin typeface="Courier New" pitchFamily="49" charset="0"/>
              </a:rPr>
              <a:t>()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13670A-A6DA-3200-BD77-65F683B7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7E1CD5-3F8A-E74C-0EBC-D1E026A6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Week8R - </a:t>
            </a:r>
            <a:fld id="{2E4790E1-2590-4AEE-892D-AB46A7688113}" type="slidenum">
              <a:rPr lang="en-US" sz="1100" smtClean="0"/>
              <a:pPr>
                <a:defRPr/>
              </a:pPr>
              <a:t>12</a:t>
            </a:fld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28704-CFF4-CB16-8746-6272C2E72C1A}"/>
              </a:ext>
            </a:extLst>
          </p:cNvPr>
          <p:cNvSpPr txBox="1"/>
          <p:nvPr/>
        </p:nvSpPr>
        <p:spPr>
          <a:xfrm>
            <a:off x="3933003" y="2517308"/>
            <a:ext cx="3610797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2C0C7-86D2-2F37-396C-5A0C5626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54200279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5DC14-9B28-A9E4-2E7C-D7A69AB5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DFF6ACA-2E55-76AF-7393-B8244167D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Exercise: Dynamic Array and String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8773C0A-D6C2-4593-4D01-563C21C9F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38708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Given a lowercase letter, </a:t>
            </a:r>
            <a:r>
              <a:rPr lang="en-US" dirty="0">
                <a:solidFill>
                  <a:srgbClr val="0000FF"/>
                </a:solidFill>
              </a:rPr>
              <a:t>dynamically create </a:t>
            </a:r>
            <a:r>
              <a:rPr lang="en-US" dirty="0"/>
              <a:t>a char array and </a:t>
            </a:r>
            <a:r>
              <a:rPr lang="en-US" dirty="0">
                <a:solidFill>
                  <a:srgbClr val="0000FF"/>
                </a:solidFill>
              </a:rPr>
              <a:t>populate it </a:t>
            </a:r>
            <a:r>
              <a:rPr lang="en-US" dirty="0"/>
              <a:t>with a string consisting of characters from ‘a’ to the given letter in alphabetical order.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E.g., Give ‘c’, the array corresponds to the string  “</a:t>
            </a:r>
            <a:r>
              <a:rPr lang="en-US" sz="2400" dirty="0" err="1"/>
              <a:t>abc</a:t>
            </a:r>
            <a:r>
              <a:rPr lang="en-US" sz="2400" dirty="0"/>
              <a:t>”.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What are the sub-problems?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Determine the size of the array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Create the array dynamically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Populate the characters sequentially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Make the array a string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465693-3B2E-16F1-54D2-4A2F8BA7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11653-C86C-41E6-48A9-4DECA67C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Week8R - </a:t>
            </a:r>
            <a:fld id="{2E4790E1-2590-4AEE-892D-AB46A7688113}" type="slidenum">
              <a:rPr lang="en-US" sz="1100" smtClean="0"/>
              <a:pPr>
                <a:defRPr/>
              </a:pPr>
              <a:t>13</a:t>
            </a:fld>
            <a:endParaRPr lang="en-US" sz="11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557B0-0D26-68C6-5711-F6F1A42C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638EA-CF50-265F-9E28-8A0F64937839}"/>
              </a:ext>
            </a:extLst>
          </p:cNvPr>
          <p:cNvSpPr txBox="1"/>
          <p:nvPr/>
        </p:nvSpPr>
        <p:spPr>
          <a:xfrm>
            <a:off x="5611452" y="3719038"/>
            <a:ext cx="193234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‘c’ – ‘a’ + 1 + 1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078D8-557F-B9C5-3ECD-D88AD4999143}"/>
              </a:ext>
            </a:extLst>
          </p:cNvPr>
          <p:cNvSpPr txBox="1"/>
          <p:nvPr/>
        </p:nvSpPr>
        <p:spPr>
          <a:xfrm>
            <a:off x="5611453" y="4479641"/>
            <a:ext cx="246574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ptr</a:t>
            </a:r>
            <a:r>
              <a:rPr lang="en-US" dirty="0"/>
              <a:t> = malloc() / </a:t>
            </a:r>
            <a:r>
              <a:rPr lang="en-US" dirty="0" err="1"/>
              <a:t>calloc</a:t>
            </a:r>
            <a:r>
              <a:rPr lang="en-US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4FB9B-2950-E606-7424-12B9BB1BF847}"/>
              </a:ext>
            </a:extLst>
          </p:cNvPr>
          <p:cNvSpPr txBox="1"/>
          <p:nvPr/>
        </p:nvSpPr>
        <p:spPr>
          <a:xfrm>
            <a:off x="5611452" y="5072604"/>
            <a:ext cx="283912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ch</a:t>
            </a:r>
            <a:r>
              <a:rPr lang="en-US" dirty="0"/>
              <a:t> = ‘a’; </a:t>
            </a:r>
            <a:r>
              <a:rPr lang="en-US" dirty="0" err="1"/>
              <a:t>ch</a:t>
            </a:r>
            <a:r>
              <a:rPr lang="en-US" dirty="0"/>
              <a:t> &lt;= ‘c’, </a:t>
            </a:r>
            <a:r>
              <a:rPr lang="en-US" dirty="0" err="1"/>
              <a:t>ch</a:t>
            </a:r>
            <a:r>
              <a:rPr lang="en-US" dirty="0"/>
              <a:t> +=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ED033-1C08-85EF-F007-C0CA22865A1F}"/>
              </a:ext>
            </a:extLst>
          </p:cNvPr>
          <p:cNvSpPr txBox="1"/>
          <p:nvPr/>
        </p:nvSpPr>
        <p:spPr>
          <a:xfrm>
            <a:off x="5611452" y="5962775"/>
            <a:ext cx="283912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ptr</a:t>
            </a:r>
            <a:r>
              <a:rPr lang="en-US"/>
              <a:t>[‘c’ </a:t>
            </a:r>
            <a:r>
              <a:rPr lang="en-US" dirty="0"/>
              <a:t>– ‘</a:t>
            </a:r>
            <a:r>
              <a:rPr lang="en-US"/>
              <a:t>a’ + 1] </a:t>
            </a:r>
            <a:r>
              <a:rPr lang="en-US" dirty="0"/>
              <a:t>= ‘\0’;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5DF0D-7116-144A-D172-BE7B4FFBC25A}"/>
              </a:ext>
            </a:extLst>
          </p:cNvPr>
          <p:cNvSpPr txBox="1"/>
          <p:nvPr/>
        </p:nvSpPr>
        <p:spPr>
          <a:xfrm>
            <a:off x="5613797" y="5433870"/>
            <a:ext cx="283912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ptr</a:t>
            </a:r>
            <a:r>
              <a:rPr lang="en-US" dirty="0"/>
              <a:t>[</a:t>
            </a:r>
            <a:r>
              <a:rPr lang="en-US" dirty="0" err="1"/>
              <a:t>ch</a:t>
            </a:r>
            <a:r>
              <a:rPr lang="en-US" dirty="0"/>
              <a:t> – ‘a’] = 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581059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668215" y="1402461"/>
            <a:ext cx="714228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6000" dirty="0"/>
              <a:t>Revise all </a:t>
            </a:r>
            <a:br>
              <a:rPr lang="en-US" sz="6000" dirty="0"/>
            </a:br>
            <a:r>
              <a:rPr lang="en-US" sz="6000" dirty="0">
                <a:solidFill>
                  <a:srgbClr val="0000FF"/>
                </a:solidFill>
              </a:rPr>
              <a:t>memory-related topics</a:t>
            </a:r>
            <a:r>
              <a:rPr lang="en-US" sz="6000" dirty="0"/>
              <a:t> together and use the </a:t>
            </a:r>
            <a:r>
              <a:rPr lang="en-US" sz="6000" dirty="0">
                <a:solidFill>
                  <a:srgbClr val="0000FF"/>
                </a:solidFill>
              </a:rPr>
              <a:t>diagrams</a:t>
            </a:r>
            <a:r>
              <a:rPr lang="en-US" sz="6000" dirty="0"/>
              <a:t> for visualization!</a:t>
            </a:r>
            <a:endParaRPr lang="en-GB" sz="28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D1E70B-EB86-7D8F-22BC-95C82AA9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4332FF-F6BE-85CC-D4E7-6A426EB1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Week8R - </a:t>
            </a:r>
            <a:fld id="{2E4790E1-2590-4AEE-892D-AB46A7688113}" type="slidenum">
              <a:rPr lang="en-US" sz="1100" smtClean="0"/>
              <a:pPr>
                <a:defRPr/>
              </a:pPr>
              <a:t>14</a:t>
            </a:fld>
            <a:endParaRPr lang="en-US" sz="1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35F06-BA32-256F-966B-1B24F36A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304</TotalTime>
  <Words>1366</Words>
  <Application>Microsoft Office PowerPoint</Application>
  <PresentationFormat>On-screen Show (4:3)</PresentationFormat>
  <Paragraphs>323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Pointers</vt:lpstr>
      <vt:lpstr>Pointers and Arrays</vt:lpstr>
      <vt:lpstr>Call by Reference</vt:lpstr>
      <vt:lpstr>Call by Reference</vt:lpstr>
      <vt:lpstr>Memory Allocation / Deallocation for Arrays</vt:lpstr>
      <vt:lpstr>Dynamically allocated array</vt:lpstr>
      <vt:lpstr>Char</vt:lpstr>
      <vt:lpstr>Char</vt:lpstr>
      <vt:lpstr>String</vt:lpstr>
      <vt:lpstr>String</vt:lpstr>
      <vt:lpstr>String</vt:lpstr>
      <vt:lpstr>Exercise: Dynamic Array and String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2026-03-17T03:46:27Z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