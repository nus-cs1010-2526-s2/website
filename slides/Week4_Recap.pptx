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trictFirstAndLastChars="0" saveSubsetFonts="1">
  <p:sldMasterIdLst>
    <p:sldMasterId id="2147485087" r:id="rId1"/>
  </p:sldMasterIdLst>
  <p:notesMasterIdLst>
    <p:notesMasterId r:id="rId19"/>
  </p:notesMasterIdLst>
  <p:handoutMasterIdLst>
    <p:handoutMasterId r:id="rId20"/>
  </p:handoutMasterIdLst>
  <p:sldIdLst>
    <p:sldId id="256" r:id="rId2"/>
    <p:sldId id="571" r:id="rId3"/>
    <p:sldId id="554" r:id="rId4"/>
    <p:sldId id="576" r:id="rId5"/>
    <p:sldId id="577" r:id="rId6"/>
    <p:sldId id="569" r:id="rId7"/>
    <p:sldId id="568" r:id="rId8"/>
    <p:sldId id="574" r:id="rId9"/>
    <p:sldId id="558" r:id="rId10"/>
    <p:sldId id="524" r:id="rId11"/>
    <p:sldId id="578" r:id="rId12"/>
    <p:sldId id="552" r:id="rId13"/>
    <p:sldId id="561" r:id="rId14"/>
    <p:sldId id="566" r:id="rId15"/>
    <p:sldId id="572" r:id="rId16"/>
    <p:sldId id="579" r:id="rId17"/>
    <p:sldId id="525" r:id="rId18"/>
  </p:sldIdLst>
  <p:sldSz cx="9144000" cy="6858000" type="screen4x3"/>
  <p:notesSz cx="7010400" cy="9296400"/>
  <p:defaultTextStyle>
    <a:defPPr>
      <a:defRPr lang="en-US"/>
    </a:defPPr>
    <a:lvl1pPr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1pPr>
    <a:lvl2pPr marL="4572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2pPr>
    <a:lvl3pPr marL="9144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3pPr>
    <a:lvl4pPr marL="13716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4pPr>
    <a:lvl5pPr marL="1828800" algn="l" rtl="0" fontAlgn="base">
      <a:spcBef>
        <a:spcPct val="0"/>
      </a:spcBef>
      <a:spcAft>
        <a:spcPct val="0"/>
      </a:spcAft>
      <a:defRPr kern="1200">
        <a:solidFill>
          <a:schemeClr val="tx1"/>
        </a:solidFill>
        <a:latin typeface="Arial" charset="0"/>
        <a:ea typeface="+mn-ea"/>
        <a:cs typeface="Arial" charset="0"/>
      </a:defRPr>
    </a:lvl5pPr>
    <a:lvl6pPr marL="22860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6pPr>
    <a:lvl7pPr marL="27432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7pPr>
    <a:lvl8pPr marL="32004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8pPr>
    <a:lvl9pPr marL="3657600" algn="l" defTabSz="914400" rtl="0" eaLnBrk="1" latinLnBrk="0" hangingPunct="1">
      <a:defRPr kern="1200">
        <a:solidFill>
          <a:schemeClr val="tx1"/>
        </a:solidFill>
        <a:latin typeface="Arial" charset="0"/>
        <a:ea typeface="+mn-ea"/>
        <a:cs typeface="Arial" charset="0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>
        <p15:guide id="1" orient="horz" pos="2929">
          <p15:clr>
            <a:srgbClr val="A4A3A4"/>
          </p15:clr>
        </p15:guide>
        <p15:guide id="2" pos="2209">
          <p15:clr>
            <a:srgbClr val="A4A3A4"/>
          </p15:clr>
        </p15:guide>
      </p15:notes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006600"/>
    <a:srgbClr val="0066FF"/>
    <a:srgbClr val="339933"/>
    <a:srgbClr val="FFFF99"/>
    <a:srgbClr val="CCFFCC"/>
    <a:srgbClr val="000099"/>
    <a:srgbClr val="FF3300"/>
    <a:srgbClr val="000000"/>
    <a:srgbClr val="FE8D6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3CE74A21-23D8-4CF5-9237-DD97D6326DB2}" v="201" dt="2026-02-09T04:37:38.962"/>
    <p1510:client id="{3F0EF3A3-C521-4971-86F1-CA441B952BF9}" v="1024" dt="2026-02-09T06:34:52.270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7765" autoAdjust="0"/>
    <p:restoredTop sz="96000" autoAdjust="0"/>
  </p:normalViewPr>
  <p:slideViewPr>
    <p:cSldViewPr snapToGrid="0">
      <p:cViewPr>
        <p:scale>
          <a:sx n="50" d="100"/>
          <a:sy n="50" d="100"/>
        </p:scale>
        <p:origin x="3234" y="117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66" d="100"/>
        <a:sy n="66" d="100"/>
      </p:scale>
      <p:origin x="0" y="0"/>
    </p:cViewPr>
  </p:sorterViewPr>
  <p:notesViewPr>
    <p:cSldViewPr snapToGrid="0">
      <p:cViewPr>
        <p:scale>
          <a:sx n="100" d="100"/>
          <a:sy n="100" d="100"/>
        </p:scale>
        <p:origin x="-1758" y="-72"/>
      </p:cViewPr>
      <p:guideLst>
        <p:guide orient="horz" pos="2929"/>
        <p:guide pos="2209"/>
      </p:guideLst>
    </p:cSldViewPr>
  </p:notesViewPr>
  <p:gridSpacing cx="45005" cy="45005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Zhao Jin" userId="cd05a825-544c-438a-9ba1-08e63db50b47" providerId="ADAL" clId="{5DF3A229-1965-414E-AF54-F4C37AC7DF68}"/>
    <pc:docChg chg="undo custSel addSld delSld modSld">
      <pc:chgData name="Zhao Jin" userId="cd05a825-544c-438a-9ba1-08e63db50b47" providerId="ADAL" clId="{5DF3A229-1965-414E-AF54-F4C37AC7DF68}" dt="2026-02-10T03:59:30.977" v="1374" actId="1037"/>
      <pc:docMkLst>
        <pc:docMk/>
      </pc:docMkLst>
      <pc:sldChg chg="modSp mod">
        <pc:chgData name="Zhao Jin" userId="cd05a825-544c-438a-9ba1-08e63db50b47" providerId="ADAL" clId="{5DF3A229-1965-414E-AF54-F4C37AC7DF68}" dt="2026-02-09T06:11:25.802" v="524" actId="1037"/>
        <pc:sldMkLst>
          <pc:docMk/>
          <pc:sldMk cId="2775173622" sldId="524"/>
        </pc:sldMkLst>
        <pc:spChg chg="mod">
          <ac:chgData name="Zhao Jin" userId="cd05a825-544c-438a-9ba1-08e63db50b47" providerId="ADAL" clId="{5DF3A229-1965-414E-AF54-F4C37AC7DF68}" dt="2026-02-09T06:11:24.490" v="523" actId="1036"/>
          <ac:spMkLst>
            <pc:docMk/>
            <pc:sldMk cId="2775173622" sldId="524"/>
            <ac:spMk id="4" creationId="{D60A7E61-AD5C-A434-B3B5-A8C3C86FF130}"/>
          </ac:spMkLst>
        </pc:spChg>
        <pc:spChg chg="mod">
          <ac:chgData name="Zhao Jin" userId="cd05a825-544c-438a-9ba1-08e63db50b47" providerId="ADAL" clId="{5DF3A229-1965-414E-AF54-F4C37AC7DF68}" dt="2026-02-09T06:11:25.802" v="524" actId="1037"/>
          <ac:spMkLst>
            <pc:docMk/>
            <pc:sldMk cId="2775173622" sldId="524"/>
            <ac:spMk id="6" creationId="{B54A532E-7E5E-B762-6C64-7DA215D56244}"/>
          </ac:spMkLst>
        </pc:spChg>
        <pc:graphicFrameChg chg="modGraphic">
          <ac:chgData name="Zhao Jin" userId="cd05a825-544c-438a-9ba1-08e63db50b47" providerId="ADAL" clId="{5DF3A229-1965-414E-AF54-F4C37AC7DF68}" dt="2026-02-09T06:10:53.885" v="510" actId="14734"/>
          <ac:graphicFrameMkLst>
            <pc:docMk/>
            <pc:sldMk cId="2775173622" sldId="524"/>
            <ac:graphicFrameMk id="7" creationId="{1DC5F05D-202E-4474-8067-C5632E06F885}"/>
          </ac:graphicFrameMkLst>
        </pc:graphicFrameChg>
      </pc:sldChg>
      <pc:sldChg chg="modSp mod">
        <pc:chgData name="Zhao Jin" userId="cd05a825-544c-438a-9ba1-08e63db50b47" providerId="ADAL" clId="{5DF3A229-1965-414E-AF54-F4C37AC7DF68}" dt="2026-02-09T05:56:24.502" v="53" actId="404"/>
        <pc:sldMkLst>
          <pc:docMk/>
          <pc:sldMk cId="2882118053" sldId="552"/>
        </pc:sldMkLst>
        <pc:spChg chg="mod">
          <ac:chgData name="Zhao Jin" userId="cd05a825-544c-438a-9ba1-08e63db50b47" providerId="ADAL" clId="{5DF3A229-1965-414E-AF54-F4C37AC7DF68}" dt="2026-02-09T05:56:24.502" v="53" actId="404"/>
          <ac:spMkLst>
            <pc:docMk/>
            <pc:sldMk cId="2882118053" sldId="552"/>
            <ac:spMk id="3" creationId="{F0B9B32B-FD26-37EB-1A12-0D1B14490FD0}"/>
          </ac:spMkLst>
        </pc:spChg>
      </pc:sldChg>
      <pc:sldChg chg="modSp mod addAnim delAnim modAnim">
        <pc:chgData name="Zhao Jin" userId="cd05a825-544c-438a-9ba1-08e63db50b47" providerId="ADAL" clId="{5DF3A229-1965-414E-AF54-F4C37AC7DF68}" dt="2026-02-09T06:09:50.646" v="470"/>
        <pc:sldMkLst>
          <pc:docMk/>
          <pc:sldMk cId="2879329457" sldId="568"/>
        </pc:sldMkLst>
        <pc:spChg chg="mod">
          <ac:chgData name="Zhao Jin" userId="cd05a825-544c-438a-9ba1-08e63db50b47" providerId="ADAL" clId="{5DF3A229-1965-414E-AF54-F4C37AC7DF68}" dt="2026-02-09T06:08:43.521" v="463" actId="1076"/>
          <ac:spMkLst>
            <pc:docMk/>
            <pc:sldMk cId="2879329457" sldId="568"/>
            <ac:spMk id="4" creationId="{FB7F37B3-5BB1-B490-4BCC-29215AB95EF8}"/>
          </ac:spMkLst>
        </pc:spChg>
        <pc:spChg chg="mod">
          <ac:chgData name="Zhao Jin" userId="cd05a825-544c-438a-9ba1-08e63db50b47" providerId="ADAL" clId="{5DF3A229-1965-414E-AF54-F4C37AC7DF68}" dt="2026-02-09T06:08:29.379" v="455" actId="1076"/>
          <ac:spMkLst>
            <pc:docMk/>
            <pc:sldMk cId="2879329457" sldId="568"/>
            <ac:spMk id="6" creationId="{34AB06B2-DD4B-A124-FA1F-055A51FD9ABF}"/>
          </ac:spMkLst>
        </pc:spChg>
        <pc:spChg chg="mod">
          <ac:chgData name="Zhao Jin" userId="cd05a825-544c-438a-9ba1-08e63db50b47" providerId="ADAL" clId="{5DF3A229-1965-414E-AF54-F4C37AC7DF68}" dt="2026-02-09T06:08:40.992" v="461" actId="14100"/>
          <ac:spMkLst>
            <pc:docMk/>
            <pc:sldMk cId="2879329457" sldId="568"/>
            <ac:spMk id="7" creationId="{C1801A0B-5529-A935-19EC-3E026FAC0563}"/>
          </ac:spMkLst>
        </pc:spChg>
        <pc:spChg chg="mod">
          <ac:chgData name="Zhao Jin" userId="cd05a825-544c-438a-9ba1-08e63db50b47" providerId="ADAL" clId="{5DF3A229-1965-414E-AF54-F4C37AC7DF68}" dt="2026-02-09T06:08:36.025" v="459" actId="14100"/>
          <ac:spMkLst>
            <pc:docMk/>
            <pc:sldMk cId="2879329457" sldId="568"/>
            <ac:spMk id="9" creationId="{20851790-E3D9-F8AE-B363-F6DF38991287}"/>
          </ac:spMkLst>
        </pc:spChg>
        <pc:graphicFrameChg chg="mod modGraphic">
          <ac:chgData name="Zhao Jin" userId="cd05a825-544c-438a-9ba1-08e63db50b47" providerId="ADAL" clId="{5DF3A229-1965-414E-AF54-F4C37AC7DF68}" dt="2026-02-09T06:08:26.636" v="454" actId="14734"/>
          <ac:graphicFrameMkLst>
            <pc:docMk/>
            <pc:sldMk cId="2879329457" sldId="568"/>
            <ac:graphicFrameMk id="8" creationId="{C8DA87BB-C4AB-4A3F-B99E-7CAF8E3AC125}"/>
          </ac:graphicFrameMkLst>
        </pc:graphicFrameChg>
      </pc:sldChg>
      <pc:sldChg chg="modSp del mod">
        <pc:chgData name="Zhao Jin" userId="cd05a825-544c-438a-9ba1-08e63db50b47" providerId="ADAL" clId="{5DF3A229-1965-414E-AF54-F4C37AC7DF68}" dt="2026-02-09T05:56:42.051" v="55" actId="47"/>
        <pc:sldMkLst>
          <pc:docMk/>
          <pc:sldMk cId="1814281235" sldId="573"/>
        </pc:sldMkLst>
        <pc:spChg chg="mod">
          <ac:chgData name="Zhao Jin" userId="cd05a825-544c-438a-9ba1-08e63db50b47" providerId="ADAL" clId="{5DF3A229-1965-414E-AF54-F4C37AC7DF68}" dt="2026-02-09T05:56:40.601" v="54" actId="404"/>
          <ac:spMkLst>
            <pc:docMk/>
            <pc:sldMk cId="1814281235" sldId="573"/>
            <ac:spMk id="3" creationId="{021B2475-7F5A-A4BB-58FC-B734DE6D9B45}"/>
          </ac:spMkLst>
        </pc:spChg>
      </pc:sldChg>
      <pc:sldChg chg="addSp delSp modSp mod">
        <pc:chgData name="Zhao Jin" userId="cd05a825-544c-438a-9ba1-08e63db50b47" providerId="ADAL" clId="{5DF3A229-1965-414E-AF54-F4C37AC7DF68}" dt="2026-02-09T06:10:27.709" v="479" actId="1076"/>
        <pc:sldMkLst>
          <pc:docMk/>
          <pc:sldMk cId="1657664879" sldId="574"/>
        </pc:sldMkLst>
        <pc:spChg chg="mod">
          <ac:chgData name="Zhao Jin" userId="cd05a825-544c-438a-9ba1-08e63db50b47" providerId="ADAL" clId="{5DF3A229-1965-414E-AF54-F4C37AC7DF68}" dt="2026-02-09T06:10:16.109" v="472" actId="6549"/>
          <ac:spMkLst>
            <pc:docMk/>
            <pc:sldMk cId="1657664879" sldId="574"/>
            <ac:spMk id="10" creationId="{98FB242A-F743-B8BF-FE96-D451B7E9B21C}"/>
          </ac:spMkLst>
        </pc:spChg>
        <pc:spChg chg="mod">
          <ac:chgData name="Zhao Jin" userId="cd05a825-544c-438a-9ba1-08e63db50b47" providerId="ADAL" clId="{5DF3A229-1965-414E-AF54-F4C37AC7DF68}" dt="2026-02-09T05:54:42.308" v="0" actId="20577"/>
          <ac:spMkLst>
            <pc:docMk/>
            <pc:sldMk cId="1657664879" sldId="574"/>
            <ac:spMk id="15" creationId="{A09E8DD5-7A68-51BC-B096-4821F0838FE5}"/>
          </ac:spMkLst>
        </pc:spChg>
        <pc:graphicFrameChg chg="add mod">
          <ac:chgData name="Zhao Jin" userId="cd05a825-544c-438a-9ba1-08e63db50b47" providerId="ADAL" clId="{5DF3A229-1965-414E-AF54-F4C37AC7DF68}" dt="2026-02-09T06:10:19.106" v="475"/>
          <ac:graphicFrameMkLst>
            <pc:docMk/>
            <pc:sldMk cId="1657664879" sldId="574"/>
            <ac:graphicFrameMk id="4" creationId="{8DC4805E-A29F-1213-8E75-0FF68B71BC21}"/>
          </ac:graphicFrameMkLst>
        </pc:graphicFrameChg>
        <pc:picChg chg="add mod">
          <ac:chgData name="Zhao Jin" userId="cd05a825-544c-438a-9ba1-08e63db50b47" providerId="ADAL" clId="{5DF3A229-1965-414E-AF54-F4C37AC7DF68}" dt="2026-02-09T06:10:27.709" v="479" actId="1076"/>
          <ac:picMkLst>
            <pc:docMk/>
            <pc:sldMk cId="1657664879" sldId="574"/>
            <ac:picMk id="5" creationId="{E7B78692-4D73-1A24-22DC-45FF1F2641A4}"/>
          </ac:picMkLst>
        </pc:picChg>
        <pc:picChg chg="del mod">
          <ac:chgData name="Zhao Jin" userId="cd05a825-544c-438a-9ba1-08e63db50b47" providerId="ADAL" clId="{5DF3A229-1965-414E-AF54-F4C37AC7DF68}" dt="2026-02-09T06:10:18.025" v="474" actId="478"/>
          <ac:picMkLst>
            <pc:docMk/>
            <pc:sldMk cId="1657664879" sldId="574"/>
            <ac:picMk id="27" creationId="{68734D51-8399-70D3-9CF0-623A567708F6}"/>
          </ac:picMkLst>
        </pc:picChg>
      </pc:sldChg>
      <pc:sldChg chg="addSp delSp modSp mod">
        <pc:chgData name="Zhao Jin" userId="cd05a825-544c-438a-9ba1-08e63db50b47" providerId="ADAL" clId="{5DF3A229-1965-414E-AF54-F4C37AC7DF68}" dt="2026-02-09T06:12:06.379" v="542" actId="20577"/>
        <pc:sldMkLst>
          <pc:docMk/>
          <pc:sldMk cId="516833302" sldId="578"/>
        </pc:sldMkLst>
        <pc:spChg chg="mod">
          <ac:chgData name="Zhao Jin" userId="cd05a825-544c-438a-9ba1-08e63db50b47" providerId="ADAL" clId="{5DF3A229-1965-414E-AF54-F4C37AC7DF68}" dt="2026-02-09T06:12:06.379" v="542" actId="20577"/>
          <ac:spMkLst>
            <pc:docMk/>
            <pc:sldMk cId="516833302" sldId="578"/>
            <ac:spMk id="10" creationId="{6024E618-B56D-8FF2-DEA9-1BBA9F38616D}"/>
          </ac:spMkLst>
        </pc:spChg>
        <pc:spChg chg="mod">
          <ac:chgData name="Zhao Jin" userId="cd05a825-544c-438a-9ba1-08e63db50b47" providerId="ADAL" clId="{5DF3A229-1965-414E-AF54-F4C37AC7DF68}" dt="2026-02-09T05:55:21.885" v="19" actId="20577"/>
          <ac:spMkLst>
            <pc:docMk/>
            <pc:sldMk cId="516833302" sldId="578"/>
            <ac:spMk id="15" creationId="{008710C1-2EF1-6E0A-902B-09958296DDFA}"/>
          </ac:spMkLst>
        </pc:spChg>
        <pc:picChg chg="add mod">
          <ac:chgData name="Zhao Jin" userId="cd05a825-544c-438a-9ba1-08e63db50b47" providerId="ADAL" clId="{5DF3A229-1965-414E-AF54-F4C37AC7DF68}" dt="2026-02-09T06:11:40.113" v="527" actId="1076"/>
          <ac:picMkLst>
            <pc:docMk/>
            <pc:sldMk cId="516833302" sldId="578"/>
            <ac:picMk id="4" creationId="{9A777019-1A03-ADC2-804B-A0411B823467}"/>
          </ac:picMkLst>
        </pc:picChg>
        <pc:picChg chg="del mod">
          <ac:chgData name="Zhao Jin" userId="cd05a825-544c-438a-9ba1-08e63db50b47" providerId="ADAL" clId="{5DF3A229-1965-414E-AF54-F4C37AC7DF68}" dt="2026-02-09T06:11:36.579" v="525" actId="478"/>
          <ac:picMkLst>
            <pc:docMk/>
            <pc:sldMk cId="516833302" sldId="578"/>
            <ac:picMk id="11" creationId="{1EE3B0E0-0698-72B3-EBB8-FFF5FC7A2479}"/>
          </ac:picMkLst>
        </pc:picChg>
      </pc:sldChg>
      <pc:sldChg chg="addSp delSp modSp add mod addAnim delAnim modAnim">
        <pc:chgData name="Zhao Jin" userId="cd05a825-544c-438a-9ba1-08e63db50b47" providerId="ADAL" clId="{5DF3A229-1965-414E-AF54-F4C37AC7DF68}" dt="2026-02-10T03:59:30.977" v="1374" actId="1037"/>
        <pc:sldMkLst>
          <pc:docMk/>
          <pc:sldMk cId="3923016209" sldId="579"/>
        </pc:sldMkLst>
        <pc:spChg chg="mod">
          <ac:chgData name="Zhao Jin" userId="cd05a825-544c-438a-9ba1-08e63db50b47" providerId="ADAL" clId="{5DF3A229-1965-414E-AF54-F4C37AC7DF68}" dt="2026-02-09T05:57:21.041" v="57" actId="404"/>
          <ac:spMkLst>
            <pc:docMk/>
            <pc:sldMk cId="3923016209" sldId="579"/>
            <ac:spMk id="3" creationId="{8C9C0705-486A-FD7E-5FC1-E6522AC6879D}"/>
          </ac:spMkLst>
        </pc:spChg>
        <pc:spChg chg="add mod">
          <ac:chgData name="Zhao Jin" userId="cd05a825-544c-438a-9ba1-08e63db50b47" providerId="ADAL" clId="{5DF3A229-1965-414E-AF54-F4C37AC7DF68}" dt="2026-02-09T06:33:51.423" v="1352" actId="14100"/>
          <ac:spMkLst>
            <pc:docMk/>
            <pc:sldMk cId="3923016209" sldId="579"/>
            <ac:spMk id="9" creationId="{95B8B081-D6C1-0FAF-7EED-5B1802FFD960}"/>
          </ac:spMkLst>
        </pc:spChg>
        <pc:spChg chg="mod">
          <ac:chgData name="Zhao Jin" userId="cd05a825-544c-438a-9ba1-08e63db50b47" providerId="ADAL" clId="{5DF3A229-1965-414E-AF54-F4C37AC7DF68}" dt="2026-02-09T06:30:59.801" v="1334" actId="20577"/>
          <ac:spMkLst>
            <pc:docMk/>
            <pc:sldMk cId="3923016209" sldId="579"/>
            <ac:spMk id="10" creationId="{81F593D5-BD47-1761-742E-E394CDD940D4}"/>
          </ac:spMkLst>
        </pc:spChg>
        <pc:spChg chg="add del mod">
          <ac:chgData name="Zhao Jin" userId="cd05a825-544c-438a-9ba1-08e63db50b47" providerId="ADAL" clId="{5DF3A229-1965-414E-AF54-F4C37AC7DF68}" dt="2026-02-09T06:31:07.767" v="1335" actId="478"/>
          <ac:spMkLst>
            <pc:docMk/>
            <pc:sldMk cId="3923016209" sldId="579"/>
            <ac:spMk id="11" creationId="{6BFAD6F0-141E-1104-9EE9-997FB7C89EB8}"/>
          </ac:spMkLst>
        </pc:spChg>
        <pc:spChg chg="add mod">
          <ac:chgData name="Zhao Jin" userId="cd05a825-544c-438a-9ba1-08e63db50b47" providerId="ADAL" clId="{5DF3A229-1965-414E-AF54-F4C37AC7DF68}" dt="2026-02-10T03:59:28.558" v="1373" actId="14100"/>
          <ac:spMkLst>
            <pc:docMk/>
            <pc:sldMk cId="3923016209" sldId="579"/>
            <ac:spMk id="12" creationId="{ADF4802B-245E-6853-B145-D53110DBA0EE}"/>
          </ac:spMkLst>
        </pc:spChg>
        <pc:spChg chg="add mod">
          <ac:chgData name="Zhao Jin" userId="cd05a825-544c-438a-9ba1-08e63db50b47" providerId="ADAL" clId="{5DF3A229-1965-414E-AF54-F4C37AC7DF68}" dt="2026-02-10T03:59:30.977" v="1374" actId="1037"/>
          <ac:spMkLst>
            <pc:docMk/>
            <pc:sldMk cId="3923016209" sldId="579"/>
            <ac:spMk id="13" creationId="{8874816D-43EE-83DD-8200-F451C7AFC190}"/>
          </ac:spMkLst>
        </pc:spChg>
        <pc:spChg chg="add mod">
          <ac:chgData name="Zhao Jin" userId="cd05a825-544c-438a-9ba1-08e63db50b47" providerId="ADAL" clId="{5DF3A229-1965-414E-AF54-F4C37AC7DF68}" dt="2026-02-09T06:33:56.839" v="1354" actId="14100"/>
          <ac:spMkLst>
            <pc:docMk/>
            <pc:sldMk cId="3923016209" sldId="579"/>
            <ac:spMk id="14" creationId="{3CF77D1B-3951-9EB2-A24E-C0F1D79EBC49}"/>
          </ac:spMkLst>
        </pc:spChg>
        <pc:spChg chg="add mod">
          <ac:chgData name="Zhao Jin" userId="cd05a825-544c-438a-9ba1-08e63db50b47" providerId="ADAL" clId="{5DF3A229-1965-414E-AF54-F4C37AC7DF68}" dt="2026-02-09T06:30:12.451" v="1285"/>
          <ac:spMkLst>
            <pc:docMk/>
            <pc:sldMk cId="3923016209" sldId="579"/>
            <ac:spMk id="16" creationId="{D0FFC8D8-AD21-A8E9-05F8-0674E6E1CE02}"/>
          </ac:spMkLst>
        </pc:spChg>
        <pc:spChg chg="add mod">
          <ac:chgData name="Zhao Jin" userId="cd05a825-544c-438a-9ba1-08e63db50b47" providerId="ADAL" clId="{5DF3A229-1965-414E-AF54-F4C37AC7DF68}" dt="2026-02-09T06:30:20.049" v="1288" actId="1076"/>
          <ac:spMkLst>
            <pc:docMk/>
            <pc:sldMk cId="3923016209" sldId="579"/>
            <ac:spMk id="17" creationId="{1D622AA2-B7FC-6179-232A-B3DFE7720922}"/>
          </ac:spMkLst>
        </pc:spChg>
        <pc:spChg chg="add mod">
          <ac:chgData name="Zhao Jin" userId="cd05a825-544c-438a-9ba1-08e63db50b47" providerId="ADAL" clId="{5DF3A229-1965-414E-AF54-F4C37AC7DF68}" dt="2026-02-09T06:33:44.717" v="1350" actId="14100"/>
          <ac:spMkLst>
            <pc:docMk/>
            <pc:sldMk cId="3923016209" sldId="579"/>
            <ac:spMk id="18" creationId="{E4BA10C8-4CF3-4147-AB42-C2E6D5AF1AEE}"/>
          </ac:spMkLst>
        </pc:spChg>
        <pc:spChg chg="add mod">
          <ac:chgData name="Zhao Jin" userId="cd05a825-544c-438a-9ba1-08e63db50b47" providerId="ADAL" clId="{5DF3A229-1965-414E-AF54-F4C37AC7DF68}" dt="2026-02-09T06:34:09.758" v="1359" actId="14100"/>
          <ac:spMkLst>
            <pc:docMk/>
            <pc:sldMk cId="3923016209" sldId="579"/>
            <ac:spMk id="19" creationId="{AE011C60-C2F1-BBAA-5DC2-ED030A53C3DF}"/>
          </ac:spMkLst>
        </pc:spChg>
        <pc:graphicFrameChg chg="add del mod">
          <ac:chgData name="Zhao Jin" userId="cd05a825-544c-438a-9ba1-08e63db50b47" providerId="ADAL" clId="{5DF3A229-1965-414E-AF54-F4C37AC7DF68}" dt="2026-02-09T06:18:25.996" v="716" actId="478"/>
          <ac:graphicFrameMkLst>
            <pc:docMk/>
            <pc:sldMk cId="3923016209" sldId="579"/>
            <ac:graphicFrameMk id="6" creationId="{A92B2B31-AABF-7F60-6036-31830C1E7599}"/>
          </ac:graphicFrameMkLst>
        </pc:graphicFrameChg>
        <pc:graphicFrameChg chg="add del mod modGraphic">
          <ac:chgData name="Zhao Jin" userId="cd05a825-544c-438a-9ba1-08e63db50b47" providerId="ADAL" clId="{5DF3A229-1965-414E-AF54-F4C37AC7DF68}" dt="2026-02-09T06:19:31.533" v="743" actId="478"/>
          <ac:graphicFrameMkLst>
            <pc:docMk/>
            <pc:sldMk cId="3923016209" sldId="579"/>
            <ac:graphicFrameMk id="7" creationId="{138A0243-8BC4-82D1-79EB-2F67A2D649C5}"/>
          </ac:graphicFrameMkLst>
        </pc:graphicFrameChg>
        <pc:graphicFrameChg chg="add mod modGraphic">
          <ac:chgData name="Zhao Jin" userId="cd05a825-544c-438a-9ba1-08e63db50b47" providerId="ADAL" clId="{5DF3A229-1965-414E-AF54-F4C37AC7DF68}" dt="2026-02-09T06:22:16.918" v="882" actId="1076"/>
          <ac:graphicFrameMkLst>
            <pc:docMk/>
            <pc:sldMk cId="3923016209" sldId="579"/>
            <ac:graphicFrameMk id="8" creationId="{42E59E4A-D552-5813-47EB-CCE9FC53CCE3}"/>
          </ac:graphicFrameMkLst>
        </pc:graphicFrameChg>
        <pc:picChg chg="add del mod">
          <ac:chgData name="Zhao Jin" userId="cd05a825-544c-438a-9ba1-08e63db50b47" providerId="ADAL" clId="{5DF3A229-1965-414E-AF54-F4C37AC7DF68}" dt="2026-02-09T06:16:55.811" v="709" actId="478"/>
          <ac:picMkLst>
            <pc:docMk/>
            <pc:sldMk cId="3923016209" sldId="579"/>
            <ac:picMk id="4" creationId="{26CABEF2-EF3D-C660-4CB5-6E6558840568}"/>
          </ac:picMkLst>
        </pc:picChg>
        <pc:picChg chg="add del mod">
          <ac:chgData name="Zhao Jin" userId="cd05a825-544c-438a-9ba1-08e63db50b47" providerId="ADAL" clId="{5DF3A229-1965-414E-AF54-F4C37AC7DF68}" dt="2026-02-09T06:18:21.369" v="714" actId="478"/>
          <ac:picMkLst>
            <pc:docMk/>
            <pc:sldMk cId="3923016209" sldId="579"/>
            <ac:picMk id="5" creationId="{19838C22-73DD-A186-00F3-DC31F949720F}"/>
          </ac:picMkLst>
        </pc:picChg>
        <pc:picChg chg="del">
          <ac:chgData name="Zhao Jin" userId="cd05a825-544c-438a-9ba1-08e63db50b47" providerId="ADAL" clId="{5DF3A229-1965-414E-AF54-F4C37AC7DF68}" dt="2026-02-09T05:57:24.329" v="58" actId="478"/>
          <ac:picMkLst>
            <pc:docMk/>
            <pc:sldMk cId="3923016209" sldId="579"/>
            <ac:picMk id="27" creationId="{F176C718-3466-A153-474B-0362D1FCA57C}"/>
          </ac:picMkLst>
        </pc:picChg>
      </pc:sldChg>
    </pc:docChg>
  </pc:docChgLst>
  <pc:docChgLst>
    <pc:chgData name="Zhao Jin" userId="cd05a825-544c-438a-9ba1-08e63db50b47" providerId="ADAL" clId="{7346625B-7E8F-4E9B-A9F0-94C1DD70E907}"/>
    <pc:docChg chg="undo custSel addSld delSld modSld sldOrd">
      <pc:chgData name="Zhao Jin" userId="cd05a825-544c-438a-9ba1-08e63db50b47" providerId="ADAL" clId="{7346625B-7E8F-4E9B-A9F0-94C1DD70E907}" dt="2026-02-09T04:37:46.164" v="987" actId="1076"/>
      <pc:docMkLst>
        <pc:docMk/>
      </pc:docMkLst>
      <pc:sldChg chg="modSp mod">
        <pc:chgData name="Zhao Jin" userId="cd05a825-544c-438a-9ba1-08e63db50b47" providerId="ADAL" clId="{7346625B-7E8F-4E9B-A9F0-94C1DD70E907}" dt="2026-02-09T04:34:19.308" v="859" actId="1038"/>
        <pc:sldMkLst>
          <pc:docMk/>
          <pc:sldMk cId="2775173622" sldId="524"/>
        </pc:sldMkLst>
        <pc:spChg chg="mod">
          <ac:chgData name="Zhao Jin" userId="cd05a825-544c-438a-9ba1-08e63db50b47" providerId="ADAL" clId="{7346625B-7E8F-4E9B-A9F0-94C1DD70E907}" dt="2026-02-09T04:34:19.308" v="859" actId="1038"/>
          <ac:spMkLst>
            <pc:docMk/>
            <pc:sldMk cId="2775173622" sldId="524"/>
            <ac:spMk id="13" creationId="{4868060B-B4C6-4F3F-F68D-FCBDB6968AF5}"/>
          </ac:spMkLst>
        </pc:spChg>
        <pc:spChg chg="mod">
          <ac:chgData name="Zhao Jin" userId="cd05a825-544c-438a-9ba1-08e63db50b47" providerId="ADAL" clId="{7346625B-7E8F-4E9B-A9F0-94C1DD70E907}" dt="2026-02-09T04:34:19.308" v="859" actId="1038"/>
          <ac:spMkLst>
            <pc:docMk/>
            <pc:sldMk cId="2775173622" sldId="524"/>
            <ac:spMk id="14" creationId="{D1C8989F-EDA0-E1DE-9505-1300AE57D9D3}"/>
          </ac:spMkLst>
        </pc:spChg>
        <pc:spChg chg="mod">
          <ac:chgData name="Zhao Jin" userId="cd05a825-544c-438a-9ba1-08e63db50b47" providerId="ADAL" clId="{7346625B-7E8F-4E9B-A9F0-94C1DD70E907}" dt="2026-02-09T04:30:42.307" v="739" actId="20577"/>
          <ac:spMkLst>
            <pc:docMk/>
            <pc:sldMk cId="2775173622" sldId="524"/>
            <ac:spMk id="25602" creationId="{00000000-0000-0000-0000-000000000000}"/>
          </ac:spMkLst>
        </pc:spChg>
        <pc:graphicFrameChg chg="mod">
          <ac:chgData name="Zhao Jin" userId="cd05a825-544c-438a-9ba1-08e63db50b47" providerId="ADAL" clId="{7346625B-7E8F-4E9B-A9F0-94C1DD70E907}" dt="2026-02-09T04:34:19.308" v="859" actId="1038"/>
          <ac:graphicFrameMkLst>
            <pc:docMk/>
            <pc:sldMk cId="2775173622" sldId="524"/>
            <ac:graphicFrameMk id="5" creationId="{9E742EBA-8F43-4310-AD68-B4660B9ECF59}"/>
          </ac:graphicFrameMkLst>
        </pc:graphicFrameChg>
        <pc:graphicFrameChg chg="modGraphic">
          <ac:chgData name="Zhao Jin" userId="cd05a825-544c-438a-9ba1-08e63db50b47" providerId="ADAL" clId="{7346625B-7E8F-4E9B-A9F0-94C1DD70E907}" dt="2026-02-09T04:34:10.629" v="838" actId="14734"/>
          <ac:graphicFrameMkLst>
            <pc:docMk/>
            <pc:sldMk cId="2775173622" sldId="524"/>
            <ac:graphicFrameMk id="7" creationId="{1DC5F05D-202E-4474-8067-C5632E06F885}"/>
          </ac:graphicFrameMkLst>
        </pc:graphicFrameChg>
      </pc:sldChg>
      <pc:sldChg chg="addSp delSp modSp mod">
        <pc:chgData name="Zhao Jin" userId="cd05a825-544c-438a-9ba1-08e63db50b47" providerId="ADAL" clId="{7346625B-7E8F-4E9B-A9F0-94C1DD70E907}" dt="2026-02-09T04:06:18.854" v="35"/>
        <pc:sldMkLst>
          <pc:docMk/>
          <pc:sldMk cId="2882118053" sldId="552"/>
        </pc:sldMkLst>
        <pc:spChg chg="add mod">
          <ac:chgData name="Zhao Jin" userId="cd05a825-544c-438a-9ba1-08e63db50b47" providerId="ADAL" clId="{7346625B-7E8F-4E9B-A9F0-94C1DD70E907}" dt="2026-02-09T04:06:18.854" v="35"/>
          <ac:spMkLst>
            <pc:docMk/>
            <pc:sldMk cId="2882118053" sldId="552"/>
            <ac:spMk id="4" creationId="{563CDEA8-6011-7249-61AD-CF0DF29DF86F}"/>
          </ac:spMkLst>
        </pc:spChg>
        <pc:spChg chg="add mod">
          <ac:chgData name="Zhao Jin" userId="cd05a825-544c-438a-9ba1-08e63db50b47" providerId="ADAL" clId="{7346625B-7E8F-4E9B-A9F0-94C1DD70E907}" dt="2026-02-09T04:06:18.854" v="35"/>
          <ac:spMkLst>
            <pc:docMk/>
            <pc:sldMk cId="2882118053" sldId="552"/>
            <ac:spMk id="5" creationId="{99CB10B6-9220-CAD1-14F2-DFB3E35C95BC}"/>
          </ac:spMkLst>
        </pc:spChg>
        <pc:spChg chg="del">
          <ac:chgData name="Zhao Jin" userId="cd05a825-544c-438a-9ba1-08e63db50b47" providerId="ADAL" clId="{7346625B-7E8F-4E9B-A9F0-94C1DD70E907}" dt="2026-02-09T04:06:18.183" v="34" actId="478"/>
          <ac:spMkLst>
            <pc:docMk/>
            <pc:sldMk cId="2882118053" sldId="552"/>
            <ac:spMk id="10" creationId="{00000000-0000-0000-0000-000000000000}"/>
          </ac:spMkLst>
        </pc:spChg>
        <pc:spChg chg="del">
          <ac:chgData name="Zhao Jin" userId="cd05a825-544c-438a-9ba1-08e63db50b47" providerId="ADAL" clId="{7346625B-7E8F-4E9B-A9F0-94C1DD70E907}" dt="2026-02-09T04:06:18.183" v="34" actId="478"/>
          <ac:spMkLst>
            <pc:docMk/>
            <pc:sldMk cId="2882118053" sldId="552"/>
            <ac:spMk id="49" creationId="{00000000-0000-0000-0000-000000000000}"/>
          </ac:spMkLst>
        </pc:spChg>
      </pc:sldChg>
      <pc:sldChg chg="add del">
        <pc:chgData name="Zhao Jin" userId="cd05a825-544c-438a-9ba1-08e63db50b47" providerId="ADAL" clId="{7346625B-7E8F-4E9B-A9F0-94C1DD70E907}" dt="2026-02-09T04:25:47.040" v="631" actId="47"/>
        <pc:sldMkLst>
          <pc:docMk/>
          <pc:sldMk cId="87453418" sldId="553"/>
        </pc:sldMkLst>
      </pc:sldChg>
      <pc:sldChg chg="del">
        <pc:chgData name="Zhao Jin" userId="cd05a825-544c-438a-9ba1-08e63db50b47" providerId="ADAL" clId="{7346625B-7E8F-4E9B-A9F0-94C1DD70E907}" dt="2026-02-09T04:25:12.717" v="625" actId="2696"/>
        <pc:sldMkLst>
          <pc:docMk/>
          <pc:sldMk cId="2082920116" sldId="553"/>
        </pc:sldMkLst>
      </pc:sldChg>
      <pc:sldChg chg="addSp modSp mod modAnim">
        <pc:chgData name="Zhao Jin" userId="cd05a825-544c-438a-9ba1-08e63db50b47" providerId="ADAL" clId="{7346625B-7E8F-4E9B-A9F0-94C1DD70E907}" dt="2026-02-09T04:23:42.792" v="624" actId="207"/>
        <pc:sldMkLst>
          <pc:docMk/>
          <pc:sldMk cId="1659983766" sldId="554"/>
        </pc:sldMkLst>
        <pc:spChg chg="add mod">
          <ac:chgData name="Zhao Jin" userId="cd05a825-544c-438a-9ba1-08e63db50b47" providerId="ADAL" clId="{7346625B-7E8F-4E9B-A9F0-94C1DD70E907}" dt="2026-02-09T04:19:20.722" v="562"/>
          <ac:spMkLst>
            <pc:docMk/>
            <pc:sldMk cId="1659983766" sldId="554"/>
            <ac:spMk id="4" creationId="{5828B23B-F06C-4E91-8C15-D7D5629638EC}"/>
          </ac:spMkLst>
        </pc:spChg>
        <pc:spChg chg="add mod">
          <ac:chgData name="Zhao Jin" userId="cd05a825-544c-438a-9ba1-08e63db50b47" providerId="ADAL" clId="{7346625B-7E8F-4E9B-A9F0-94C1DD70E907}" dt="2026-02-09T04:19:20.722" v="562"/>
          <ac:spMkLst>
            <pc:docMk/>
            <pc:sldMk cId="1659983766" sldId="554"/>
            <ac:spMk id="5" creationId="{936BFAEA-EC92-C01A-701C-13DEC65CBC2B}"/>
          </ac:spMkLst>
        </pc:spChg>
        <pc:spChg chg="add mod">
          <ac:chgData name="Zhao Jin" userId="cd05a825-544c-438a-9ba1-08e63db50b47" providerId="ADAL" clId="{7346625B-7E8F-4E9B-A9F0-94C1DD70E907}" dt="2026-02-09T04:20:38.086" v="597"/>
          <ac:spMkLst>
            <pc:docMk/>
            <pc:sldMk cId="1659983766" sldId="554"/>
            <ac:spMk id="6" creationId="{A4863236-43A8-3934-DC5B-8FA3959DC7D6}"/>
          </ac:spMkLst>
        </pc:spChg>
        <pc:spChg chg="mod">
          <ac:chgData name="Zhao Jin" userId="cd05a825-544c-438a-9ba1-08e63db50b47" providerId="ADAL" clId="{7346625B-7E8F-4E9B-A9F0-94C1DD70E907}" dt="2026-02-09T04:23:42.792" v="624" actId="207"/>
          <ac:spMkLst>
            <pc:docMk/>
            <pc:sldMk cId="1659983766" sldId="554"/>
            <ac:spMk id="27" creationId="{92A14019-DDA0-4208-9F61-99DDC433B2BD}"/>
          </ac:spMkLst>
        </pc:spChg>
        <pc:spChg chg="mod">
          <ac:chgData name="Zhao Jin" userId="cd05a825-544c-438a-9ba1-08e63db50b47" providerId="ADAL" clId="{7346625B-7E8F-4E9B-A9F0-94C1DD70E907}" dt="2026-02-09T04:23:08.406" v="611" actId="20577"/>
          <ac:spMkLst>
            <pc:docMk/>
            <pc:sldMk cId="1659983766" sldId="554"/>
            <ac:spMk id="49" creationId="{21EEE82A-4DB6-1D4F-9A03-5951F440FE93}"/>
          </ac:spMkLst>
        </pc:spChg>
      </pc:sldChg>
      <pc:sldChg chg="modSp mod">
        <pc:chgData name="Zhao Jin" userId="cd05a825-544c-438a-9ba1-08e63db50b47" providerId="ADAL" clId="{7346625B-7E8F-4E9B-A9F0-94C1DD70E907}" dt="2026-02-09T04:20:01.889" v="566" actId="1076"/>
        <pc:sldMkLst>
          <pc:docMk/>
          <pc:sldMk cId="686532275" sldId="558"/>
        </pc:sldMkLst>
        <pc:spChg chg="mod">
          <ac:chgData name="Zhao Jin" userId="cd05a825-544c-438a-9ba1-08e63db50b47" providerId="ADAL" clId="{7346625B-7E8F-4E9B-A9F0-94C1DD70E907}" dt="2026-02-09T04:20:01.889" v="566" actId="1076"/>
          <ac:spMkLst>
            <pc:docMk/>
            <pc:sldMk cId="686532275" sldId="558"/>
            <ac:spMk id="4" creationId="{3D91C272-7755-DEF6-EACA-E2612F39B8B1}"/>
          </ac:spMkLst>
        </pc:spChg>
      </pc:sldChg>
      <pc:sldChg chg="modSp del mod">
        <pc:chgData name="Zhao Jin" userId="cd05a825-544c-438a-9ba1-08e63db50b47" providerId="ADAL" clId="{7346625B-7E8F-4E9B-A9F0-94C1DD70E907}" dt="2026-02-09T04:06:25.269" v="36" actId="47"/>
        <pc:sldMkLst>
          <pc:docMk/>
          <pc:sldMk cId="827193018" sldId="565"/>
        </pc:sldMkLst>
        <pc:spChg chg="mod">
          <ac:chgData name="Zhao Jin" userId="cd05a825-544c-438a-9ba1-08e63db50b47" providerId="ADAL" clId="{7346625B-7E8F-4E9B-A9F0-94C1DD70E907}" dt="2026-02-09T04:05:53.988" v="33" actId="207"/>
          <ac:spMkLst>
            <pc:docMk/>
            <pc:sldMk cId="827193018" sldId="565"/>
            <ac:spMk id="9" creationId="{35649340-5AB4-4CED-B84B-66D13E8E2455}"/>
          </ac:spMkLst>
        </pc:spChg>
      </pc:sldChg>
      <pc:sldChg chg="modSp mod">
        <pc:chgData name="Zhao Jin" userId="cd05a825-544c-438a-9ba1-08e63db50b47" providerId="ADAL" clId="{7346625B-7E8F-4E9B-A9F0-94C1DD70E907}" dt="2026-02-09T04:33:09.450" v="817" actId="1037"/>
        <pc:sldMkLst>
          <pc:docMk/>
          <pc:sldMk cId="2879329457" sldId="568"/>
        </pc:sldMkLst>
        <pc:spChg chg="mod">
          <ac:chgData name="Zhao Jin" userId="cd05a825-544c-438a-9ba1-08e63db50b47" providerId="ADAL" clId="{7346625B-7E8F-4E9B-A9F0-94C1DD70E907}" dt="2026-02-09T04:28:05.312" v="721" actId="1076"/>
          <ac:spMkLst>
            <pc:docMk/>
            <pc:sldMk cId="2879329457" sldId="568"/>
            <ac:spMk id="4" creationId="{FB7F37B3-5BB1-B490-4BCC-29215AB95EF8}"/>
          </ac:spMkLst>
        </pc:spChg>
        <pc:spChg chg="mod">
          <ac:chgData name="Zhao Jin" userId="cd05a825-544c-438a-9ba1-08e63db50b47" providerId="ADAL" clId="{7346625B-7E8F-4E9B-A9F0-94C1DD70E907}" dt="2026-02-09T04:32:43.464" v="787" actId="1037"/>
          <ac:spMkLst>
            <pc:docMk/>
            <pc:sldMk cId="2879329457" sldId="568"/>
            <ac:spMk id="6" creationId="{34AB06B2-DD4B-A124-FA1F-055A51FD9ABF}"/>
          </ac:spMkLst>
        </pc:spChg>
        <pc:spChg chg="mod">
          <ac:chgData name="Zhao Jin" userId="cd05a825-544c-438a-9ba1-08e63db50b47" providerId="ADAL" clId="{7346625B-7E8F-4E9B-A9F0-94C1DD70E907}" dt="2026-02-09T04:32:47.823" v="792" actId="1038"/>
          <ac:spMkLst>
            <pc:docMk/>
            <pc:sldMk cId="2879329457" sldId="568"/>
            <ac:spMk id="7" creationId="{C1801A0B-5529-A935-19EC-3E026FAC0563}"/>
          </ac:spMkLst>
        </pc:spChg>
        <pc:spChg chg="mod">
          <ac:chgData name="Zhao Jin" userId="cd05a825-544c-438a-9ba1-08e63db50b47" providerId="ADAL" clId="{7346625B-7E8F-4E9B-A9F0-94C1DD70E907}" dt="2026-02-09T04:32:43.464" v="787" actId="1037"/>
          <ac:spMkLst>
            <pc:docMk/>
            <pc:sldMk cId="2879329457" sldId="568"/>
            <ac:spMk id="9" creationId="{20851790-E3D9-F8AE-B363-F6DF38991287}"/>
          </ac:spMkLst>
        </pc:spChg>
        <pc:spChg chg="mod">
          <ac:chgData name="Zhao Jin" userId="cd05a825-544c-438a-9ba1-08e63db50b47" providerId="ADAL" clId="{7346625B-7E8F-4E9B-A9F0-94C1DD70E907}" dt="2026-02-09T04:33:09.450" v="817" actId="1037"/>
          <ac:spMkLst>
            <pc:docMk/>
            <pc:sldMk cId="2879329457" sldId="568"/>
            <ac:spMk id="11" creationId="{2B34D5EF-BBED-3232-D338-FCB7135E9132}"/>
          </ac:spMkLst>
        </pc:spChg>
        <pc:spChg chg="mod">
          <ac:chgData name="Zhao Jin" userId="cd05a825-544c-438a-9ba1-08e63db50b47" providerId="ADAL" clId="{7346625B-7E8F-4E9B-A9F0-94C1DD70E907}" dt="2026-02-09T04:33:09.450" v="817" actId="1037"/>
          <ac:spMkLst>
            <pc:docMk/>
            <pc:sldMk cId="2879329457" sldId="568"/>
            <ac:spMk id="12" creationId="{510CE7D7-09C3-05C1-5D54-D8201818F8FC}"/>
          </ac:spMkLst>
        </pc:spChg>
        <pc:spChg chg="mod">
          <ac:chgData name="Zhao Jin" userId="cd05a825-544c-438a-9ba1-08e63db50b47" providerId="ADAL" clId="{7346625B-7E8F-4E9B-A9F0-94C1DD70E907}" dt="2026-02-09T04:30:35.452" v="737" actId="20577"/>
          <ac:spMkLst>
            <pc:docMk/>
            <pc:sldMk cId="2879329457" sldId="568"/>
            <ac:spMk id="25602" creationId="{00000000-0000-0000-0000-000000000000}"/>
          </ac:spMkLst>
        </pc:spChg>
        <pc:graphicFrameChg chg="mod">
          <ac:chgData name="Zhao Jin" userId="cd05a825-544c-438a-9ba1-08e63db50b47" providerId="ADAL" clId="{7346625B-7E8F-4E9B-A9F0-94C1DD70E907}" dt="2026-02-09T04:33:09.450" v="817" actId="1037"/>
          <ac:graphicFrameMkLst>
            <pc:docMk/>
            <pc:sldMk cId="2879329457" sldId="568"/>
            <ac:graphicFrameMk id="5" creationId="{9E742EBA-8F43-4310-AD68-B4660B9ECF59}"/>
          </ac:graphicFrameMkLst>
        </pc:graphicFrameChg>
        <pc:graphicFrameChg chg="modGraphic">
          <ac:chgData name="Zhao Jin" userId="cd05a825-544c-438a-9ba1-08e63db50b47" providerId="ADAL" clId="{7346625B-7E8F-4E9B-A9F0-94C1DD70E907}" dt="2026-02-09T04:32:33.247" v="762" actId="14734"/>
          <ac:graphicFrameMkLst>
            <pc:docMk/>
            <pc:sldMk cId="2879329457" sldId="568"/>
            <ac:graphicFrameMk id="8" creationId="{C8DA87BB-C4AB-4A3F-B99E-7CAF8E3AC125}"/>
          </ac:graphicFrameMkLst>
        </pc:graphicFrameChg>
      </pc:sldChg>
      <pc:sldChg chg="addSp modSp">
        <pc:chgData name="Zhao Jin" userId="cd05a825-544c-438a-9ba1-08e63db50b47" providerId="ADAL" clId="{7346625B-7E8F-4E9B-A9F0-94C1DD70E907}" dt="2026-02-09T04:19:18.424" v="561"/>
        <pc:sldMkLst>
          <pc:docMk/>
          <pc:sldMk cId="2191908359" sldId="571"/>
        </pc:sldMkLst>
        <pc:spChg chg="add mod">
          <ac:chgData name="Zhao Jin" userId="cd05a825-544c-438a-9ba1-08e63db50b47" providerId="ADAL" clId="{7346625B-7E8F-4E9B-A9F0-94C1DD70E907}" dt="2026-02-09T04:19:18.424" v="561"/>
          <ac:spMkLst>
            <pc:docMk/>
            <pc:sldMk cId="2191908359" sldId="571"/>
            <ac:spMk id="4" creationId="{37A365C2-B530-9291-3084-7A3755196EBD}"/>
          </ac:spMkLst>
        </pc:spChg>
        <pc:spChg chg="add mod">
          <ac:chgData name="Zhao Jin" userId="cd05a825-544c-438a-9ba1-08e63db50b47" providerId="ADAL" clId="{7346625B-7E8F-4E9B-A9F0-94C1DD70E907}" dt="2026-02-09T04:19:18.424" v="561"/>
          <ac:spMkLst>
            <pc:docMk/>
            <pc:sldMk cId="2191908359" sldId="571"/>
            <ac:spMk id="5" creationId="{C7D560FF-3A61-82D7-7BF9-DB94EC396735}"/>
          </ac:spMkLst>
        </pc:spChg>
      </pc:sldChg>
      <pc:sldChg chg="addSp delSp modSp add mod ord addAnim delAnim">
        <pc:chgData name="Zhao Jin" userId="cd05a825-544c-438a-9ba1-08e63db50b47" providerId="ADAL" clId="{7346625B-7E8F-4E9B-A9F0-94C1DD70E907}" dt="2026-02-09T04:08:46.468" v="134" actId="1035"/>
        <pc:sldMkLst>
          <pc:docMk/>
          <pc:sldMk cId="1814281235" sldId="573"/>
        </pc:sldMkLst>
        <pc:spChg chg="add del mod">
          <ac:chgData name="Zhao Jin" userId="cd05a825-544c-438a-9ba1-08e63db50b47" providerId="ADAL" clId="{7346625B-7E8F-4E9B-A9F0-94C1DD70E907}" dt="2026-02-09T04:08:31.233" v="60" actId="478"/>
          <ac:spMkLst>
            <pc:docMk/>
            <pc:sldMk cId="1814281235" sldId="573"/>
            <ac:spMk id="4" creationId="{D75F9BCC-463C-B2A5-688E-FB5D7A2B0E73}"/>
          </ac:spMkLst>
        </pc:spChg>
        <pc:spChg chg="add del">
          <ac:chgData name="Zhao Jin" userId="cd05a825-544c-438a-9ba1-08e63db50b47" providerId="ADAL" clId="{7346625B-7E8F-4E9B-A9F0-94C1DD70E907}" dt="2026-02-09T04:08:32.527" v="61" actId="478"/>
          <ac:spMkLst>
            <pc:docMk/>
            <pc:sldMk cId="1814281235" sldId="573"/>
            <ac:spMk id="6" creationId="{97E7E7CF-623C-78A4-FFE5-063E05A1BB90}"/>
          </ac:spMkLst>
        </pc:spChg>
        <pc:spChg chg="del">
          <ac:chgData name="Zhao Jin" userId="cd05a825-544c-438a-9ba1-08e63db50b47" providerId="ADAL" clId="{7346625B-7E8F-4E9B-A9F0-94C1DD70E907}" dt="2026-02-09T04:08:36.625" v="62" actId="478"/>
          <ac:spMkLst>
            <pc:docMk/>
            <pc:sldMk cId="1814281235" sldId="573"/>
            <ac:spMk id="13" creationId="{41C0D7A2-C415-F267-8E07-FA0018BDD900}"/>
          </ac:spMkLst>
        </pc:spChg>
        <pc:spChg chg="del">
          <ac:chgData name="Zhao Jin" userId="cd05a825-544c-438a-9ba1-08e63db50b47" providerId="ADAL" clId="{7346625B-7E8F-4E9B-A9F0-94C1DD70E907}" dt="2026-02-09T04:08:36.625" v="62" actId="478"/>
          <ac:spMkLst>
            <pc:docMk/>
            <pc:sldMk cId="1814281235" sldId="573"/>
            <ac:spMk id="14" creationId="{F36151E3-0CA2-F811-EE3A-AFD1186179F5}"/>
          </ac:spMkLst>
        </pc:spChg>
        <pc:graphicFrameChg chg="del">
          <ac:chgData name="Zhao Jin" userId="cd05a825-544c-438a-9ba1-08e63db50b47" providerId="ADAL" clId="{7346625B-7E8F-4E9B-A9F0-94C1DD70E907}" dt="2026-02-09T04:08:39.238" v="63" actId="478"/>
          <ac:graphicFrameMkLst>
            <pc:docMk/>
            <pc:sldMk cId="1814281235" sldId="573"/>
            <ac:graphicFrameMk id="5" creationId="{8FF46BA3-3631-A61C-D410-D84314DCFB35}"/>
          </ac:graphicFrameMkLst>
        </pc:graphicFrameChg>
        <pc:graphicFrameChg chg="mod modGraphic">
          <ac:chgData name="Zhao Jin" userId="cd05a825-544c-438a-9ba1-08e63db50b47" providerId="ADAL" clId="{7346625B-7E8F-4E9B-A9F0-94C1DD70E907}" dt="2026-02-09T04:08:46.468" v="134" actId="1035"/>
          <ac:graphicFrameMkLst>
            <pc:docMk/>
            <pc:sldMk cId="1814281235" sldId="573"/>
            <ac:graphicFrameMk id="7" creationId="{AB5FE83C-79E5-3DBB-386E-C35F78B415AC}"/>
          </ac:graphicFrameMkLst>
        </pc:graphicFrameChg>
      </pc:sldChg>
      <pc:sldChg chg="addSp delSp modSp add mod addAnim delAnim modAnim">
        <pc:chgData name="Zhao Jin" userId="cd05a825-544c-438a-9ba1-08e63db50b47" providerId="ADAL" clId="{7346625B-7E8F-4E9B-A9F0-94C1DD70E907}" dt="2026-02-09T04:33:50.548" v="832" actId="1076"/>
        <pc:sldMkLst>
          <pc:docMk/>
          <pc:sldMk cId="1657664879" sldId="574"/>
        </pc:sldMkLst>
        <pc:spChg chg="del">
          <ac:chgData name="Zhao Jin" userId="cd05a825-544c-438a-9ba1-08e63db50b47" providerId="ADAL" clId="{7346625B-7E8F-4E9B-A9F0-94C1DD70E907}" dt="2026-02-09T04:09:37.112" v="140" actId="478"/>
          <ac:spMkLst>
            <pc:docMk/>
            <pc:sldMk cId="1657664879" sldId="574"/>
            <ac:spMk id="4" creationId="{E0DF1B8D-FA4B-5A40-C8EE-C26EC2D4784A}"/>
          </ac:spMkLst>
        </pc:spChg>
        <pc:spChg chg="del">
          <ac:chgData name="Zhao Jin" userId="cd05a825-544c-438a-9ba1-08e63db50b47" providerId="ADAL" clId="{7346625B-7E8F-4E9B-A9F0-94C1DD70E907}" dt="2026-02-09T04:09:44.109" v="141" actId="478"/>
          <ac:spMkLst>
            <pc:docMk/>
            <pc:sldMk cId="1657664879" sldId="574"/>
            <ac:spMk id="6" creationId="{33085BB6-849B-2831-6944-6032E00B28F9}"/>
          </ac:spMkLst>
        </pc:spChg>
        <pc:spChg chg="del">
          <ac:chgData name="Zhao Jin" userId="cd05a825-544c-438a-9ba1-08e63db50b47" providerId="ADAL" clId="{7346625B-7E8F-4E9B-A9F0-94C1DD70E907}" dt="2026-02-09T04:09:45.492" v="142" actId="478"/>
          <ac:spMkLst>
            <pc:docMk/>
            <pc:sldMk cId="1657664879" sldId="574"/>
            <ac:spMk id="7" creationId="{DA3B2D70-C6DB-AC4F-8227-44BC34BCBB24}"/>
          </ac:spMkLst>
        </pc:spChg>
        <pc:spChg chg="del">
          <ac:chgData name="Zhao Jin" userId="cd05a825-544c-438a-9ba1-08e63db50b47" providerId="ADAL" clId="{7346625B-7E8F-4E9B-A9F0-94C1DD70E907}" dt="2026-02-09T04:09:46.929" v="143" actId="478"/>
          <ac:spMkLst>
            <pc:docMk/>
            <pc:sldMk cId="1657664879" sldId="574"/>
            <ac:spMk id="9" creationId="{C42FB82D-F703-EBFF-4FD7-53944B84250B}"/>
          </ac:spMkLst>
        </pc:spChg>
        <pc:spChg chg="add mod">
          <ac:chgData name="Zhao Jin" userId="cd05a825-544c-438a-9ba1-08e63db50b47" providerId="ADAL" clId="{7346625B-7E8F-4E9B-A9F0-94C1DD70E907}" dt="2026-02-09T04:27:18.684" v="688" actId="20577"/>
          <ac:spMkLst>
            <pc:docMk/>
            <pc:sldMk cId="1657664879" sldId="574"/>
            <ac:spMk id="10" creationId="{98FB242A-F743-B8BF-FE96-D451B7E9B21C}"/>
          </ac:spMkLst>
        </pc:spChg>
        <pc:spChg chg="del">
          <ac:chgData name="Zhao Jin" userId="cd05a825-544c-438a-9ba1-08e63db50b47" providerId="ADAL" clId="{7346625B-7E8F-4E9B-A9F0-94C1DD70E907}" dt="2026-02-09T04:09:15.347" v="136" actId="478"/>
          <ac:spMkLst>
            <pc:docMk/>
            <pc:sldMk cId="1657664879" sldId="574"/>
            <ac:spMk id="11" creationId="{6A16C2FF-867E-BF2F-8E67-234368BB980D}"/>
          </ac:spMkLst>
        </pc:spChg>
        <pc:spChg chg="del">
          <ac:chgData name="Zhao Jin" userId="cd05a825-544c-438a-9ba1-08e63db50b47" providerId="ADAL" clId="{7346625B-7E8F-4E9B-A9F0-94C1DD70E907}" dt="2026-02-09T04:09:15.347" v="136" actId="478"/>
          <ac:spMkLst>
            <pc:docMk/>
            <pc:sldMk cId="1657664879" sldId="574"/>
            <ac:spMk id="12" creationId="{F7D4D5C6-EC70-87A8-531C-B06D2DD3D6B6}"/>
          </ac:spMkLst>
        </pc:spChg>
        <pc:spChg chg="add del mod">
          <ac:chgData name="Zhao Jin" userId="cd05a825-544c-438a-9ba1-08e63db50b47" providerId="ADAL" clId="{7346625B-7E8F-4E9B-A9F0-94C1DD70E907}" dt="2026-02-09T04:32:27.673" v="760" actId="478"/>
          <ac:spMkLst>
            <pc:docMk/>
            <pc:sldMk cId="1657664879" sldId="574"/>
            <ac:spMk id="18" creationId="{069465DF-A04F-81FE-7104-A0C6EAB093C5}"/>
          </ac:spMkLst>
        </pc:spChg>
        <pc:spChg chg="add del mod">
          <ac:chgData name="Zhao Jin" userId="cd05a825-544c-438a-9ba1-08e63db50b47" providerId="ADAL" clId="{7346625B-7E8F-4E9B-A9F0-94C1DD70E907}" dt="2026-02-09T04:32:26.358" v="759" actId="478"/>
          <ac:spMkLst>
            <pc:docMk/>
            <pc:sldMk cId="1657664879" sldId="574"/>
            <ac:spMk id="19" creationId="{CB05BC8E-8556-6430-07B8-C3D95E84AA88}"/>
          </ac:spMkLst>
        </pc:spChg>
        <pc:spChg chg="add del mod">
          <ac:chgData name="Zhao Jin" userId="cd05a825-544c-438a-9ba1-08e63db50b47" providerId="ADAL" clId="{7346625B-7E8F-4E9B-A9F0-94C1DD70E907}" dt="2026-02-09T04:32:22.966" v="757" actId="478"/>
          <ac:spMkLst>
            <pc:docMk/>
            <pc:sldMk cId="1657664879" sldId="574"/>
            <ac:spMk id="20" creationId="{F70414F8-A5BE-A5C8-F257-41B46BDD5827}"/>
          </ac:spMkLst>
        </pc:spChg>
        <pc:spChg chg="add del mod">
          <ac:chgData name="Zhao Jin" userId="cd05a825-544c-438a-9ba1-08e63db50b47" providerId="ADAL" clId="{7346625B-7E8F-4E9B-A9F0-94C1DD70E907}" dt="2026-02-09T04:32:24.416" v="758" actId="478"/>
          <ac:spMkLst>
            <pc:docMk/>
            <pc:sldMk cId="1657664879" sldId="574"/>
            <ac:spMk id="21" creationId="{BDCB2489-5D56-39F7-C10D-9A07F02C4CC5}"/>
          </ac:spMkLst>
        </pc:spChg>
        <pc:spChg chg="add del mod">
          <ac:chgData name="Zhao Jin" userId="cd05a825-544c-438a-9ba1-08e63db50b47" providerId="ADAL" clId="{7346625B-7E8F-4E9B-A9F0-94C1DD70E907}" dt="2026-02-09T04:33:31.224" v="824" actId="478"/>
          <ac:spMkLst>
            <pc:docMk/>
            <pc:sldMk cId="1657664879" sldId="574"/>
            <ac:spMk id="23" creationId="{8D1D4D6F-5712-15D3-38EC-AD644AFC96B4}"/>
          </ac:spMkLst>
        </pc:spChg>
        <pc:spChg chg="add del mod">
          <ac:chgData name="Zhao Jin" userId="cd05a825-544c-438a-9ba1-08e63db50b47" providerId="ADAL" clId="{7346625B-7E8F-4E9B-A9F0-94C1DD70E907}" dt="2026-02-09T04:33:29.959" v="823" actId="478"/>
          <ac:spMkLst>
            <pc:docMk/>
            <pc:sldMk cId="1657664879" sldId="574"/>
            <ac:spMk id="24" creationId="{DF0F6909-F4F6-EF27-3CD4-F68C5F0089DC}"/>
          </ac:spMkLst>
        </pc:spChg>
        <pc:spChg chg="add del mod">
          <ac:chgData name="Zhao Jin" userId="cd05a825-544c-438a-9ba1-08e63db50b47" providerId="ADAL" clId="{7346625B-7E8F-4E9B-A9F0-94C1DD70E907}" dt="2026-02-09T04:33:26.207" v="821" actId="478"/>
          <ac:spMkLst>
            <pc:docMk/>
            <pc:sldMk cId="1657664879" sldId="574"/>
            <ac:spMk id="25" creationId="{166D5FFC-B0BE-FA3C-E358-AE74E808724F}"/>
          </ac:spMkLst>
        </pc:spChg>
        <pc:spChg chg="add del mod">
          <ac:chgData name="Zhao Jin" userId="cd05a825-544c-438a-9ba1-08e63db50b47" providerId="ADAL" clId="{7346625B-7E8F-4E9B-A9F0-94C1DD70E907}" dt="2026-02-09T04:33:27.717" v="822" actId="478"/>
          <ac:spMkLst>
            <pc:docMk/>
            <pc:sldMk cId="1657664879" sldId="574"/>
            <ac:spMk id="26" creationId="{1C9717DA-37E3-650C-D6A8-28AF6FCCD814}"/>
          </ac:spMkLst>
        </pc:spChg>
        <pc:spChg chg="mod">
          <ac:chgData name="Zhao Jin" userId="cd05a825-544c-438a-9ba1-08e63db50b47" providerId="ADAL" clId="{7346625B-7E8F-4E9B-A9F0-94C1DD70E907}" dt="2026-02-09T04:30:30.688" v="735" actId="20577"/>
          <ac:spMkLst>
            <pc:docMk/>
            <pc:sldMk cId="1657664879" sldId="574"/>
            <ac:spMk id="25602" creationId="{404AAE4A-10F4-7346-CDAC-B5DCF3A66E49}"/>
          </ac:spMkLst>
        </pc:spChg>
        <pc:graphicFrameChg chg="del">
          <ac:chgData name="Zhao Jin" userId="cd05a825-544c-438a-9ba1-08e63db50b47" providerId="ADAL" clId="{7346625B-7E8F-4E9B-A9F0-94C1DD70E907}" dt="2026-02-09T04:09:15.347" v="136" actId="478"/>
          <ac:graphicFrameMkLst>
            <pc:docMk/>
            <pc:sldMk cId="1657664879" sldId="574"/>
            <ac:graphicFrameMk id="5" creationId="{3D47B70E-41D1-08AC-96DF-DB5F0CF7DC09}"/>
          </ac:graphicFrameMkLst>
        </pc:graphicFrameChg>
        <pc:graphicFrameChg chg="add del mod modGraphic">
          <ac:chgData name="Zhao Jin" userId="cd05a825-544c-438a-9ba1-08e63db50b47" providerId="ADAL" clId="{7346625B-7E8F-4E9B-A9F0-94C1DD70E907}" dt="2026-02-09T04:17:44.211" v="545" actId="21"/>
          <ac:graphicFrameMkLst>
            <pc:docMk/>
            <pc:sldMk cId="1657664879" sldId="574"/>
            <ac:graphicFrameMk id="8" creationId="{3F390538-D195-3FE9-E9C8-3F97C4B88B66}"/>
          </ac:graphicFrameMkLst>
        </pc:graphicFrameChg>
        <pc:graphicFrameChg chg="add mod">
          <ac:chgData name="Zhao Jin" userId="cd05a825-544c-438a-9ba1-08e63db50b47" providerId="ADAL" clId="{7346625B-7E8F-4E9B-A9F0-94C1DD70E907}" dt="2026-02-09T04:18:18.157" v="556"/>
          <ac:graphicFrameMkLst>
            <pc:docMk/>
            <pc:sldMk cId="1657664879" sldId="574"/>
            <ac:graphicFrameMk id="14" creationId="{3F390538-D195-3FE9-E9C8-3F97C4B88B66}"/>
          </ac:graphicFrameMkLst>
        </pc:graphicFrameChg>
        <pc:graphicFrameChg chg="add del mod modGraphic">
          <ac:chgData name="Zhao Jin" userId="cd05a825-544c-438a-9ba1-08e63db50b47" providerId="ADAL" clId="{7346625B-7E8F-4E9B-A9F0-94C1DD70E907}" dt="2026-02-09T04:33:21.073" v="819" actId="478"/>
          <ac:graphicFrameMkLst>
            <pc:docMk/>
            <pc:sldMk cId="1657664879" sldId="574"/>
            <ac:graphicFrameMk id="17" creationId="{229EB236-6785-DBDA-EB2C-15A207353CE8}"/>
          </ac:graphicFrameMkLst>
        </pc:graphicFrameChg>
        <pc:graphicFrameChg chg="add del mod modGraphic">
          <ac:chgData name="Zhao Jin" userId="cd05a825-544c-438a-9ba1-08e63db50b47" providerId="ADAL" clId="{7346625B-7E8F-4E9B-A9F0-94C1DD70E907}" dt="2026-02-09T04:33:35.672" v="826" actId="21"/>
          <ac:graphicFrameMkLst>
            <pc:docMk/>
            <pc:sldMk cId="1657664879" sldId="574"/>
            <ac:graphicFrameMk id="22" creationId="{73E8A17D-809B-3731-8E57-F7195B59BD2B}"/>
          </ac:graphicFrameMkLst>
        </pc:graphicFrameChg>
        <pc:picChg chg="add del mod">
          <ac:chgData name="Zhao Jin" userId="cd05a825-544c-438a-9ba1-08e63db50b47" providerId="ADAL" clId="{7346625B-7E8F-4E9B-A9F0-94C1DD70E907}" dt="2026-02-09T04:18:17.501" v="555" actId="478"/>
          <ac:picMkLst>
            <pc:docMk/>
            <pc:sldMk cId="1657664879" sldId="574"/>
            <ac:picMk id="13" creationId="{6D11F2DB-E9C1-214C-1F15-03EA96B8F83F}"/>
          </ac:picMkLst>
        </pc:picChg>
        <pc:picChg chg="add del mod">
          <ac:chgData name="Zhao Jin" userId="cd05a825-544c-438a-9ba1-08e63db50b47" providerId="ADAL" clId="{7346625B-7E8F-4E9B-A9F0-94C1DD70E907}" dt="2026-02-09T04:32:20.199" v="755" actId="478"/>
          <ac:picMkLst>
            <pc:docMk/>
            <pc:sldMk cId="1657664879" sldId="574"/>
            <ac:picMk id="16" creationId="{02DEC6B5-8877-8F70-698F-6090A05586AC}"/>
          </ac:picMkLst>
        </pc:picChg>
        <pc:picChg chg="add mod">
          <ac:chgData name="Zhao Jin" userId="cd05a825-544c-438a-9ba1-08e63db50b47" providerId="ADAL" clId="{7346625B-7E8F-4E9B-A9F0-94C1DD70E907}" dt="2026-02-09T04:33:50.548" v="832" actId="1076"/>
          <ac:picMkLst>
            <pc:docMk/>
            <pc:sldMk cId="1657664879" sldId="574"/>
            <ac:picMk id="27" creationId="{68734D51-8399-70D3-9CF0-623A567708F6}"/>
          </ac:picMkLst>
        </pc:picChg>
      </pc:sldChg>
      <pc:sldChg chg="add del">
        <pc:chgData name="Zhao Jin" userId="cd05a825-544c-438a-9ba1-08e63db50b47" providerId="ADAL" clId="{7346625B-7E8F-4E9B-A9F0-94C1DD70E907}" dt="2026-02-09T04:20:41.764" v="598" actId="47"/>
        <pc:sldMkLst>
          <pc:docMk/>
          <pc:sldMk cId="328909914" sldId="575"/>
        </pc:sldMkLst>
      </pc:sldChg>
      <pc:sldChg chg="addSp delSp modSp add mod delAnim">
        <pc:chgData name="Zhao Jin" userId="cd05a825-544c-438a-9ba1-08e63db50b47" providerId="ADAL" clId="{7346625B-7E8F-4E9B-A9F0-94C1DD70E907}" dt="2026-02-09T04:21:47.532" v="600"/>
        <pc:sldMkLst>
          <pc:docMk/>
          <pc:sldMk cId="4237116998" sldId="576"/>
        </pc:sldMkLst>
        <pc:spChg chg="add del mod">
          <ac:chgData name="Zhao Jin" userId="cd05a825-544c-438a-9ba1-08e63db50b47" providerId="ADAL" clId="{7346625B-7E8F-4E9B-A9F0-94C1DD70E907}" dt="2026-02-09T04:20:36.107" v="596" actId="21"/>
          <ac:spMkLst>
            <pc:docMk/>
            <pc:sldMk cId="4237116998" sldId="576"/>
            <ac:spMk id="4" creationId="{A4863236-43A8-3934-DC5B-8FA3959DC7D6}"/>
          </ac:spMkLst>
        </pc:spChg>
        <pc:spChg chg="add mod">
          <ac:chgData name="Zhao Jin" userId="cd05a825-544c-438a-9ba1-08e63db50b47" providerId="ADAL" clId="{7346625B-7E8F-4E9B-A9F0-94C1DD70E907}" dt="2026-02-09T04:21:47.532" v="600"/>
          <ac:spMkLst>
            <pc:docMk/>
            <pc:sldMk cId="4237116998" sldId="576"/>
            <ac:spMk id="5" creationId="{C72BA9F7-8ABC-C249-C4A8-B63BA39380B5}"/>
          </ac:spMkLst>
        </pc:spChg>
        <pc:spChg chg="add mod">
          <ac:chgData name="Zhao Jin" userId="cd05a825-544c-438a-9ba1-08e63db50b47" providerId="ADAL" clId="{7346625B-7E8F-4E9B-A9F0-94C1DD70E907}" dt="2026-02-09T04:21:47.532" v="600"/>
          <ac:spMkLst>
            <pc:docMk/>
            <pc:sldMk cId="4237116998" sldId="576"/>
            <ac:spMk id="6" creationId="{2653A6D9-B306-37B1-2037-978D2AAA6F04}"/>
          </ac:spMkLst>
        </pc:spChg>
        <pc:spChg chg="del">
          <ac:chgData name="Zhao Jin" userId="cd05a825-544c-438a-9ba1-08e63db50b47" providerId="ADAL" clId="{7346625B-7E8F-4E9B-A9F0-94C1DD70E907}" dt="2026-02-09T04:21:00.982" v="599" actId="478"/>
          <ac:spMkLst>
            <pc:docMk/>
            <pc:sldMk cId="4237116998" sldId="576"/>
            <ac:spMk id="27" creationId="{D6330C04-4DA5-0DDE-487F-6B22D715201D}"/>
          </ac:spMkLst>
        </pc:spChg>
        <pc:spChg chg="del">
          <ac:chgData name="Zhao Jin" userId="cd05a825-544c-438a-9ba1-08e63db50b47" providerId="ADAL" clId="{7346625B-7E8F-4E9B-A9F0-94C1DD70E907}" dt="2026-02-09T04:21:00.982" v="599" actId="478"/>
          <ac:spMkLst>
            <pc:docMk/>
            <pc:sldMk cId="4237116998" sldId="576"/>
            <ac:spMk id="49" creationId="{D6CE55DA-3F55-1888-EDE5-1EBFBE6D54DE}"/>
          </ac:spMkLst>
        </pc:spChg>
        <pc:grpChg chg="del">
          <ac:chgData name="Zhao Jin" userId="cd05a825-544c-438a-9ba1-08e63db50b47" providerId="ADAL" clId="{7346625B-7E8F-4E9B-A9F0-94C1DD70E907}" dt="2026-02-09T04:21:00.982" v="599" actId="478"/>
          <ac:grpSpMkLst>
            <pc:docMk/>
            <pc:sldMk cId="4237116998" sldId="576"/>
            <ac:grpSpMk id="28" creationId="{F8998B58-985B-76D5-58B2-35CC7E0DA089}"/>
          </ac:grpSpMkLst>
        </pc:grpChg>
        <pc:grpChg chg="del">
          <ac:chgData name="Zhao Jin" userId="cd05a825-544c-438a-9ba1-08e63db50b47" providerId="ADAL" clId="{7346625B-7E8F-4E9B-A9F0-94C1DD70E907}" dt="2026-02-09T04:21:00.982" v="599" actId="478"/>
          <ac:grpSpMkLst>
            <pc:docMk/>
            <pc:sldMk cId="4237116998" sldId="576"/>
            <ac:grpSpMk id="31" creationId="{5F0049F3-341C-4765-844E-4F48F5F002AC}"/>
          </ac:grpSpMkLst>
        </pc:grpChg>
        <pc:cxnChg chg="mod">
          <ac:chgData name="Zhao Jin" userId="cd05a825-544c-438a-9ba1-08e63db50b47" providerId="ADAL" clId="{7346625B-7E8F-4E9B-A9F0-94C1DD70E907}" dt="2026-02-09T04:21:00.982" v="599" actId="478"/>
          <ac:cxnSpMkLst>
            <pc:docMk/>
            <pc:sldMk cId="4237116998" sldId="576"/>
            <ac:cxnSpMk id="30" creationId="{BF1AC76D-EBC3-60C7-0A2C-651E2ED757AB}"/>
          </ac:cxnSpMkLst>
        </pc:cxnChg>
        <pc:cxnChg chg="mod">
          <ac:chgData name="Zhao Jin" userId="cd05a825-544c-438a-9ba1-08e63db50b47" providerId="ADAL" clId="{7346625B-7E8F-4E9B-A9F0-94C1DD70E907}" dt="2026-02-09T04:21:00.982" v="599" actId="478"/>
          <ac:cxnSpMkLst>
            <pc:docMk/>
            <pc:sldMk cId="4237116998" sldId="576"/>
            <ac:cxnSpMk id="33" creationId="{892C3E09-9E2B-798E-135C-21633DC81383}"/>
          </ac:cxnSpMkLst>
        </pc:cxnChg>
        <pc:cxnChg chg="mod">
          <ac:chgData name="Zhao Jin" userId="cd05a825-544c-438a-9ba1-08e63db50b47" providerId="ADAL" clId="{7346625B-7E8F-4E9B-A9F0-94C1DD70E907}" dt="2026-02-09T04:21:00.982" v="599" actId="478"/>
          <ac:cxnSpMkLst>
            <pc:docMk/>
            <pc:sldMk cId="4237116998" sldId="576"/>
            <ac:cxnSpMk id="51" creationId="{AD3FC8CE-3C17-757D-C19B-8343BAEF15C8}"/>
          </ac:cxnSpMkLst>
        </pc:cxnChg>
        <pc:cxnChg chg="mod">
          <ac:chgData name="Zhao Jin" userId="cd05a825-544c-438a-9ba1-08e63db50b47" providerId="ADAL" clId="{7346625B-7E8F-4E9B-A9F0-94C1DD70E907}" dt="2026-02-09T04:21:00.982" v="599" actId="478"/>
          <ac:cxnSpMkLst>
            <pc:docMk/>
            <pc:sldMk cId="4237116998" sldId="576"/>
            <ac:cxnSpMk id="56" creationId="{03364373-C2FA-E745-546D-6D3507CA2CE7}"/>
          </ac:cxnSpMkLst>
        </pc:cxnChg>
        <pc:cxnChg chg="mod">
          <ac:chgData name="Zhao Jin" userId="cd05a825-544c-438a-9ba1-08e63db50b47" providerId="ADAL" clId="{7346625B-7E8F-4E9B-A9F0-94C1DD70E907}" dt="2026-02-09T04:21:00.982" v="599" actId="478"/>
          <ac:cxnSpMkLst>
            <pc:docMk/>
            <pc:sldMk cId="4237116998" sldId="576"/>
            <ac:cxnSpMk id="57" creationId="{13A0822C-711B-3D3A-2198-14D94021BAA8}"/>
          </ac:cxnSpMkLst>
        </pc:cxnChg>
      </pc:sldChg>
      <pc:sldChg chg="addSp delSp modSp add mod">
        <pc:chgData name="Zhao Jin" userId="cd05a825-544c-438a-9ba1-08e63db50b47" providerId="ADAL" clId="{7346625B-7E8F-4E9B-A9F0-94C1DD70E907}" dt="2026-02-09T04:25:40.770" v="630"/>
        <pc:sldMkLst>
          <pc:docMk/>
          <pc:sldMk cId="1385713297" sldId="577"/>
        </pc:sldMkLst>
        <pc:spChg chg="del">
          <ac:chgData name="Zhao Jin" userId="cd05a825-544c-438a-9ba1-08e63db50b47" providerId="ADAL" clId="{7346625B-7E8F-4E9B-A9F0-94C1DD70E907}" dt="2026-02-09T04:25:36.559" v="628" actId="478"/>
          <ac:spMkLst>
            <pc:docMk/>
            <pc:sldMk cId="1385713297" sldId="577"/>
            <ac:spMk id="5" creationId="{0D6AA312-CFB1-5300-5A28-19D91ABEF599}"/>
          </ac:spMkLst>
        </pc:spChg>
        <pc:spChg chg="del">
          <ac:chgData name="Zhao Jin" userId="cd05a825-544c-438a-9ba1-08e63db50b47" providerId="ADAL" clId="{7346625B-7E8F-4E9B-A9F0-94C1DD70E907}" dt="2026-02-09T04:25:36.559" v="628" actId="478"/>
          <ac:spMkLst>
            <pc:docMk/>
            <pc:sldMk cId="1385713297" sldId="577"/>
            <ac:spMk id="6" creationId="{B48E6825-384B-1720-E93F-87C7E6CC16FF}"/>
          </ac:spMkLst>
        </pc:spChg>
        <pc:spChg chg="add del mod">
          <ac:chgData name="Zhao Jin" userId="cd05a825-544c-438a-9ba1-08e63db50b47" providerId="ADAL" clId="{7346625B-7E8F-4E9B-A9F0-94C1DD70E907}" dt="2026-02-09T04:25:40.231" v="629" actId="478"/>
          <ac:spMkLst>
            <pc:docMk/>
            <pc:sldMk cId="1385713297" sldId="577"/>
            <ac:spMk id="7" creationId="{5E3B56D4-CF03-1F78-B540-B2D476EC2D4A}"/>
          </ac:spMkLst>
        </pc:spChg>
        <pc:spChg chg="add mod">
          <ac:chgData name="Zhao Jin" userId="cd05a825-544c-438a-9ba1-08e63db50b47" providerId="ADAL" clId="{7346625B-7E8F-4E9B-A9F0-94C1DD70E907}" dt="2026-02-09T04:25:40.770" v="630"/>
          <ac:spMkLst>
            <pc:docMk/>
            <pc:sldMk cId="1385713297" sldId="577"/>
            <ac:spMk id="8" creationId="{2015ED7C-2537-3CF1-A98D-59B32710411C}"/>
          </ac:spMkLst>
        </pc:spChg>
        <pc:graphicFrameChg chg="add mod">
          <ac:chgData name="Zhao Jin" userId="cd05a825-544c-438a-9ba1-08e63db50b47" providerId="ADAL" clId="{7346625B-7E8F-4E9B-A9F0-94C1DD70E907}" dt="2026-02-09T04:25:40.770" v="630"/>
          <ac:graphicFrameMkLst>
            <pc:docMk/>
            <pc:sldMk cId="1385713297" sldId="577"/>
            <ac:graphicFrameMk id="9" creationId="{8061167C-29F1-7DB3-3745-BE09B20BF85F}"/>
          </ac:graphicFrameMkLst>
        </pc:graphicFrameChg>
      </pc:sldChg>
      <pc:sldChg chg="addSp delSp modSp add mod delAnim modAnim">
        <pc:chgData name="Zhao Jin" userId="cd05a825-544c-438a-9ba1-08e63db50b47" providerId="ADAL" clId="{7346625B-7E8F-4E9B-A9F0-94C1DD70E907}" dt="2026-02-09T04:37:46.164" v="987" actId="1076"/>
        <pc:sldMkLst>
          <pc:docMk/>
          <pc:sldMk cId="516833302" sldId="578"/>
        </pc:sldMkLst>
        <pc:spChg chg="add del mod">
          <ac:chgData name="Zhao Jin" userId="cd05a825-544c-438a-9ba1-08e63db50b47" providerId="ADAL" clId="{7346625B-7E8F-4E9B-A9F0-94C1DD70E907}" dt="2026-02-09T04:31:20.992" v="743" actId="478"/>
          <ac:spMkLst>
            <pc:docMk/>
            <pc:sldMk cId="516833302" sldId="578"/>
            <ac:spMk id="5" creationId="{F5E3D265-E80D-6C58-C31A-267A235BC237}"/>
          </ac:spMkLst>
        </pc:spChg>
        <pc:spChg chg="add del mod">
          <ac:chgData name="Zhao Jin" userId="cd05a825-544c-438a-9ba1-08e63db50b47" providerId="ADAL" clId="{7346625B-7E8F-4E9B-A9F0-94C1DD70E907}" dt="2026-02-09T04:31:22.383" v="744" actId="478"/>
          <ac:spMkLst>
            <pc:docMk/>
            <pc:sldMk cId="516833302" sldId="578"/>
            <ac:spMk id="6" creationId="{C1EB1C31-5E11-41AE-F559-317FDDE631FB}"/>
          </ac:spMkLst>
        </pc:spChg>
        <pc:spChg chg="mod">
          <ac:chgData name="Zhao Jin" userId="cd05a825-544c-438a-9ba1-08e63db50b47" providerId="ADAL" clId="{7346625B-7E8F-4E9B-A9F0-94C1DD70E907}" dt="2026-02-09T04:37:38.962" v="984" actId="207"/>
          <ac:spMkLst>
            <pc:docMk/>
            <pc:sldMk cId="516833302" sldId="578"/>
            <ac:spMk id="10" creationId="{6024E618-B56D-8FF2-DEA9-1BBA9F38616D}"/>
          </ac:spMkLst>
        </pc:spChg>
        <pc:graphicFrameChg chg="add del mod modGraphic">
          <ac:chgData name="Zhao Jin" userId="cd05a825-544c-438a-9ba1-08e63db50b47" providerId="ADAL" clId="{7346625B-7E8F-4E9B-A9F0-94C1DD70E907}" dt="2026-02-09T04:34:40.120" v="864" actId="21"/>
          <ac:graphicFrameMkLst>
            <pc:docMk/>
            <pc:sldMk cId="516833302" sldId="578"/>
            <ac:graphicFrameMk id="4" creationId="{2C4E9ECF-6CD1-73C0-077B-7640C7ABA809}"/>
          </ac:graphicFrameMkLst>
        </pc:graphicFrameChg>
        <pc:graphicFrameChg chg="add mod">
          <ac:chgData name="Zhao Jin" userId="cd05a825-544c-438a-9ba1-08e63db50b47" providerId="ADAL" clId="{7346625B-7E8F-4E9B-A9F0-94C1DD70E907}" dt="2026-02-09T04:31:30.866" v="745"/>
          <ac:graphicFrameMkLst>
            <pc:docMk/>
            <pc:sldMk cId="516833302" sldId="578"/>
            <ac:graphicFrameMk id="7" creationId="{D33EC27B-CB09-2B82-AA3D-C1675F236080}"/>
          </ac:graphicFrameMkLst>
        </pc:graphicFrameChg>
        <pc:picChg chg="add del">
          <ac:chgData name="Zhao Jin" userId="cd05a825-544c-438a-9ba1-08e63db50b47" providerId="ADAL" clId="{7346625B-7E8F-4E9B-A9F0-94C1DD70E907}" dt="2026-02-09T04:31:47.304" v="751" actId="478"/>
          <ac:picMkLst>
            <pc:docMk/>
            <pc:sldMk cId="516833302" sldId="578"/>
            <ac:picMk id="9" creationId="{736902E4-96C3-1D3E-6464-A8115788CE28}"/>
          </ac:picMkLst>
        </pc:picChg>
        <pc:picChg chg="add mod">
          <ac:chgData name="Zhao Jin" userId="cd05a825-544c-438a-9ba1-08e63db50b47" providerId="ADAL" clId="{7346625B-7E8F-4E9B-A9F0-94C1DD70E907}" dt="2026-02-09T04:37:46.164" v="987" actId="1076"/>
          <ac:picMkLst>
            <pc:docMk/>
            <pc:sldMk cId="516833302" sldId="578"/>
            <ac:picMk id="11" creationId="{1EE3B0E0-0698-72B3-EBB8-FFF5FC7A2479}"/>
          </ac:picMkLst>
        </pc:picChg>
        <pc:picChg chg="del">
          <ac:chgData name="Zhao Jin" userId="cd05a825-544c-438a-9ba1-08e63db50b47" providerId="ADAL" clId="{7346625B-7E8F-4E9B-A9F0-94C1DD70E907}" dt="2026-02-09T04:31:17.351" v="741" actId="478"/>
          <ac:picMkLst>
            <pc:docMk/>
            <pc:sldMk cId="516833302" sldId="578"/>
            <ac:picMk id="16" creationId="{72FE2A43-08AC-53A2-9D34-4BD448664A21}"/>
          </ac:picMkLst>
        </pc:picChg>
      </pc:sldChg>
    </pc:docChg>
  </pc:docChgLst>
</pc:chgInfo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466" name="Rectangle 1026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r>
              <a:rPr lang="en-GB" dirty="0">
                <a:latin typeface="+mn-lt"/>
              </a:rPr>
              <a:t>CS1010 Programming Methodology</a:t>
            </a:r>
          </a:p>
        </p:txBody>
      </p:sp>
      <p:sp>
        <p:nvSpPr>
          <p:cNvPr id="62467" name="Rectangle 1027"/>
          <p:cNvSpPr>
            <a:spLocks noGrp="1" noChangeArrowheads="1"/>
          </p:cNvSpPr>
          <p:nvPr>
            <p:ph type="dt" sz="quarter" idx="1"/>
          </p:nvPr>
        </p:nvSpPr>
        <p:spPr bwMode="auto">
          <a:xfrm>
            <a:off x="3971614" y="0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 dirty="0"/>
          </a:p>
        </p:txBody>
      </p:sp>
      <p:sp>
        <p:nvSpPr>
          <p:cNvPr id="62468" name="Rectangle 1028"/>
          <p:cNvSpPr>
            <a:spLocks noGrp="1" noChangeArrowheads="1"/>
          </p:cNvSpPr>
          <p:nvPr>
            <p:ph type="ftr" sz="quarter" idx="2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2469" name="Rectangle 1029"/>
          <p:cNvSpPr>
            <a:spLocks noGrp="1" noChangeArrowheads="1"/>
          </p:cNvSpPr>
          <p:nvPr>
            <p:ph type="sldNum" sz="quarter" idx="3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A8128D1A-2CBE-4D8D-BBD3-EF7640D031AF}" type="slidenum">
              <a:rPr lang="en-GB"/>
              <a:pPr>
                <a:defRPr/>
              </a:pPr>
              <a:t>‹#›</a:t>
            </a:fld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1813087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421" name="Rectangle 5"/>
          <p:cNvSpPr>
            <a:spLocks noGrp="1" noChangeArrowheads="1"/>
          </p:cNvSpPr>
          <p:nvPr>
            <p:ph type="body" sz="quarter" idx="3"/>
          </p:nvPr>
        </p:nvSpPr>
        <p:spPr bwMode="auto">
          <a:xfrm>
            <a:off x="936167" y="4414043"/>
            <a:ext cx="5138067" cy="4185089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t" anchorCtr="0" compatLnSpc="1">
            <a:prstTxWarp prst="textNoShape">
              <a:avLst/>
            </a:prstTxWarp>
          </a:bodyPr>
          <a:lstStyle/>
          <a:p>
            <a:pPr lvl="0"/>
            <a:r>
              <a:rPr lang="en-GB" noProof="0"/>
              <a:t>Click to edit Master text styles</a:t>
            </a:r>
          </a:p>
          <a:p>
            <a:pPr lvl="1"/>
            <a:r>
              <a:rPr lang="en-GB" noProof="0"/>
              <a:t>Second level</a:t>
            </a:r>
          </a:p>
          <a:p>
            <a:pPr lvl="2"/>
            <a:r>
              <a:rPr lang="en-GB" noProof="0"/>
              <a:t>Third level</a:t>
            </a:r>
          </a:p>
          <a:p>
            <a:pPr lvl="3"/>
            <a:r>
              <a:rPr lang="en-GB" noProof="0"/>
              <a:t>Fourth level</a:t>
            </a:r>
          </a:p>
          <a:p>
            <a:pPr lvl="4"/>
            <a:r>
              <a:rPr lang="en-GB" noProof="0"/>
              <a:t>Fifth level</a:t>
            </a:r>
          </a:p>
        </p:txBody>
      </p:sp>
      <p:sp>
        <p:nvSpPr>
          <p:cNvPr id="60422" name="Rectangle 6"/>
          <p:cNvSpPr>
            <a:spLocks noGrp="1" noChangeArrowheads="1"/>
          </p:cNvSpPr>
          <p:nvPr>
            <p:ph type="ftr" sz="quarter" idx="4"/>
          </p:nvPr>
        </p:nvSpPr>
        <p:spPr bwMode="auto">
          <a:xfrm>
            <a:off x="0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endParaRPr lang="en-GB"/>
          </a:p>
        </p:txBody>
      </p:sp>
      <p:sp>
        <p:nvSpPr>
          <p:cNvPr id="60423" name="Rectangle 7"/>
          <p:cNvSpPr>
            <a:spLocks noGrp="1" noChangeArrowheads="1"/>
          </p:cNvSpPr>
          <p:nvPr>
            <p:ph type="sldNum" sz="quarter" idx="5"/>
          </p:nvPr>
        </p:nvSpPr>
        <p:spPr bwMode="auto">
          <a:xfrm>
            <a:off x="3971614" y="8831059"/>
            <a:ext cx="3038786" cy="465341"/>
          </a:xfrm>
          <a:prstGeom prst="rect">
            <a:avLst/>
          </a:prstGeom>
          <a:noFill/>
          <a:ln w="12700" cap="sq">
            <a:noFill/>
            <a:miter lim="800000"/>
            <a:headEnd type="none" w="sm" len="sm"/>
            <a:tailEnd type="none" w="sm" len="sm"/>
          </a:ln>
          <a:effectLst/>
        </p:spPr>
        <p:txBody>
          <a:bodyPr vert="horz" wrap="square" lIns="95899" tIns="47949" rIns="95899" bIns="47949" numCol="1" anchor="b" anchorCtr="0" compatLnSpc="1">
            <a:prstTxWarp prst="textNoShape">
              <a:avLst/>
            </a:prstTxWarp>
          </a:bodyPr>
          <a:lstStyle>
            <a:lvl1pPr algn="r" defTabSz="959358" eaLnBrk="0" hangingPunct="0">
              <a:defRPr sz="1300">
                <a:latin typeface="Times New Roman" pitchFamily="18" charset="0"/>
              </a:defRPr>
            </a:lvl1pPr>
          </a:lstStyle>
          <a:p>
            <a:pPr>
              <a:defRPr/>
            </a:pPr>
            <a:fld id="{82D49F41-42BD-4A7F-84D4-B4F7E48B4FCD}" type="slidenum">
              <a:rPr lang="en-GB"/>
              <a:pPr>
                <a:defRPr/>
              </a:pPr>
              <a:t>‹#›</a:t>
            </a:fld>
            <a:endParaRPr lang="en-GB"/>
          </a:p>
        </p:txBody>
      </p:sp>
      <p:sp>
        <p:nvSpPr>
          <p:cNvPr id="8" name="Date Placeholder 7"/>
          <p:cNvSpPr>
            <a:spLocks noGrp="1"/>
          </p:cNvSpPr>
          <p:nvPr>
            <p:ph type="dt" idx="1"/>
          </p:nvPr>
        </p:nvSpPr>
        <p:spPr>
          <a:xfrm>
            <a:off x="3971614" y="0"/>
            <a:ext cx="3037117" cy="465341"/>
          </a:xfrm>
          <a:prstGeom prst="rect">
            <a:avLst/>
          </a:prstGeom>
        </p:spPr>
        <p:txBody>
          <a:bodyPr vert="horz" lIns="92098" tIns="46049" rIns="92098" bIns="46049" rtlCol="0"/>
          <a:lstStyle>
            <a:lvl1pPr algn="r">
              <a:defRPr sz="1200"/>
            </a:lvl1pPr>
          </a:lstStyle>
          <a:p>
            <a:pPr>
              <a:defRPr/>
            </a:pPr>
            <a:fld id="{0AF3AFD6-2BC0-4B1C-A3C8-8C3FEB1DB624}" type="datetimeFigureOut">
              <a:rPr lang="en-US"/>
              <a:pPr>
                <a:defRPr/>
              </a:pPr>
              <a:t>2/10/2026</a:t>
            </a:fld>
            <a:endParaRPr lang="en-US"/>
          </a:p>
        </p:txBody>
      </p:sp>
      <p:sp>
        <p:nvSpPr>
          <p:cNvPr id="9" name="Slide Image Placeholder 8"/>
          <p:cNvSpPr>
            <a:spLocks noGrp="1" noRot="1" noChangeAspect="1"/>
          </p:cNvSpPr>
          <p:nvPr>
            <p:ph type="sldImg" idx="2"/>
          </p:nvPr>
        </p:nvSpPr>
        <p:spPr>
          <a:xfrm>
            <a:off x="1181100" y="696913"/>
            <a:ext cx="4648200" cy="348615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lvl="0"/>
            <a:endParaRPr lang="en-US" noProof="0"/>
          </a:p>
        </p:txBody>
      </p:sp>
      <p:sp>
        <p:nvSpPr>
          <p:cNvPr id="11" name="Header Placeholder 10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37117" cy="465341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>
              <a:defRPr/>
            </a:pPr>
            <a:r>
              <a:rPr lang="en-US" dirty="0"/>
              <a:t>CS1010 Programming  Methodology</a:t>
            </a:r>
          </a:p>
        </p:txBody>
      </p:sp>
    </p:spTree>
    <p:extLst>
      <p:ext uri="{BB962C8B-B14F-4D97-AF65-F5344CB8AC3E}">
        <p14:creationId xmlns:p14="http://schemas.microsoft.com/office/powerpoint/2010/main" val="1838096873"/>
      </p:ext>
    </p:extLst>
  </p:cSld>
  <p:clrMap bg1="lt1" tx1="dk1" bg2="lt2" tx2="dk2" accent1="accent1" accent2="accent2" accent3="accent3" accent4="accent4" accent5="accent5" accent6="accent6" hlink="hlink" folHlink="folHlink"/>
  <p:hf ftr="0" dt="0"/>
  <p:notesStyle>
    <a:lvl1pPr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1pPr>
    <a:lvl2pPr marL="4572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2pPr>
    <a:lvl3pPr marL="9144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3pPr>
    <a:lvl4pPr marL="13716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4pPr>
    <a:lvl5pPr marL="1828800" algn="l" rtl="0" eaLnBrk="0" fontAlgn="base" hangingPunct="0">
      <a:spcBef>
        <a:spcPct val="30000"/>
      </a:spcBef>
      <a:spcAft>
        <a:spcPct val="0"/>
      </a:spcAft>
      <a:defRPr sz="1200" kern="1200">
        <a:solidFill>
          <a:schemeClr val="tx1"/>
        </a:solidFill>
        <a:latin typeface="Times New Roman" pitchFamily="18" charset="0"/>
        <a:ea typeface="+mn-ea"/>
        <a:cs typeface="Arial" charset="0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490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3491" name="Rectangle 1026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3492" name="Rectangle 1027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72074482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F060461-070F-5729-E347-6C5E4D4F731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6E54661A-D5AB-E0FA-FF7F-A5271F0F050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8299673E-DBE5-16E8-5F13-453420A6524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566EEAE3-D228-9EC4-40D8-098978E8F0FC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9922013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47102104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77F694B-9336-F263-1C72-C99B5A39F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CF7F8AEE-A626-3D95-EF3C-918874F52925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4E424C3F-60B2-DBC3-13C0-53DAA8A192DA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9541F95E-E3CC-89A2-CD9B-188C45D1547A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1433760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EC058F8-AFEC-F0D0-E0FA-811F091D716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1D16F87F-0EE4-A6FC-B528-A9C917B84648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AFDDC9D2-BB32-8115-0C1D-E40E46E06CAE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BF7B59B7-3139-22C3-8D07-57044E5385A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026898493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0020646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33486859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6DFB81-700F-8498-639F-F19CFD43B9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790E4A30-BD0A-6074-87FC-C3BD7485D77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A28B0569-E5B5-5C5C-6A82-AF1E2AE883C1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39E50AC-7D33-8FDF-AB71-82F139F9C5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27491313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288152934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97231052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B8DFA04-C0AE-C0EA-7861-41A0C0B5AC7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11C73EF5-4390-43C9-8EE5-29770B41B2A9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9370FB4-3169-AF28-2E87-5C943ADEC9C2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91F1E42B-FDAA-CBB7-13A4-E531839C8D81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70383237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3510353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83423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/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9392097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68E6C95-C821-AFD0-A024-535A29CDBF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514" name="Rectangle 2">
            <a:extLst>
              <a:ext uri="{FF2B5EF4-FFF2-40B4-BE49-F238E27FC236}">
                <a16:creationId xmlns:a16="http://schemas.microsoft.com/office/drawing/2014/main" id="{A5A9525D-5E58-FC18-F496-B5DBF55AD42E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64515" name="Rectangle 2">
            <a:extLst>
              <a:ext uri="{FF2B5EF4-FFF2-40B4-BE49-F238E27FC236}">
                <a16:creationId xmlns:a16="http://schemas.microsoft.com/office/drawing/2014/main" id="{73E1FFD0-C688-7F44-2D30-687084CB2F19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64516" name="Rectangle 3">
            <a:extLst>
              <a:ext uri="{FF2B5EF4-FFF2-40B4-BE49-F238E27FC236}">
                <a16:creationId xmlns:a16="http://schemas.microsoft.com/office/drawing/2014/main" id="{26AB9BA2-9AFB-21FC-4E06-378B1BC4A17E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ln w="9525"/>
        </p:spPr>
        <p:txBody>
          <a:bodyPr/>
          <a:lstStyle/>
          <a:p>
            <a:pPr eaLnBrk="1" hangingPunct="1"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043021948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FB5C8E6-F075-4C23-BFE7-F305E7A1C1F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778" name="Rectangle 2">
            <a:extLst>
              <a:ext uri="{FF2B5EF4-FFF2-40B4-BE49-F238E27FC236}">
                <a16:creationId xmlns:a16="http://schemas.microsoft.com/office/drawing/2014/main" id="{BB9F41D3-9CCF-1C57-76D0-5D67EB29A256}"/>
              </a:ext>
            </a:extLst>
          </p:cNvPr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5779" name="Rectangle 2">
            <a:extLst>
              <a:ext uri="{FF2B5EF4-FFF2-40B4-BE49-F238E27FC236}">
                <a16:creationId xmlns:a16="http://schemas.microsoft.com/office/drawing/2014/main" id="{2010FCCE-F4A6-8055-95A3-137418059CC3}"/>
              </a:ext>
            </a:extLst>
          </p:cNvPr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5780" name="Rectangle 3">
            <a:extLst>
              <a:ext uri="{FF2B5EF4-FFF2-40B4-BE49-F238E27FC236}">
                <a16:creationId xmlns:a16="http://schemas.microsoft.com/office/drawing/2014/main" id="{0622D698-04A5-C9EE-AAF6-BF8133F2DFB8}"/>
              </a:ext>
            </a:extLst>
          </p:cNvPr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marL="0" indent="0" eaLnBrk="1" hangingPunct="1">
              <a:buFont typeface="Calibri" pitchFamily="34" charset="0"/>
              <a:buNone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5978450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4754" name="Rectangle 2"/>
          <p:cNvSpPr>
            <a:spLocks noGrp="1" noChangeArrowheads="1"/>
          </p:cNvSpPr>
          <p:nvPr>
            <p:ph type="hdr" sz="quarter"/>
          </p:nvPr>
        </p:nvSpPr>
        <p:spPr bwMode="auto">
          <a:xfrm>
            <a:off x="0" y="0"/>
            <a:ext cx="3038786" cy="465341"/>
          </a:xfrm>
          <a:noFill/>
          <a:ln>
            <a:miter lim="800000"/>
            <a:headEnd/>
            <a:tailEnd/>
          </a:ln>
        </p:spPr>
        <p:txBody>
          <a:bodyPr wrap="square" numCol="1" anchor="t" anchorCtr="0" compatLnSpc="1">
            <a:prstTxWarp prst="textNoShape">
              <a:avLst/>
            </a:prstTxWarp>
          </a:bodyPr>
          <a:lstStyle/>
          <a:p>
            <a:r>
              <a:rPr lang="en-US"/>
              <a:t>CS1010 Programming Methodology</a:t>
            </a:r>
          </a:p>
        </p:txBody>
      </p:sp>
      <p:sp>
        <p:nvSpPr>
          <p:cNvPr id="74755" name="Rectangle 2"/>
          <p:cNvSpPr>
            <a:spLocks noGrp="1" noRot="1" noChangeAspect="1" noChangeArrowheads="1" noTextEdit="1"/>
          </p:cNvSpPr>
          <p:nvPr>
            <p:ph type="sldImg"/>
          </p:nvPr>
        </p:nvSpPr>
        <p:spPr bwMode="auto">
          <a:xfrm>
            <a:off x="1182688" y="696913"/>
            <a:ext cx="4648200" cy="3486150"/>
          </a:xfrm>
          <a:noFill/>
          <a:ln>
            <a:solidFill>
              <a:srgbClr val="000000"/>
            </a:solidFill>
            <a:miter lim="800000"/>
            <a:headEnd/>
            <a:tailEnd/>
          </a:ln>
        </p:spPr>
      </p:sp>
      <p:sp>
        <p:nvSpPr>
          <p:cNvPr id="74756" name="Rectangle 3"/>
          <p:cNvSpPr>
            <a:spLocks noGrp="1" noChangeArrowheads="1"/>
          </p:cNvSpPr>
          <p:nvPr>
            <p:ph type="body" idx="1"/>
          </p:nvPr>
        </p:nvSpPr>
        <p:spPr>
          <a:noFill/>
          <a:ln w="9525"/>
        </p:spPr>
        <p:txBody>
          <a:bodyPr/>
          <a:lstStyle/>
          <a:p>
            <a:pPr eaLnBrk="1" hangingPunct="1"/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4105226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371600"/>
            <a:ext cx="7848600" cy="1927225"/>
          </a:xfrm>
        </p:spPr>
        <p:txBody>
          <a:bodyPr anchor="b">
            <a:noAutofit/>
          </a:bodyPr>
          <a:lstStyle>
            <a:lvl1pPr>
              <a:defRPr sz="5400" cap="all" baseline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505200"/>
            <a:ext cx="6400800" cy="1752600"/>
          </a:xfrm>
        </p:spPr>
        <p:txBody>
          <a:bodyPr/>
          <a:lstStyle>
            <a:lvl1pPr marL="0" indent="0" algn="l">
              <a:buNone/>
              <a:defRPr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[35cce793-99a6-4f28-9e1a-625ba96e3db4]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b="0"/>
            </a:lvl1pPr>
          </a:lstStyle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8" name="Straight Connector 7"/>
          <p:cNvCxnSpPr/>
          <p:nvPr/>
        </p:nvCxnSpPr>
        <p:spPr>
          <a:xfrm>
            <a:off x="685800" y="3398520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1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2362200"/>
            <a:ext cx="7772400" cy="2200275"/>
          </a:xfrm>
        </p:spPr>
        <p:txBody>
          <a:bodyPr anchor="b">
            <a:normAutofit/>
          </a:bodyPr>
          <a:lstStyle>
            <a:lvl1pPr algn="l">
              <a:defRPr sz="4800" b="0" cap="all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4626864"/>
            <a:ext cx="7772400" cy="1500187"/>
          </a:xfrm>
        </p:spPr>
        <p:txBody>
          <a:bodyPr anchor="t">
            <a:normAutofit/>
          </a:bodyPr>
          <a:lstStyle>
            <a:lvl1pPr marL="0" indent="0">
              <a:buNone/>
              <a:defRPr sz="2400">
                <a:solidFill>
                  <a:schemeClr val="tx2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 sz="1200" b="0"/>
            </a:lvl1pPr>
          </a:lstStyle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7" name="Straight Connector 6"/>
          <p:cNvCxnSpPr/>
          <p:nvPr/>
        </p:nvCxnSpPr>
        <p:spPr>
          <a:xfrm>
            <a:off x="731520" y="4599432"/>
            <a:ext cx="784860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overrideClrMapping bg1="dk1" tx1="lt1" bg2="dk2" tx2="lt2" accent1="accent1" accent2="accent2" accent3="accent3" accent4="accent4" accent5="accent5" accent6="accent6" hlink="hlink" folHlink="folHlink"/>
  </p:clrMapOvr>
  <p:transition>
    <p:fade/>
  </p:transition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73352"/>
            <a:ext cx="4038600" cy="4718304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sz="2000" b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754880" y="1676400"/>
            <a:ext cx="3931920" cy="639762"/>
          </a:xfrm>
          <a:noFill/>
          <a:ln>
            <a:noFill/>
          </a:ln>
          <a:effectLst/>
        </p:spPr>
        <p:style>
          <a:lnRef idx="3">
            <a:schemeClr val="lt1"/>
          </a:lnRef>
          <a:fillRef idx="1">
            <a:schemeClr val="accent2"/>
          </a:fillRef>
          <a:effectRef idx="1">
            <a:schemeClr val="accent2"/>
          </a:effectRef>
          <a:fontRef idx="none"/>
        </p:style>
        <p:txBody>
          <a:bodyPr anchor="ctr">
            <a:normAutofit/>
          </a:bodyPr>
          <a:lstStyle>
            <a:lvl1pPr marL="0" indent="0" algn="ctr">
              <a:buNone/>
              <a:defRPr lang="en-US" sz="2000" b="0" kern="1200" dirty="0" smtClean="0">
                <a:solidFill>
                  <a:schemeClr val="tx2"/>
                </a:solidFill>
                <a:latin typeface="+mn-lt"/>
                <a:ea typeface="+mn-ea"/>
                <a:cs typeface="+mn-cs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754880" y="2438400"/>
            <a:ext cx="3931920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11" name="Straight Connector 10"/>
          <p:cNvCxnSpPr/>
          <p:nvPr/>
        </p:nvCxnSpPr>
        <p:spPr>
          <a:xfrm rot="5400000">
            <a:off x="2217817" y="4045823"/>
            <a:ext cx="4709160" cy="794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080"/>
            <a:ext cx="2139696" cy="1261872"/>
          </a:xfrm>
        </p:spPr>
        <p:txBody>
          <a:bodyPr anchor="b">
            <a:no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2971800" y="792080"/>
            <a:ext cx="5715000" cy="557784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2130552"/>
            <a:ext cx="2139696" cy="4243615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  <p:cxnSp>
        <p:nvCxnSpPr>
          <p:cNvPr id="9" name="Straight Connector 8"/>
          <p:cNvCxnSpPr/>
          <p:nvPr/>
        </p:nvCxnSpPr>
        <p:spPr>
          <a:xfrm rot="5400000">
            <a:off x="-13116" y="3580206"/>
            <a:ext cx="5577840" cy="1588"/>
          </a:xfrm>
          <a:prstGeom prst="line">
            <a:avLst/>
          </a:prstGeom>
          <a:ln w="19050">
            <a:solidFill>
              <a:schemeClr val="tx2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  <p:transition>
    <p:fade/>
  </p:transition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792480"/>
            <a:ext cx="2142680" cy="1264920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858610" y="838201"/>
            <a:ext cx="5904390" cy="5500456"/>
          </a:xfrm>
          <a:solidFill>
            <a:schemeClr val="bg2"/>
          </a:solidFill>
          <a:ln w="76200">
            <a:solidFill>
              <a:srgbClr val="FFFFFF"/>
            </a:solidFill>
            <a:miter lim="800000"/>
          </a:ln>
          <a:effectLst>
            <a:outerShdw blurRad="50800" dist="12700" dir="5400000" algn="t" rotWithShape="0">
              <a:prstClr val="black">
                <a:alpha val="59000"/>
              </a:prstClr>
            </a:outerShdw>
          </a:effectLst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133600"/>
            <a:ext cx="2139696" cy="4242816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609600"/>
            <a:ext cx="2057400" cy="5867400"/>
          </a:xfrm>
        </p:spPr>
        <p:txBody>
          <a:bodyPr vert="eaVert" anchor="b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609600"/>
            <a:ext cx="6019800" cy="586740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Ovr>
    <a:masterClrMapping/>
  </p:clrMapOvr>
  <p:transition>
    <p:fade/>
  </p:transition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>
          <a:xfrm>
            <a:off x="0" y="220786"/>
            <a:ext cx="9144000" cy="228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533400"/>
            <a:ext cx="8229600" cy="9906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8768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Rectangle 6"/>
          <p:cNvSpPr/>
          <p:nvPr/>
        </p:nvSpPr>
        <p:spPr>
          <a:xfrm>
            <a:off x="0" y="0"/>
            <a:ext cx="9144000" cy="36576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18288"/>
            <a:ext cx="28956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/>
              <a:t>© NUS</a:t>
            </a:r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429000" y="18288"/>
            <a:ext cx="4114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7620000" y="18288"/>
            <a:ext cx="1066800" cy="329184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 b="0">
                <a:solidFill>
                  <a:srgbClr val="FFFFFF"/>
                </a:solidFill>
              </a:defRPr>
            </a:lvl1pPr>
          </a:lstStyle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5088" r:id="rId1"/>
    <p:sldLayoutId id="2147485089" r:id="rId2"/>
    <p:sldLayoutId id="2147485090" r:id="rId3"/>
    <p:sldLayoutId id="2147485091" r:id="rId4"/>
    <p:sldLayoutId id="2147485092" r:id="rId5"/>
    <p:sldLayoutId id="2147485093" r:id="rId6"/>
    <p:sldLayoutId id="2147485094" r:id="rId7"/>
    <p:sldLayoutId id="2147485095" r:id="rId8"/>
    <p:sldLayoutId id="2147485096" r:id="rId9"/>
    <p:sldLayoutId id="2147485097" r:id="rId10"/>
    <p:sldLayoutId id="2147485098" r:id="rId11"/>
  </p:sldLayoutIdLst>
  <p:transition>
    <p:fade/>
  </p:transition>
  <p:hf hdr="0" dt="0"/>
  <p:txStyles>
    <p:titleStyle>
      <a:lvl1pPr algn="l" defTabSz="914400" rtl="0" eaLnBrk="1" latinLnBrk="0" hangingPunct="1">
        <a:spcBef>
          <a:spcPct val="0"/>
        </a:spcBef>
        <a:buNone/>
        <a:defRPr sz="4000" kern="1200" spc="-1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18288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indent="-182880" algn="l" defTabSz="914400" rtl="0" eaLnBrk="1" latinLnBrk="0" hangingPunct="1">
        <a:spcBef>
          <a:spcPct val="20000"/>
        </a:spcBef>
        <a:buClr>
          <a:schemeClr val="accent1"/>
        </a:buClr>
        <a:buSzPct val="85000"/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182880" algn="l" defTabSz="914400" rtl="0" eaLnBrk="1" latinLnBrk="0" hangingPunct="1">
        <a:spcBef>
          <a:spcPct val="20000"/>
        </a:spcBef>
        <a:buClr>
          <a:schemeClr val="accent1"/>
        </a:buClr>
        <a:buSzPct val="90000"/>
        <a:buFont typeface="Arial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058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188720" indent="-137160" algn="l" defTabSz="914400" rtl="0" eaLnBrk="1" latinLnBrk="0" hangingPunct="1">
        <a:spcBef>
          <a:spcPct val="20000"/>
        </a:spcBef>
        <a:buClr>
          <a:schemeClr val="accent1"/>
        </a:buClr>
        <a:buSzPct val="100000"/>
        <a:buFont typeface="Arial" pitchFamily="34" charset="0"/>
        <a:buChar char="•"/>
        <a:defRPr sz="1400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137160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6pPr>
      <a:lvl7pPr marL="155448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7pPr>
      <a:lvl8pPr marL="173736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8pPr>
      <a:lvl9pPr marL="1920240" indent="-182880" algn="l" defTabSz="914400" rtl="0" eaLnBrk="1" latinLnBrk="0" hangingPunct="1">
        <a:spcBef>
          <a:spcPct val="20000"/>
        </a:spcBef>
        <a:buClr>
          <a:schemeClr val="accent1"/>
        </a:buClr>
        <a:buFont typeface="Arial" pitchFamily="34" charset="0"/>
        <a:buChar char="•"/>
        <a:defRPr sz="13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" name="Picture 5"/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99913" y="4696884"/>
            <a:ext cx="2445774" cy="1263650"/>
          </a:xfrm>
          <a:prstGeom prst="rect">
            <a:avLst/>
          </a:prstGeom>
        </p:spPr>
      </p:pic>
      <p:sp>
        <p:nvSpPr>
          <p:cNvPr id="8" name="[TextBox 7]"/>
          <p:cNvSpPr txBox="1"/>
          <p:nvPr/>
        </p:nvSpPr>
        <p:spPr>
          <a:xfrm>
            <a:off x="3513667" y="2912533"/>
            <a:ext cx="2218267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dirty="0">
                <a:solidFill>
                  <a:srgbClr val="C00000"/>
                </a:solidFill>
                <a:latin typeface="Calibri" panose="020F0502020204030204" pitchFamily="34" charset="0"/>
              </a:rPr>
              <a:t>Week 4</a:t>
            </a:r>
          </a:p>
        </p:txBody>
      </p:sp>
      <p:sp>
        <p:nvSpPr>
          <p:cNvPr id="11" name="[TextBox 7]"/>
          <p:cNvSpPr txBox="1"/>
          <p:nvPr/>
        </p:nvSpPr>
        <p:spPr>
          <a:xfrm>
            <a:off x="1058333" y="3462867"/>
            <a:ext cx="7128934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dirty="0">
                <a:solidFill>
                  <a:srgbClr val="C00000"/>
                </a:solidFill>
                <a:latin typeface="Calibri" panose="020F0502020204030204" pitchFamily="34" charset="0"/>
              </a:rPr>
              <a:t>Recap</a:t>
            </a:r>
          </a:p>
        </p:txBody>
      </p:sp>
      <p:sp>
        <p:nvSpPr>
          <p:cNvPr id="9" name="Title 1"/>
          <p:cNvSpPr txBox="1">
            <a:spLocks/>
          </p:cNvSpPr>
          <p:nvPr/>
        </p:nvSpPr>
        <p:spPr>
          <a:xfrm>
            <a:off x="822960" y="1245704"/>
            <a:ext cx="7543800" cy="1113183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>
            <a:lvl1pPr algn="ctr" defTabSz="914400" rtl="0" eaLnBrk="1" latinLnBrk="0" hangingPunct="1">
              <a:lnSpc>
                <a:spcPct val="85000"/>
              </a:lnSpc>
              <a:spcBef>
                <a:spcPct val="0"/>
              </a:spcBef>
              <a:buNone/>
              <a:defRPr sz="6600" kern="1200" spc="-50" baseline="0">
                <a:solidFill>
                  <a:srgbClr val="003399"/>
                </a:solidFill>
                <a:latin typeface="+mj-lt"/>
                <a:ea typeface="+mj-ea"/>
                <a:cs typeface="+mj-cs"/>
              </a:defRPr>
            </a:lvl1pPr>
          </a:lstStyle>
          <a:p>
            <a:pPr marL="0" marR="0" lvl="0" indent="0" algn="ctr" defTabSz="914400" rtl="0" eaLnBrk="1" fontAlgn="auto" latinLnBrk="0" hangingPunct="1">
              <a:lnSpc>
                <a:spcPct val="150000"/>
              </a:lnSpc>
              <a:spcBef>
                <a:spcPct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sz="3600" b="0" i="0" u="none" strike="noStrike" kern="1200" cap="none" spc="-38" normalizeH="0" baseline="0" noProof="0" dirty="0">
                <a:ln>
                  <a:noFill/>
                </a:ln>
                <a:solidFill>
                  <a:srgbClr val="003399"/>
                </a:solidFill>
                <a:effectLst/>
                <a:uLnTx/>
                <a:uFillTx/>
                <a:latin typeface="Arial"/>
              </a:rPr>
              <a:t>CS1010: </a:t>
            </a:r>
            <a:r>
              <a:rPr lang="en-US" sz="3600" spc="-38" dirty="0">
                <a:latin typeface="Arial"/>
              </a:rPr>
              <a:t>Programming Methodology</a:t>
            </a:r>
            <a:endParaRPr kumimoji="0" lang="en-SG" sz="7200" b="0" i="0" u="none" strike="noStrike" kern="1200" cap="none" spc="-50" normalizeH="0" baseline="0" noProof="0" dirty="0">
              <a:ln>
                <a:noFill/>
              </a:ln>
              <a:solidFill>
                <a:srgbClr val="003399"/>
              </a:solidFill>
              <a:effectLst/>
              <a:uLnTx/>
              <a:uFillTx/>
              <a:latin typeface="Arial"/>
              <a:ea typeface="+mj-ea"/>
              <a:cs typeface="+mj-cs"/>
            </a:endParaRPr>
          </a:p>
        </p:txBody>
      </p:sp>
      <p:pic>
        <p:nvPicPr>
          <p:cNvPr id="2" name="Picture 1" descr="Qr code&#10;&#10;Description automatically generated">
            <a:extLst>
              <a:ext uri="{FF2B5EF4-FFF2-40B4-BE49-F238E27FC236}">
                <a16:creationId xmlns:a16="http://schemas.microsoft.com/office/drawing/2014/main" id="{A4A10D45-008E-0A1A-6B1C-BD5FCCB042AA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543800" y="4946796"/>
            <a:ext cx="1447800" cy="1447800"/>
          </a:xfrm>
          <a:prstGeom prst="rect">
            <a:avLst/>
          </a:prstGeom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BA9E2A11-C4B5-93BF-0297-340BB7F6168E}"/>
              </a:ext>
            </a:extLst>
          </p:cNvPr>
          <p:cNvSpPr txBox="1"/>
          <p:nvPr/>
        </p:nvSpPr>
        <p:spPr>
          <a:xfrm>
            <a:off x="6430765" y="5917365"/>
            <a:ext cx="2643027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SG" sz="2000" dirty="0"/>
              <a:t>Live Q&amp;A </a:t>
            </a:r>
          </a:p>
          <a:p>
            <a:r>
              <a:rPr lang="en-SG" sz="2000" dirty="0"/>
              <a:t>https://pollev.com/jin</a:t>
            </a:r>
          </a:p>
        </p:txBody>
      </p:sp>
    </p:spTree>
  </p:cSld>
  <p:clrMapOvr>
    <a:masterClrMapping/>
  </p:clrMapOvr>
  <p:transition>
    <p:fade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9B251F-A0DB-25FD-A98D-19E3438C80A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BF26563-71EE-34CA-C397-C70487731D1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D1E21D08-1A42-0539-1014-AD6FA229D33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2</a:t>
            </a:fld>
            <a:endParaRPr lang="en-US" dirty="0"/>
          </a:p>
        </p:txBody>
      </p:sp>
      <p:sp>
        <p:nvSpPr>
          <p:cNvPr id="7" name="Rectangle 2">
            <a:extLst>
              <a:ext uri="{FF2B5EF4-FFF2-40B4-BE49-F238E27FC236}">
                <a16:creationId xmlns:a16="http://schemas.microsoft.com/office/drawing/2014/main" id="{53C11392-7249-55B0-522A-27F530C4B33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153400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sz="4000" dirty="0">
                <a:solidFill>
                  <a:srgbClr val="0000FF"/>
                </a:solidFill>
              </a:rPr>
              <a:t>Control Structure: Selection</a:t>
            </a:r>
            <a:endParaRPr lang="en-GB" dirty="0">
              <a:solidFill>
                <a:srgbClr val="0000FF"/>
              </a:solidFill>
            </a:endParaRPr>
          </a:p>
        </p:txBody>
      </p:sp>
      <p:sp>
        <p:nvSpPr>
          <p:cNvPr id="8" name="HighlightBackgroundShapeeee31423-879f-470c-ac44-148c4404b3a6">
            <a:extLst>
              <a:ext uri="{FF2B5EF4-FFF2-40B4-BE49-F238E27FC236}">
                <a16:creationId xmlns:a16="http://schemas.microsoft.com/office/drawing/2014/main" id="{B2679D13-AD49-494F-4048-F10409426800}"/>
              </a:ext>
            </a:extLst>
          </p:cNvPr>
          <p:cNvSpPr>
            <a:spLocks noChangeArrowheads="1"/>
          </p:cNvSpPr>
          <p:nvPr/>
        </p:nvSpPr>
        <p:spPr bwMode="auto">
          <a:xfrm>
            <a:off x="491319" y="1219200"/>
            <a:ext cx="8134521" cy="507492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3200" dirty="0"/>
              <a:t>If … then … else …</a:t>
            </a:r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400" dirty="0"/>
          </a:p>
        </p:txBody>
      </p:sp>
      <p:pic>
        <p:nvPicPr>
          <p:cNvPr id="10" name="Picture 9" descr="flowchart">
            <a:extLst>
              <a:ext uri="{FF2B5EF4-FFF2-40B4-BE49-F238E27FC236}">
                <a16:creationId xmlns:a16="http://schemas.microsoft.com/office/drawing/2014/main" id="{4907F6DE-54A2-4357-14CE-97544140F0DB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43994" t="36148" b="13213"/>
          <a:stretch/>
        </p:blipFill>
        <p:spPr bwMode="auto">
          <a:xfrm>
            <a:off x="1204759" y="2050271"/>
            <a:ext cx="6064142" cy="214180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191908359"/>
      </p:ext>
    </p:extLst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grpSp>
        <p:nvGrpSpPr>
          <p:cNvPr id="31" name="Group 53"/>
          <p:cNvGrpSpPr>
            <a:grpSpLocks/>
          </p:cNvGrpSpPr>
          <p:nvPr/>
        </p:nvGrpSpPr>
        <p:grpSpPr bwMode="auto">
          <a:xfrm>
            <a:off x="6250487" y="1280352"/>
            <a:ext cx="2411413" cy="1556313"/>
            <a:chOff x="6445623" y="3191438"/>
            <a:chExt cx="2411506" cy="1556403"/>
          </a:xfrm>
        </p:grpSpPr>
        <p:sp>
          <p:nvSpPr>
            <p:cNvPr id="32" name="Flowchart: Decision 31"/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3" name="Straight Arrow Connector 33"/>
            <p:cNvCxnSpPr>
              <a:cxnSpLocks noChangeShapeType="1"/>
              <a:endCxn id="32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4" name="TextBox 34"/>
            <p:cNvSpPr txBox="1">
              <a:spLocks noChangeArrowheads="1"/>
            </p:cNvSpPr>
            <p:nvPr/>
          </p:nvSpPr>
          <p:spPr bwMode="auto">
            <a:xfrm>
              <a:off x="7319683" y="3662083"/>
              <a:ext cx="71269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 err="1"/>
                <a:t>exp</a:t>
              </a:r>
              <a:r>
                <a:rPr lang="en-US" sz="1200" i="1" dirty="0"/>
                <a:t>?</a:t>
              </a:r>
              <a:endParaRPr lang="en-SG" sz="1200" i="1" dirty="0"/>
            </a:p>
          </p:txBody>
        </p:sp>
        <p:cxnSp>
          <p:nvCxnSpPr>
            <p:cNvPr id="35" name="Straight Connector 35"/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6" name="Straight Arrow Connector 36"/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7" name="Flowchart: Process 36"/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38" name="TextBox 38"/>
            <p:cNvSpPr txBox="1">
              <a:spLocks noChangeArrowheads="1"/>
            </p:cNvSpPr>
            <p:nvPr/>
          </p:nvSpPr>
          <p:spPr bwMode="auto">
            <a:xfrm>
              <a:off x="6719047" y="357243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true</a:t>
              </a:r>
              <a:endParaRPr lang="en-SG" sz="1200" i="1" dirty="0"/>
            </a:p>
          </p:txBody>
        </p:sp>
        <p:sp>
          <p:nvSpPr>
            <p:cNvPr id="39" name="TextBox 39"/>
            <p:cNvSpPr txBox="1">
              <a:spLocks noChangeArrowheads="1"/>
            </p:cNvSpPr>
            <p:nvPr/>
          </p:nvSpPr>
          <p:spPr bwMode="auto">
            <a:xfrm>
              <a:off x="8095129" y="3563471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false</a:t>
              </a:r>
              <a:endParaRPr lang="en-SG" sz="1200" i="1" dirty="0"/>
            </a:p>
          </p:txBody>
        </p:sp>
        <p:cxnSp>
          <p:nvCxnSpPr>
            <p:cNvPr id="40" name="Straight Arrow Connector 40"/>
            <p:cNvCxnSpPr>
              <a:cxnSpLocks noChangeShapeType="1"/>
            </p:cNvCxnSpPr>
            <p:nvPr/>
          </p:nvCxnSpPr>
          <p:spPr bwMode="auto">
            <a:xfrm flipH="1">
              <a:off x="7696821" y="4522697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41" name="Straight Connector 41"/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2" name="Straight Arrow Connector 42"/>
            <p:cNvCxnSpPr>
              <a:cxnSpLocks noChangeShapeType="1"/>
            </p:cNvCxnSpPr>
            <p:nvPr/>
          </p:nvCxnSpPr>
          <p:spPr bwMode="auto">
            <a:xfrm>
              <a:off x="6822141" y="4509247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43" name="Straight Connector 43"/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4" name="Straight Arrow Connector 47"/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45" name="Flowchart: Process 44"/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46" name="Straight Connector 49"/>
            <p:cNvCxnSpPr>
              <a:cxnSpLocks noChangeShapeType="1"/>
            </p:cNvCxnSpPr>
            <p:nvPr/>
          </p:nvCxnSpPr>
          <p:spPr bwMode="auto">
            <a:xfrm rot="5400000">
              <a:off x="8390965" y="4450977"/>
              <a:ext cx="17929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47" name="Straight Arrow Connector 51"/>
            <p:cNvCxnSpPr>
              <a:cxnSpLocks noChangeShapeType="1"/>
            </p:cNvCxnSpPr>
            <p:nvPr/>
          </p:nvCxnSpPr>
          <p:spPr bwMode="auto">
            <a:xfrm rot="10800000">
              <a:off x="7664824" y="4531659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21EEE82A-4DB6-1D4F-9A03-5951F440FE93}"/>
              </a:ext>
            </a:extLst>
          </p:cNvPr>
          <p:cNvSpPr txBox="1"/>
          <p:nvPr/>
        </p:nvSpPr>
        <p:spPr>
          <a:xfrm>
            <a:off x="587376" y="1302555"/>
            <a:ext cx="5132852" cy="1477328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answer 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;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answer = n * factorial(n -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);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sp>
        <p:nvSpPr>
          <p:cNvPr id="27" name="TextBox 26">
            <a:extLst>
              <a:ext uri="{FF2B5EF4-FFF2-40B4-BE49-F238E27FC236}">
                <a16:creationId xmlns:a16="http://schemas.microsoft.com/office/drawing/2014/main" id="{92A14019-DDA0-4208-9F61-99DDC433B2BD}"/>
              </a:ext>
            </a:extLst>
          </p:cNvPr>
          <p:cNvSpPr txBox="1"/>
          <p:nvPr/>
        </p:nvSpPr>
        <p:spPr>
          <a:xfrm>
            <a:off x="587375" y="3591123"/>
            <a:ext cx="4597574" cy="1200329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(v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v = -v;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flip the sign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cs1010_println_long(v);</a:t>
            </a:r>
          </a:p>
        </p:txBody>
      </p:sp>
      <p:grpSp>
        <p:nvGrpSpPr>
          <p:cNvPr id="28" name="Group 52">
            <a:extLst>
              <a:ext uri="{FF2B5EF4-FFF2-40B4-BE49-F238E27FC236}">
                <a16:creationId xmlns:a16="http://schemas.microsoft.com/office/drawing/2014/main" id="{6DC58495-9276-4141-8C72-3141FAA48D65}"/>
              </a:ext>
            </a:extLst>
          </p:cNvPr>
          <p:cNvGrpSpPr>
            <a:grpSpLocks/>
          </p:cNvGrpSpPr>
          <p:nvPr/>
        </p:nvGrpSpPr>
        <p:grpSpPr bwMode="auto">
          <a:xfrm>
            <a:off x="6293511" y="3310941"/>
            <a:ext cx="1787525" cy="1573212"/>
            <a:chOff x="6817659" y="820273"/>
            <a:chExt cx="1788459" cy="1573303"/>
          </a:xfrm>
        </p:grpSpPr>
        <p:sp>
          <p:nvSpPr>
            <p:cNvPr id="29" name="Flowchart: Decision 28">
              <a:extLst>
                <a:ext uri="{FF2B5EF4-FFF2-40B4-BE49-F238E27FC236}">
                  <a16:creationId xmlns:a16="http://schemas.microsoft.com/office/drawing/2014/main" id="{FC4C5933-B2F5-4C60-95B2-096787D10035}"/>
                </a:ext>
              </a:extLst>
            </p:cNvPr>
            <p:cNvSpPr/>
            <p:nvPr/>
          </p:nvSpPr>
          <p:spPr bwMode="auto">
            <a:xfrm>
              <a:off x="7476815" y="1196532"/>
              <a:ext cx="1129303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0" name="Straight Arrow Connector 13">
              <a:extLst>
                <a:ext uri="{FF2B5EF4-FFF2-40B4-BE49-F238E27FC236}">
                  <a16:creationId xmlns:a16="http://schemas.microsoft.com/office/drawing/2014/main" id="{78DAB3B7-A5FF-40F9-AFF0-BE4F192AA497}"/>
                </a:ext>
              </a:extLst>
            </p:cNvPr>
            <p:cNvCxnSpPr>
              <a:cxnSpLocks noChangeShapeType="1"/>
              <a:endCxn id="29" idx="0"/>
            </p:cNvCxnSpPr>
            <p:nvPr/>
          </p:nvCxnSpPr>
          <p:spPr bwMode="auto">
            <a:xfrm rot="5400000">
              <a:off x="7853086" y="1008530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48" name="TextBox 16">
              <a:extLst>
                <a:ext uri="{FF2B5EF4-FFF2-40B4-BE49-F238E27FC236}">
                  <a16:creationId xmlns:a16="http://schemas.microsoft.com/office/drawing/2014/main" id="{71808A35-3B52-4E71-8D1F-613837507E9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691719" y="1290918"/>
              <a:ext cx="712694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exp?</a:t>
              </a:r>
              <a:endParaRPr lang="en-SG" sz="1200" i="1" dirty="0"/>
            </a:p>
          </p:txBody>
        </p:sp>
        <p:cxnSp>
          <p:nvCxnSpPr>
            <p:cNvPr id="51" name="Straight Connector 19">
              <a:extLst>
                <a:ext uri="{FF2B5EF4-FFF2-40B4-BE49-F238E27FC236}">
                  <a16:creationId xmlns:a16="http://schemas.microsoft.com/office/drawing/2014/main" id="{354B2C0D-F342-411F-ABB8-9EC0422203C0}"/>
                </a:ext>
              </a:extLst>
            </p:cNvPr>
            <p:cNvCxnSpPr>
              <a:cxnSpLocks noChangeShapeType="1"/>
              <a:stCxn id="29" idx="1"/>
            </p:cNvCxnSpPr>
            <p:nvPr/>
          </p:nvCxnSpPr>
          <p:spPr bwMode="auto">
            <a:xfrm rot="10800000">
              <a:off x="7207625" y="1438836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2" name="Straight Arrow Connector 21">
              <a:extLst>
                <a:ext uri="{FF2B5EF4-FFF2-40B4-BE49-F238E27FC236}">
                  <a16:creationId xmlns:a16="http://schemas.microsoft.com/office/drawing/2014/main" id="{65622F6F-A879-483D-916A-2D3A97E7885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7100047" y="1532964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53" name="Flowchart: Process 52">
              <a:extLst>
                <a:ext uri="{FF2B5EF4-FFF2-40B4-BE49-F238E27FC236}">
                  <a16:creationId xmlns:a16="http://schemas.microsoft.com/office/drawing/2014/main" id="{9CE4D09C-17E4-46E9-BDB3-75869D51106A}"/>
                </a:ext>
              </a:extLst>
            </p:cNvPr>
            <p:cNvSpPr/>
            <p:nvPr/>
          </p:nvSpPr>
          <p:spPr bwMode="auto">
            <a:xfrm>
              <a:off x="6817659" y="1653758"/>
              <a:ext cx="752868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54" name="TextBox 24">
              <a:extLst>
                <a:ext uri="{FF2B5EF4-FFF2-40B4-BE49-F238E27FC236}">
                  <a16:creationId xmlns:a16="http://schemas.microsoft.com/office/drawing/2014/main" id="{660FC6E4-3A42-4DD0-B2D9-CE278C7F1A0D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091084" y="1147482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true</a:t>
              </a:r>
              <a:endParaRPr lang="en-SG" sz="1200" i="1" dirty="0"/>
            </a:p>
          </p:txBody>
        </p:sp>
        <p:sp>
          <p:nvSpPr>
            <p:cNvPr id="55" name="TextBox 25">
              <a:extLst>
                <a:ext uri="{FF2B5EF4-FFF2-40B4-BE49-F238E27FC236}">
                  <a16:creationId xmlns:a16="http://schemas.microsoft.com/office/drawing/2014/main" id="{6AD50E3B-D58F-4706-8F12-825A6AA8A1D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7956177" y="1716741"/>
              <a:ext cx="593714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false</a:t>
              </a:r>
              <a:endParaRPr lang="en-SG" sz="1200" i="1" dirty="0"/>
            </a:p>
          </p:txBody>
        </p:sp>
        <p:cxnSp>
          <p:nvCxnSpPr>
            <p:cNvPr id="56" name="Straight Arrow Connector 55">
              <a:extLst>
                <a:ext uri="{FF2B5EF4-FFF2-40B4-BE49-F238E27FC236}">
                  <a16:creationId xmlns:a16="http://schemas.microsoft.com/office/drawing/2014/main" id="{0D25BAB2-93E8-4D4D-AB3D-3F92C2CA5D26}"/>
                </a:ext>
              </a:extLst>
            </p:cNvPr>
            <p:cNvCxnSpPr>
              <a:cxnSpLocks noChangeShapeType="1"/>
              <a:stCxn id="29" idx="2"/>
            </p:cNvCxnSpPr>
            <p:nvPr/>
          </p:nvCxnSpPr>
          <p:spPr bwMode="auto">
            <a:xfrm rot="5400000">
              <a:off x="7684995" y="2037229"/>
              <a:ext cx="699246" cy="1344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57" name="Straight Connector 29">
              <a:extLst>
                <a:ext uri="{FF2B5EF4-FFF2-40B4-BE49-F238E27FC236}">
                  <a16:creationId xmlns:a16="http://schemas.microsoft.com/office/drawing/2014/main" id="{BDB98A6F-4360-4DF4-BD45-A66BF7A57AA6}"/>
                </a:ext>
              </a:extLst>
            </p:cNvPr>
            <p:cNvCxnSpPr>
              <a:cxnSpLocks noChangeShapeType="1"/>
              <a:stCxn id="53" idx="2"/>
            </p:cNvCxnSpPr>
            <p:nvPr/>
          </p:nvCxnSpPr>
          <p:spPr bwMode="auto">
            <a:xfrm rot="5400000">
              <a:off x="7113495" y="2070847"/>
              <a:ext cx="161364" cy="1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58" name="Straight Arrow Connector 31">
              <a:extLst>
                <a:ext uri="{FF2B5EF4-FFF2-40B4-BE49-F238E27FC236}">
                  <a16:creationId xmlns:a16="http://schemas.microsoft.com/office/drawing/2014/main" id="{DF8C4210-3D97-42C9-8160-05B4C16EFF8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7194177" y="2138082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3E774AC-99B8-01FF-4017-10E1E9E953C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ED89586-C97A-2AC4-E199-43CAB13D8B2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3</a:t>
            </a:fld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4863236-43A8-3934-DC5B-8FA3959DC7D6}"/>
              </a:ext>
            </a:extLst>
          </p:cNvPr>
          <p:cNvSpPr txBox="1"/>
          <p:nvPr/>
        </p:nvSpPr>
        <p:spPr>
          <a:xfrm>
            <a:off x="4263245" y="4628674"/>
            <a:ext cx="1573306" cy="369332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Skipping else</a:t>
            </a:r>
          </a:p>
        </p:txBody>
      </p:sp>
    </p:spTree>
    <p:extLst>
      <p:ext uri="{BB962C8B-B14F-4D97-AF65-F5344CB8AC3E}">
        <p14:creationId xmlns:p14="http://schemas.microsoft.com/office/powerpoint/2010/main" val="1659983766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1D4ACC6-0C9E-2340-1063-8144AF9CE4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CF49D8F8-23D3-2ED5-1FFD-2AB53EE54B50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32B4BA0C-A2AE-CB00-D0B5-0D1E7F70D8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6D44DF28-F7AD-8416-8002-CE079859DB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4</a:t>
            </a:fld>
            <a:endParaRPr lang="en-US" dirty="0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C72BA9F7-8ABC-C249-C4A8-B63BA39380B5}"/>
              </a:ext>
            </a:extLst>
          </p:cNvPr>
          <p:cNvSpPr txBox="1"/>
          <p:nvPr/>
        </p:nvSpPr>
        <p:spPr>
          <a:xfrm>
            <a:off x="587375" y="1386963"/>
            <a:ext cx="2608001" cy="400110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sz="2000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(n == </a:t>
            </a:r>
            <a:r>
              <a:rPr lang="en-US" sz="2000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0</a:t>
            </a:r>
            <a:r>
              <a:rPr lang="en-U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…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2653A6D9-B306-37B1-2037-978D2AAA6F0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985285"/>
            <a:ext cx="8229600" cy="3201674"/>
          </a:xfrm>
        </p:spPr>
        <p:txBody>
          <a:bodyPr>
            <a:no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(Simple) Logical expressions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&lt;exp&gt; </a:t>
            </a:r>
            <a:r>
              <a:rPr lang="en-US" sz="2400" dirty="0" err="1"/>
              <a:t>comp_op</a:t>
            </a:r>
            <a:r>
              <a:rPr lang="en-US" sz="2400" dirty="0"/>
              <a:t> &lt;exp&gt;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&lt;exp&gt;: math expressions, variables, values, function calls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 err="1"/>
              <a:t>comp_op</a:t>
            </a:r>
            <a:r>
              <a:rPr lang="en-US" sz="2400" dirty="0"/>
              <a:t>: ==, !=, &gt;, &gt;=, &lt;, &lt;=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800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800" dirty="0"/>
              <a:t>Examples</a:t>
            </a:r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2</a:t>
            </a:r>
            <a:r>
              <a:rPr lang="en-US" sz="2400" b="1" dirty="0">
                <a:latin typeface="Courier" pitchFamily="2" charset="0"/>
              </a:rPr>
              <a:t> &lt;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3</a:t>
            </a:r>
            <a:r>
              <a:rPr lang="en-US" sz="2400" b="1" dirty="0">
                <a:latin typeface="Courier" pitchFamily="2" charset="0"/>
              </a:rPr>
              <a:t>,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5</a:t>
            </a:r>
            <a:r>
              <a:rPr lang="en-US" sz="2400" b="1" dirty="0">
                <a:latin typeface="Courier" pitchFamily="2" charset="0"/>
              </a:rPr>
              <a:t> &gt; n, n %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2</a:t>
            </a:r>
            <a:r>
              <a:rPr lang="en-US" sz="2400" b="1" dirty="0">
                <a:latin typeface="Courier" pitchFamily="2" charset="0"/>
              </a:rPr>
              <a:t> != </a:t>
            </a:r>
            <a:r>
              <a:rPr lang="en-US" sz="2400" b="1" dirty="0">
                <a:solidFill>
                  <a:srgbClr val="C00000"/>
                </a:solidFill>
                <a:latin typeface="Courier" pitchFamily="2" charset="0"/>
              </a:rPr>
              <a:t>0</a:t>
            </a:r>
            <a:r>
              <a:rPr lang="en-US" sz="2400" b="1" dirty="0">
                <a:latin typeface="Courier" pitchFamily="2" charset="0"/>
              </a:rPr>
              <a:t>, </a:t>
            </a:r>
            <a:br>
              <a:rPr lang="en-US" sz="2400" b="1" dirty="0">
                <a:latin typeface="Courier" pitchFamily="2" charset="0"/>
              </a:rPr>
            </a:br>
            <a:r>
              <a:rPr lang="en-US" sz="2400" b="1" dirty="0">
                <a:latin typeface="Courier" pitchFamily="2" charset="0"/>
              </a:rPr>
              <a:t>n == </a:t>
            </a:r>
            <a:r>
              <a:rPr lang="en-US" altLang="zh-CN" sz="2400" b="1" dirty="0">
                <a:latin typeface="Courier" pitchFamily="2" charset="0"/>
              </a:rPr>
              <a:t>square(x)</a:t>
            </a:r>
            <a:r>
              <a:rPr lang="en-US" sz="2400" b="1" dirty="0">
                <a:latin typeface="Courier" pitchFamily="2" charset="0"/>
              </a:rPr>
              <a:t>…</a:t>
            </a:r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37116998"/>
      </p:ext>
    </p:extLst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1D5F5-F115-FE08-CD47-D556081644E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>
            <a:extLst>
              <a:ext uri="{FF2B5EF4-FFF2-40B4-BE49-F238E27FC236}">
                <a16:creationId xmlns:a16="http://schemas.microsoft.com/office/drawing/2014/main" id="{0ED6311F-D45C-9CD2-A994-AE4D91196F5B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538C1AAB-CCDF-D2E4-DB5F-348FB0F2AC1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B165C450-A697-E59F-D205-8999E00E888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5</a:t>
            </a:fld>
            <a:endParaRPr lang="en-US" dirty="0"/>
          </a:p>
        </p:txBody>
      </p:sp>
      <p:sp>
        <p:nvSpPr>
          <p:cNvPr id="8" name="Rectangle 3">
            <a:extLst>
              <a:ext uri="{FF2B5EF4-FFF2-40B4-BE49-F238E27FC236}">
                <a16:creationId xmlns:a16="http://schemas.microsoft.com/office/drawing/2014/main" id="{2015ED7C-2537-3CF1-A98D-59B32710411C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1248509"/>
            <a:ext cx="8397875" cy="554347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olidFill>
                  <a:srgbClr val="C00000"/>
                </a:solidFill>
              </a:rPr>
              <a:t>&amp;&amp;</a:t>
            </a:r>
            <a:r>
              <a:rPr lang="en-US" dirty="0"/>
              <a:t> (and), </a:t>
            </a:r>
            <a:r>
              <a:rPr lang="en-US" dirty="0">
                <a:solidFill>
                  <a:srgbClr val="C00000"/>
                </a:solidFill>
              </a:rPr>
              <a:t>||</a:t>
            </a:r>
            <a:r>
              <a:rPr lang="en-US" dirty="0"/>
              <a:t> (or), </a:t>
            </a:r>
            <a:r>
              <a:rPr lang="en-US" dirty="0">
                <a:solidFill>
                  <a:srgbClr val="C00000"/>
                </a:solidFill>
              </a:rPr>
              <a:t>!</a:t>
            </a:r>
            <a:r>
              <a:rPr lang="en-US" dirty="0"/>
              <a:t> (not) 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For creating complex logical expression</a:t>
            </a:r>
            <a:endParaRPr lang="en-SG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2000" dirty="0"/>
          </a:p>
          <a:p>
            <a:pPr marL="0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endParaRPr lang="en-SG" sz="2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Example: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Gen Z is the generation of people who was born </a:t>
            </a:r>
            <a:r>
              <a:rPr lang="en-US" sz="1800" dirty="0">
                <a:highlight>
                  <a:srgbClr val="FFFF00"/>
                </a:highlight>
              </a:rPr>
              <a:t>between 1995</a:t>
            </a:r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</a:rPr>
              <a:t> and </a:t>
            </a:r>
            <a:r>
              <a:rPr lang="en-US" sz="1800" dirty="0">
                <a:highlight>
                  <a:srgbClr val="FFFF00"/>
                </a:highlight>
              </a:rPr>
              <a:t>2005</a:t>
            </a:r>
            <a:r>
              <a:rPr lang="en-US" sz="1800" dirty="0"/>
              <a:t>… </a:t>
            </a:r>
            <a:r>
              <a:rPr lang="en-US" sz="1800" dirty="0">
                <a:sym typeface="Wingdings" panose="05000000000000000000" pitchFamily="2" charset="2"/>
              </a:rPr>
              <a:t> 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sz="1800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 &gt;= 1995) </a:t>
            </a:r>
            <a:r>
              <a:rPr lang="en-US" sz="1800" dirty="0">
                <a:solidFill>
                  <a:srgbClr val="C00000"/>
                </a:solidFill>
                <a:highlight>
                  <a:srgbClr val="FFFF00"/>
                </a:highlight>
                <a:sym typeface="Wingdings" panose="05000000000000000000" pitchFamily="2" charset="2"/>
              </a:rPr>
              <a:t>&amp;&amp;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(</a:t>
            </a:r>
            <a:r>
              <a:rPr lang="en-US" sz="1800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sz="1800" dirty="0">
                <a:highlight>
                  <a:srgbClr val="FFFF00"/>
                </a:highlight>
                <a:sym typeface="Wingdings" panose="05000000000000000000" pitchFamily="2" charset="2"/>
              </a:rPr>
              <a:t> &lt;= 2005)</a:t>
            </a:r>
            <a:endParaRPr lang="en-US" sz="1800" dirty="0">
              <a:highlight>
                <a:srgbClr val="FFFF00"/>
              </a:highlight>
            </a:endParaRPr>
          </a:p>
        </p:txBody>
      </p:sp>
      <p:graphicFrame>
        <p:nvGraphicFramePr>
          <p:cNvPr id="9" name="Group 44">
            <a:extLst>
              <a:ext uri="{FF2B5EF4-FFF2-40B4-BE49-F238E27FC236}">
                <a16:creationId xmlns:a16="http://schemas.microsoft.com/office/drawing/2014/main" id="{8061167C-29F1-7DB3-3745-BE09B20BF85F}"/>
              </a:ext>
            </a:extLst>
          </p:cNvPr>
          <p:cNvGraphicFramePr>
            <a:graphicFrameLocks/>
          </p:cNvGraphicFramePr>
          <p:nvPr/>
        </p:nvGraphicFramePr>
        <p:xfrm>
          <a:off x="847725" y="2241086"/>
          <a:ext cx="4638675" cy="1676400"/>
        </p:xfrm>
        <a:graphic>
          <a:graphicData uri="http://schemas.openxmlformats.org/drawingml/2006/table">
            <a:tbl>
              <a:tblPr/>
              <a:tblGrid>
                <a:gridCol w="7429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429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80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122363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223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180975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&amp;&amp;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 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||</a:t>
                      </a:r>
                      <a:r>
                        <a:rPr kumimoji="0" lang="en-US" sz="1600" b="1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 B</a:t>
                      </a:r>
                      <a:endParaRPr kumimoji="0" lang="en-SG" sz="1600" b="1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rgbClr val="C00000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!</a:t>
                      </a:r>
                      <a:r>
                        <a:rPr kumimoji="0" lang="en-US" sz="16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A</a:t>
                      </a:r>
                      <a:endParaRPr kumimoji="0" lang="en-SG" sz="16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2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34963"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True</a:t>
                      </a:r>
                      <a:endParaRPr kumimoji="0" lang="en-SG" sz="1600" b="0" i="0" u="none" strike="noStrike" cap="none" normalizeH="0" baseline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0" fontAlgn="base" latinLnBrk="0" hangingPunct="0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>
                          <a:schemeClr val="bg2"/>
                        </a:buClr>
                        <a:buSzPct val="75000"/>
                        <a:buFont typeface="Wingdings" pitchFamily="2" charset="2"/>
                        <a:buNone/>
                        <a:tabLst/>
                      </a:pPr>
                      <a:r>
                        <a:rPr kumimoji="0" lang="en-US" sz="1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Arial" pitchFamily="34" charset="0"/>
                          <a:cs typeface="Arial" pitchFamily="34" charset="0"/>
                        </a:rPr>
                        <a:t>False</a:t>
                      </a:r>
                      <a:endParaRPr kumimoji="0" lang="en-SG" sz="1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Arial" pitchFamily="34" charset="0"/>
                        <a:cs typeface="Arial" pitchFamily="34" charset="0"/>
                      </a:endParaRPr>
                    </a:p>
                  </a:txBody>
                  <a:tcPr horzOverflow="overflow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85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385713297"/>
      </p:ext>
    </p:extLst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Nested </a:t>
            </a:r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if-else</a:t>
            </a:r>
            <a:r>
              <a:rPr lang="en-GB" sz="3600" dirty="0">
                <a:solidFill>
                  <a:srgbClr val="0000FF"/>
                </a:solidFill>
              </a:rPr>
              <a:t> Statements 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DD0F7-7371-46CC-B55A-367690ADD30F}"/>
              </a:ext>
            </a:extLst>
          </p:cNvPr>
          <p:cNvSpPr txBox="1"/>
          <p:nvPr/>
        </p:nvSpPr>
        <p:spPr>
          <a:xfrm>
            <a:off x="844357" y="1725915"/>
            <a:ext cx="3374717" cy="4247317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56183A9-02FF-6E4F-2E45-78B08FD8F6E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9B28BC9-1FE9-028A-C44D-9B5F1108685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6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B11997C-7AE4-B7F4-0AC7-D60041896F8F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818429" y="4572001"/>
            <a:ext cx="4864998" cy="176014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1084272F-43F6-D92E-C5BA-41718B6D3A71}"/>
              </a:ext>
            </a:extLst>
          </p:cNvPr>
          <p:cNvSpPr txBox="1"/>
          <p:nvPr/>
        </p:nvSpPr>
        <p:spPr>
          <a:xfrm>
            <a:off x="6747253" y="2016598"/>
            <a:ext cx="1945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Dependent on previous checks.</a:t>
            </a:r>
          </a:p>
          <a:p>
            <a:r>
              <a:rPr lang="en-US" dirty="0"/>
              <a:t>With nesting.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ADF7819A-021F-02A2-8653-D32DC0219D4E}"/>
              </a:ext>
            </a:extLst>
          </p:cNvPr>
          <p:cNvSpPr txBox="1"/>
          <p:nvPr/>
        </p:nvSpPr>
        <p:spPr>
          <a:xfrm>
            <a:off x="3811825" y="5466302"/>
            <a:ext cx="1258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highlight>
                  <a:srgbClr val="FFFF00"/>
                </a:highlight>
              </a:rPr>
              <a:t>Less than 8</a:t>
            </a:r>
            <a:endParaRPr lang="en-SG" sz="1600" i="1" dirty="0">
              <a:highlight>
                <a:srgbClr val="FFFF00"/>
              </a:highlight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20D473E2-4B39-28CB-1270-CD3A8C39053F}"/>
              </a:ext>
            </a:extLst>
          </p:cNvPr>
          <p:cNvSpPr txBox="1"/>
          <p:nvPr/>
        </p:nvSpPr>
        <p:spPr>
          <a:xfrm>
            <a:off x="5112758" y="5792303"/>
            <a:ext cx="12581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600" i="1" dirty="0">
                <a:highlight>
                  <a:srgbClr val="FFFF00"/>
                </a:highlight>
              </a:rPr>
              <a:t>Less than 5</a:t>
            </a:r>
            <a:endParaRPr lang="en-SG" sz="1600" i="1" dirty="0">
              <a:highlight>
                <a:srgbClr val="FFFF00"/>
              </a:highlight>
            </a:endParaRPr>
          </a:p>
        </p:txBody>
      </p:sp>
    </p:spTree>
    <p:extLst>
      <p:ext uri="{BB962C8B-B14F-4D97-AF65-F5344CB8AC3E}">
        <p14:creationId xmlns:p14="http://schemas.microsoft.com/office/powerpoint/2010/main" val="4240540711"/>
      </p:ext>
    </p:extLst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Ex: CS1010 Schedule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Print the CS1010 schedule based on </a:t>
            </a:r>
            <a:r>
              <a:rPr lang="en-US" sz="2400" dirty="0">
                <a:solidFill>
                  <a:srgbClr val="0000FF"/>
                </a:solidFill>
              </a:rPr>
              <a:t>day </a:t>
            </a:r>
            <a:r>
              <a:rPr lang="en-US" sz="2400" dirty="0"/>
              <a:t>(1/2/3/4/5) and </a:t>
            </a:r>
            <a:r>
              <a:rPr lang="en-US" sz="2400" dirty="0">
                <a:solidFill>
                  <a:srgbClr val="0000FF"/>
                </a:solidFill>
              </a:rPr>
              <a:t>time </a:t>
            </a:r>
            <a:r>
              <a:rPr lang="en-US" sz="2400" dirty="0"/>
              <a:t>(1000/1100/…)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742EBA-8F43-4310-AD68-B4660B9E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88508412"/>
              </p:ext>
            </p:extLst>
          </p:nvPr>
        </p:nvGraphicFramePr>
        <p:xfrm>
          <a:off x="518274" y="2181163"/>
          <a:ext cx="8072057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C8DA87BB-C4AB-4A3F-B99E-7CAF8E3AC12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95057972"/>
              </p:ext>
            </p:extLst>
          </p:nvPr>
        </p:nvGraphicFramePr>
        <p:xfrm>
          <a:off x="1511564" y="4488600"/>
          <a:ext cx="5189220" cy="219456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13131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12750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  <a:gridCol w="2189480">
                  <a:extLst>
                    <a:ext uri="{9D8B030D-6E8A-4147-A177-3AD203B41FA5}">
                      <a16:colId xmlns:a16="http://schemas.microsoft.com/office/drawing/2014/main" val="3062032141"/>
                    </a:ext>
                  </a:extLst>
                </a:gridCol>
                <a:gridCol w="411480">
                  <a:extLst>
                    <a:ext uri="{9D8B030D-6E8A-4147-A177-3AD203B41FA5}">
                      <a16:colId xmlns:a16="http://schemas.microsoft.com/office/drawing/2014/main" val="2308904833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Condition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</a:rPr>
                        <a:t>day</a:t>
                      </a:r>
                      <a:r>
                        <a:rPr lang="en-US" b="0" dirty="0">
                          <a:solidFill>
                            <a:schemeClr val="tx1"/>
                          </a:solidFill>
                          <a:effectLst/>
                        </a:rPr>
                        <a:t> &gt;= 3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C00000"/>
                          </a:solidFill>
                          <a:effectLst/>
                        </a:rPr>
                        <a:t>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 rowSpan="4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 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</a:rPr>
                        <a:t>day</a:t>
                      </a:r>
                      <a:r>
                        <a:rPr lang="en-US" b="0" dirty="0">
                          <a:effectLst/>
                        </a:rPr>
                        <a:t> is 2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</a:rPr>
                        <a:t>time</a:t>
                      </a:r>
                      <a:r>
                        <a:rPr lang="en-US" b="0" dirty="0">
                          <a:effectLst/>
                        </a:rPr>
                        <a:t> is before 1200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1068494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/>
                </a:tc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00FF"/>
                          </a:solidFill>
                          <a:effectLst/>
                        </a:rPr>
                        <a:t>time </a:t>
                      </a:r>
                      <a:r>
                        <a:rPr lang="en-US" b="0" dirty="0">
                          <a:effectLst/>
                        </a:rPr>
                        <a:t>is before 1400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60895748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l" fontAlgn="t"/>
                      <a:endParaRPr lang="en-US" b="0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t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b="0" dirty="0">
                          <a:effectLst/>
                        </a:rPr>
                        <a:t>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89785638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054DF41-564D-6202-B9BD-7D488AD2E22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13D4E90E-B741-C1B5-17BD-F432ED0E467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7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FB7F37B3-5BB1-B490-4BCC-29215AB95EF8}"/>
              </a:ext>
            </a:extLst>
          </p:cNvPr>
          <p:cNvSpPr/>
          <p:nvPr/>
        </p:nvSpPr>
        <p:spPr>
          <a:xfrm>
            <a:off x="1523139" y="4892261"/>
            <a:ext cx="1131684" cy="271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34AB06B2-DD4B-A124-FA1F-055A51FD9ABF}"/>
              </a:ext>
            </a:extLst>
          </p:cNvPr>
          <p:cNvSpPr/>
          <p:nvPr/>
        </p:nvSpPr>
        <p:spPr>
          <a:xfrm>
            <a:off x="2863158" y="5293325"/>
            <a:ext cx="1131684" cy="271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1801A0B-5529-A935-19EC-3E026FAC0563}"/>
              </a:ext>
            </a:extLst>
          </p:cNvPr>
          <p:cNvSpPr/>
          <p:nvPr/>
        </p:nvSpPr>
        <p:spPr>
          <a:xfrm>
            <a:off x="4188260" y="6006782"/>
            <a:ext cx="1993465" cy="271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20851790-E3D9-F8AE-B363-F6DF38991287}"/>
              </a:ext>
            </a:extLst>
          </p:cNvPr>
          <p:cNvSpPr/>
          <p:nvPr/>
        </p:nvSpPr>
        <p:spPr>
          <a:xfrm>
            <a:off x="4188260" y="5274275"/>
            <a:ext cx="1993465" cy="271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2B34D5EF-BBED-3232-D338-FCB7135E9132}"/>
              </a:ext>
            </a:extLst>
          </p:cNvPr>
          <p:cNvSpPr/>
          <p:nvPr/>
        </p:nvSpPr>
        <p:spPr>
          <a:xfrm>
            <a:off x="1652420" y="3319331"/>
            <a:ext cx="6856240" cy="10716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510CE7D7-09C3-05C1-5D54-D8201818F8FC}"/>
              </a:ext>
            </a:extLst>
          </p:cNvPr>
          <p:cNvSpPr/>
          <p:nvPr/>
        </p:nvSpPr>
        <p:spPr>
          <a:xfrm>
            <a:off x="1652420" y="2913880"/>
            <a:ext cx="6856240" cy="369239"/>
          </a:xfrm>
          <a:prstGeom prst="rect">
            <a:avLst/>
          </a:pr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879329457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7" grpId="0" animBg="1"/>
      <p:bldP spid="9" grpId="0" animBg="1"/>
      <p:bldP spid="11" grpId="0" animBg="1"/>
      <p:bldP spid="12" grpId="0" animBg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9A72796-2368-5E84-1BAD-A778E1DC3FA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404AAE4A-10F4-7346-CDAC-B5DCF3A66E49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Ex: CS1010 Schedule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A09E8DD5-7A68-51BC-B096-4821F0838FE5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536ABAE-BC4F-EF73-3AA9-CA379D8615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70D82E12-E8A9-17BC-3888-9282E99F41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8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98FB242A-F743-B8BF-FE96-D451B7E9B21C}"/>
              </a:ext>
            </a:extLst>
          </p:cNvPr>
          <p:cNvSpPr txBox="1"/>
          <p:nvPr/>
        </p:nvSpPr>
        <p:spPr>
          <a:xfrm>
            <a:off x="844356" y="1302403"/>
            <a:ext cx="6775643" cy="4801314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(day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(day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(time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1200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(time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1400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E7B78692-4D73-1A24-22DC-45FF1F2641A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498877" y="4729492"/>
            <a:ext cx="4085913" cy="181861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5766487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9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3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i="1" dirty="0">
                <a:solidFill>
                  <a:srgbClr val="0000FF"/>
                </a:solidFill>
                <a:latin typeface="Garamond" panose="02020404030301010803" pitchFamily="18" charset="0"/>
              </a:rPr>
              <a:t>if-(else-if-)else…</a:t>
            </a:r>
            <a:r>
              <a:rPr lang="en-GB" sz="3600" dirty="0">
                <a:solidFill>
                  <a:srgbClr val="0000FF"/>
                </a:solidFill>
              </a:rPr>
              <a:t> Statements 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3384550"/>
          </a:xfrm>
        </p:spPr>
        <p:txBody>
          <a:bodyPr/>
          <a:lstStyle/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sz="2400" dirty="0"/>
              <a:t>Problem: Print a letter grade based on a score</a:t>
            </a:r>
            <a:endParaRPr lang="en-US" sz="2800" dirty="0"/>
          </a:p>
          <a:p>
            <a:pPr marL="274320" lvl="1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sz="2400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621983" lvl="1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279DD0F7-7371-46CC-B55A-367690ADD30F}"/>
              </a:ext>
            </a:extLst>
          </p:cNvPr>
          <p:cNvSpPr txBox="1"/>
          <p:nvPr/>
        </p:nvSpPr>
        <p:spPr>
          <a:xfrm>
            <a:off x="844357" y="1725915"/>
            <a:ext cx="4109480" cy="313932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8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"A"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5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print "B"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(score &gt;=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3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// print "C"     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// print "D"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…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345B35-B736-ADB2-D15A-588CF0F77B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0865E46-A579-1B0C-AE3F-8D1788B9C46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9</a:t>
            </a:fld>
            <a:endParaRPr lang="en-US" dirty="0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CED67AB4-40C4-C066-C8DD-3E0BAE68323E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58369" y="4260834"/>
            <a:ext cx="3499407" cy="1956986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3D91C272-7755-DEF6-EACA-E2612F39B8B1}"/>
              </a:ext>
            </a:extLst>
          </p:cNvPr>
          <p:cNvSpPr txBox="1"/>
          <p:nvPr/>
        </p:nvSpPr>
        <p:spPr>
          <a:xfrm>
            <a:off x="6741573" y="2017444"/>
            <a:ext cx="1945227" cy="923330"/>
          </a:xfrm>
          <a:prstGeom prst="rect">
            <a:avLst/>
          </a:prstGeom>
          <a:solidFill>
            <a:srgbClr val="FFFF99"/>
          </a:solidFill>
          <a:ln w="12700"/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wrap="square" rtlCol="0">
            <a:spAutoFit/>
          </a:bodyPr>
          <a:lstStyle/>
          <a:p>
            <a:r>
              <a:rPr lang="en-US" dirty="0"/>
              <a:t>Dependent on previous checks.</a:t>
            </a:r>
          </a:p>
          <a:p>
            <a:r>
              <a:rPr lang="en-US" dirty="0"/>
              <a:t>No nesting.</a:t>
            </a:r>
          </a:p>
        </p:txBody>
      </p:sp>
    </p:spTree>
    <p:extLst>
      <p:ext uri="{BB962C8B-B14F-4D97-AF65-F5344CB8AC3E}">
        <p14:creationId xmlns:p14="http://schemas.microsoft.com/office/powerpoint/2010/main" val="686532275"/>
      </p:ext>
    </p:extLst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Ex: CS1010 Schedule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/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342900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r>
              <a:rPr lang="en-US" sz="2400" dirty="0"/>
              <a:t>Problem: Print the CS1010 schedule based on </a:t>
            </a:r>
            <a:r>
              <a:rPr lang="en-US" sz="2400" dirty="0">
                <a:solidFill>
                  <a:srgbClr val="0000FF"/>
                </a:solidFill>
              </a:rPr>
              <a:t>day </a:t>
            </a:r>
            <a:r>
              <a:rPr lang="en-US" sz="2400" dirty="0"/>
              <a:t>(1/2/3/4/5) and </a:t>
            </a:r>
            <a:r>
              <a:rPr lang="en-US" sz="2400" dirty="0">
                <a:solidFill>
                  <a:srgbClr val="0000FF"/>
                </a:solidFill>
              </a:rPr>
              <a:t>time </a:t>
            </a:r>
            <a:r>
              <a:rPr lang="en-US" sz="2400" dirty="0"/>
              <a:t>(1000/1100/…)</a:t>
            </a:r>
          </a:p>
          <a:p>
            <a:pPr lvl="1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graphicFrame>
        <p:nvGraphicFramePr>
          <p:cNvPr id="5" name="Table 5">
            <a:extLst>
              <a:ext uri="{FF2B5EF4-FFF2-40B4-BE49-F238E27FC236}">
                <a16:creationId xmlns:a16="http://schemas.microsoft.com/office/drawing/2014/main" id="{9E742EBA-8F43-4310-AD68-B4660B9ECF5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6000963"/>
              </p:ext>
            </p:extLst>
          </p:nvPr>
        </p:nvGraphicFramePr>
        <p:xfrm>
          <a:off x="550548" y="2181163"/>
          <a:ext cx="8089075" cy="2209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55053">
                  <a:extLst>
                    <a:ext uri="{9D8B030D-6E8A-4147-A177-3AD203B41FA5}">
                      <a16:colId xmlns:a16="http://schemas.microsoft.com/office/drawing/2014/main" val="1347842338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099576626"/>
                    </a:ext>
                  </a:extLst>
                </a:gridCol>
                <a:gridCol w="1008380">
                  <a:extLst>
                    <a:ext uri="{9D8B030D-6E8A-4147-A177-3AD203B41FA5}">
                      <a16:colId xmlns:a16="http://schemas.microsoft.com/office/drawing/2014/main" val="1635334105"/>
                    </a:ext>
                  </a:extLst>
                </a:gridCol>
                <a:gridCol w="999871">
                  <a:extLst>
                    <a:ext uri="{9D8B030D-6E8A-4147-A177-3AD203B41FA5}">
                      <a16:colId xmlns:a16="http://schemas.microsoft.com/office/drawing/2014/main" val="1542296081"/>
                    </a:ext>
                  </a:extLst>
                </a:gridCol>
                <a:gridCol w="966183">
                  <a:extLst>
                    <a:ext uri="{9D8B030D-6E8A-4147-A177-3AD203B41FA5}">
                      <a16:colId xmlns:a16="http://schemas.microsoft.com/office/drawing/2014/main" val="2383219434"/>
                    </a:ext>
                  </a:extLst>
                </a:gridCol>
                <a:gridCol w="788068">
                  <a:extLst>
                    <a:ext uri="{9D8B030D-6E8A-4147-A177-3AD203B41FA5}">
                      <a16:colId xmlns:a16="http://schemas.microsoft.com/office/drawing/2014/main" val="1166016308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9156304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3862921074"/>
                    </a:ext>
                  </a:extLst>
                </a:gridCol>
                <a:gridCol w="754380">
                  <a:extLst>
                    <a:ext uri="{9D8B030D-6E8A-4147-A177-3AD203B41FA5}">
                      <a16:colId xmlns:a16="http://schemas.microsoft.com/office/drawing/2014/main" val="83060247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ctr"/>
                      <a:endParaRPr 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1000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1100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1200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1300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1400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1500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1600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1700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19535498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1 (Mon)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Tutorial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189146622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2 (Tue)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Lecture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87814231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3 (Wed)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757010446"/>
                  </a:ext>
                </a:extLst>
              </a:tr>
              <a:tr h="37084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4 (Thu)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90964516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/>
                      <a:r>
                        <a:rPr lang="en-US" dirty="0"/>
                        <a:t>5 (Fri)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537868255"/>
                  </a:ext>
                </a:extLst>
              </a:tr>
            </a:tbl>
          </a:graphicData>
        </a:graphic>
      </p:graphicFrame>
      <p:graphicFrame>
        <p:nvGraphicFramePr>
          <p:cNvPr id="7" name="Table 6">
            <a:extLst>
              <a:ext uri="{FF2B5EF4-FFF2-40B4-BE49-F238E27FC236}">
                <a16:creationId xmlns:a16="http://schemas.microsoft.com/office/drawing/2014/main" id="{1DC5F05D-202E-4474-8067-C5632E06F885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457779"/>
              </p:ext>
            </p:extLst>
          </p:nvPr>
        </p:nvGraphicFramePr>
        <p:xfrm>
          <a:off x="1483762" y="4572000"/>
          <a:ext cx="4988560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9928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9956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Condition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C00000"/>
                          </a:solidFill>
                          <a:effectLst/>
                        </a:rPr>
                        <a:t>day is 1 and time is before 1400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C00000"/>
                          </a:solidFill>
                          <a:effectLst/>
                        </a:rPr>
                        <a:t>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Else day is 2 and time is before 1200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9DAF32CB-4351-CA98-C564-E4BF93DB8F0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AF54E3F-28C9-0180-8809-5C3D38133E5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10</a:t>
            </a:fld>
            <a:endParaRPr lang="en-US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60A7E61-AD5C-A434-B3B5-A8C3C86FF130}"/>
              </a:ext>
            </a:extLst>
          </p:cNvPr>
          <p:cNvSpPr/>
          <p:nvPr/>
        </p:nvSpPr>
        <p:spPr>
          <a:xfrm>
            <a:off x="1513407" y="4970956"/>
            <a:ext cx="3439594" cy="271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B54A532E-7E5E-B762-6C64-7DA215D56244}"/>
              </a:ext>
            </a:extLst>
          </p:cNvPr>
          <p:cNvSpPr/>
          <p:nvPr/>
        </p:nvSpPr>
        <p:spPr>
          <a:xfrm>
            <a:off x="2085974" y="5357672"/>
            <a:ext cx="3286125" cy="271602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4868060B-B4C6-4F3F-F68D-FCBDB6968AF5}"/>
              </a:ext>
            </a:extLst>
          </p:cNvPr>
          <p:cNvSpPr/>
          <p:nvPr/>
        </p:nvSpPr>
        <p:spPr>
          <a:xfrm>
            <a:off x="1677400" y="2564537"/>
            <a:ext cx="3875889" cy="298732"/>
          </a:xfrm>
          <a:prstGeom prst="rect">
            <a:avLst/>
          </a:prstGeom>
          <a:noFill/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D1C8989F-EDA0-E1DE-9505-1300AE57D9D3}"/>
              </a:ext>
            </a:extLst>
          </p:cNvPr>
          <p:cNvSpPr/>
          <p:nvPr/>
        </p:nvSpPr>
        <p:spPr>
          <a:xfrm>
            <a:off x="1677400" y="2938131"/>
            <a:ext cx="1875076" cy="298732"/>
          </a:xfrm>
          <a:prstGeom prst="rect">
            <a:avLst/>
          </a:prstGeom>
          <a:noFill/>
          <a:ln>
            <a:solidFill>
              <a:srgbClr val="0066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277517362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  <p:bldP spid="6" grpId="0" animBg="1"/>
      <p:bldP spid="13" grpId="0" animBg="1"/>
      <p:bldP spid="14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9360C03-3A5B-EA30-457C-98040107508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C805542B-CC96-809F-64F5-A55E8AEAE55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Ex: CS1010 Schedule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008710C1-2EF1-6E0A-902B-09958296DDFA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8E6C760E-353A-8CF7-1E50-6B711CD8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CB636717-F180-0250-1D23-9DCD648CF58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dirty="0"/>
              <a:t>Week4R - </a:t>
            </a:r>
            <a:fld id="{2E4790E1-2590-4AEE-892D-AB46A7688113}" type="slidenum">
              <a:rPr lang="en-US" smtClean="0"/>
              <a:pPr>
                <a:defRPr/>
              </a:pPr>
              <a:t>11</a:t>
            </a:fld>
            <a:endParaRPr lang="en-US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6024E618-B56D-8FF2-DEA9-1BBA9F38616D}"/>
              </a:ext>
            </a:extLst>
          </p:cNvPr>
          <p:cNvSpPr txBox="1"/>
          <p:nvPr/>
        </p:nvSpPr>
        <p:spPr>
          <a:xfrm>
            <a:off x="844356" y="1292779"/>
            <a:ext cx="7842444" cy="203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(day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&amp;&amp; time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1400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"T"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(day ==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2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&amp;&amp;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time &lt; </a:t>
            </a:r>
            <a:r>
              <a:rPr lang="en-US" b="1" dirty="0">
                <a:solidFill>
                  <a:srgbClr val="C000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1200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// 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"L"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</a:t>
            </a:r>
            <a:r>
              <a:rPr lang="en-GB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Output </a:t>
            </a: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"N"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660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pic>
        <p:nvPicPr>
          <p:cNvPr id="4" name="Picture 3">
            <a:extLst>
              <a:ext uri="{FF2B5EF4-FFF2-40B4-BE49-F238E27FC236}">
                <a16:creationId xmlns:a16="http://schemas.microsoft.com/office/drawing/2014/main" id="{9A777019-1A03-ADC2-804B-A0411B82346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66327" y="3533897"/>
            <a:ext cx="5011346" cy="15911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16833302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9" fill="hold">
                      <p:stCondLst>
                        <p:cond delay="indefinite"/>
                      </p:stCondLst>
                      <p:childTnLst>
                        <p:par>
                          <p:cTn id="10" fill="hold">
                            <p:stCondLst>
                              <p:cond delay="0"/>
                            </p:stCondLst>
                            <p:childTnLst>
                              <p:par>
                                <p:cTn id="11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Boolean Values</a:t>
            </a:r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7F3399B-1C40-C1EA-D106-12CCBE0D67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F0B9B32B-FD26-37EB-1A12-0D1B14490F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Week4R - </a:t>
            </a:r>
            <a:fld id="{2E4790E1-2590-4AEE-892D-AB46A7688113}" type="slidenum">
              <a:rPr lang="en-US" sz="1100" smtClean="0"/>
              <a:pPr>
                <a:defRPr/>
              </a:pPr>
              <a:t>12</a:t>
            </a:fld>
            <a:endParaRPr lang="en-US" sz="1100" dirty="0"/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563CDEA8-6011-7249-61AD-CF0DF29DF86F}"/>
              </a:ext>
            </a:extLst>
          </p:cNvPr>
          <p:cNvSpPr txBox="1">
            <a:spLocks noChangeArrowheads="1"/>
          </p:cNvSpPr>
          <p:nvPr/>
        </p:nvSpPr>
        <p:spPr>
          <a:xfrm>
            <a:off x="352425" y="1248509"/>
            <a:ext cx="8397875" cy="49588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All logical expressions evaluate to Boolean values </a:t>
            </a:r>
            <a:r>
              <a:rPr lang="en-SG" dirty="0">
                <a:solidFill>
                  <a:srgbClr val="0000FF"/>
                </a:solidFill>
              </a:rPr>
              <a:t>true</a:t>
            </a:r>
            <a:r>
              <a:rPr lang="en-SG" dirty="0"/>
              <a:t> or </a:t>
            </a:r>
            <a:r>
              <a:rPr lang="en-SG" dirty="0">
                <a:solidFill>
                  <a:srgbClr val="0000FF"/>
                </a:solidFill>
              </a:rPr>
              <a:t>false</a:t>
            </a:r>
            <a:r>
              <a:rPr lang="en-SG" dirty="0"/>
              <a:t>.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sz="100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SG" dirty="0"/>
              <a:t>Such values can be stored in / returned as a </a:t>
            </a:r>
            <a:r>
              <a:rPr lang="en-SG" dirty="0">
                <a:solidFill>
                  <a:srgbClr val="0000FF"/>
                </a:solidFill>
              </a:rPr>
              <a:t>bool </a:t>
            </a:r>
            <a:r>
              <a:rPr lang="en-SG" dirty="0"/>
              <a:t>variable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99CB10B6-9220-CAD1-14F2-DFB3E35C95BC}"/>
              </a:ext>
            </a:extLst>
          </p:cNvPr>
          <p:cNvSpPr txBox="1"/>
          <p:nvPr/>
        </p:nvSpPr>
        <p:spPr>
          <a:xfrm>
            <a:off x="958850" y="2812657"/>
            <a:ext cx="7791450" cy="3970318"/>
          </a:xfrm>
          <a:prstGeom prst="rect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bool 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compare(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x,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long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y)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{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bool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= x != y; // evaluates to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true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or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false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</a:t>
            </a:r>
          </a:p>
          <a:p>
            <a:pPr>
              <a:defRPr/>
            </a:pP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(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store different values."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 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{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cs1010_println_string(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"x and y </a:t>
            </a:r>
            <a:b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</a:b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                       </a:t>
            </a:r>
            <a:r>
              <a:rPr lang="en-US" b="1" dirty="0">
                <a:solidFill>
                  <a:srgbClr val="006600"/>
                </a:solidFill>
                <a:latin typeface="Courier New" pitchFamily="49" charset="0"/>
                <a:cs typeface="Courier New" pitchFamily="49" charset="0"/>
              </a:rPr>
              <a:t>store the same value."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);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}</a:t>
            </a:r>
          </a:p>
          <a:p>
            <a:pPr>
              <a:defRPr/>
            </a:pPr>
            <a:endParaRPr lang="en-US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 </a:t>
            </a:r>
            <a:r>
              <a:rPr lang="en-US" b="1" dirty="0">
                <a:solidFill>
                  <a:srgbClr val="0000FF"/>
                </a:solidFill>
                <a:latin typeface="Courier New" pitchFamily="49" charset="0"/>
                <a:cs typeface="Courier New" pitchFamily="49" charset="0"/>
              </a:rPr>
              <a:t>return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 </a:t>
            </a:r>
            <a:r>
              <a:rPr lang="en-US" b="1" dirty="0" err="1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is_diff</a:t>
            </a: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;</a:t>
            </a:r>
          </a:p>
          <a:p>
            <a:pPr>
              <a:defRPr/>
            </a:pPr>
            <a:r>
              <a:rPr lang="en-US" b="1" dirty="0">
                <a:solidFill>
                  <a:schemeClr val="tx1"/>
                </a:solidFill>
                <a:latin typeface="Courier New" pitchFamily="49" charset="0"/>
                <a:cs typeface="Courier New" pitchFamily="49" charset="0"/>
              </a:rPr>
              <a:t>}</a:t>
            </a:r>
            <a:endParaRPr lang="en-SG" b="1" dirty="0">
              <a:solidFill>
                <a:schemeClr val="tx1"/>
              </a:solidFill>
              <a:latin typeface="Courier New" pitchFamily="49" charset="0"/>
              <a:cs typeface="Courier New" pitchFamily="49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882118053"/>
      </p:ext>
    </p:extLst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Short-Circuit Evaluation</a:t>
            </a:r>
          </a:p>
        </p:txBody>
      </p:sp>
      <p:sp>
        <p:nvSpPr>
          <p:cNvPr id="49" name="[Rectangle 3]"/>
          <p:cNvSpPr txBox="1">
            <a:spLocks noChangeArrowheads="1"/>
          </p:cNvSpPr>
          <p:nvPr/>
        </p:nvSpPr>
        <p:spPr>
          <a:xfrm>
            <a:off x="352425" y="1248508"/>
            <a:ext cx="8562975" cy="532374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C00000"/>
                </a:solidFill>
              </a:rPr>
              <a:t>expr1 &amp;&amp; expr2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/>
              <a:t>If </a:t>
            </a:r>
            <a:r>
              <a:rPr lang="en-US" u="sng" kern="0" dirty="0"/>
              <a:t>expr1 is false</a:t>
            </a:r>
            <a:r>
              <a:rPr lang="en-US" kern="0" dirty="0"/>
              <a:t>, skip evaluating expr2 and return false immediately, as the result will always be false.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>
                <a:sym typeface="Wingdings" panose="05000000000000000000" pitchFamily="2" charset="2"/>
              </a:rPr>
              <a:t>Example: 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(</a:t>
            </a:r>
            <a:r>
              <a:rPr lang="en-US" dirty="0" err="1">
                <a:highlight>
                  <a:srgbClr val="FFFF00"/>
                </a:highlight>
                <a:sym typeface="Wingdings" panose="05000000000000000000" pitchFamily="2" charset="2"/>
              </a:rPr>
              <a:t>birth_year</a:t>
            </a:r>
            <a:r>
              <a:rPr lang="en-US" dirty="0">
                <a:highlight>
                  <a:srgbClr val="FFFF00"/>
                </a:highlight>
                <a:sym typeface="Wingdings" panose="05000000000000000000" pitchFamily="2" charset="2"/>
              </a:rPr>
              <a:t>  &gt;= 1995)</a:t>
            </a:r>
            <a:r>
              <a:rPr lang="en-US" dirty="0">
                <a:sym typeface="Wingdings" panose="05000000000000000000" pitchFamily="2" charset="2"/>
              </a:rPr>
              <a:t> </a:t>
            </a:r>
            <a:r>
              <a:rPr lang="en-US" dirty="0">
                <a:solidFill>
                  <a:srgbClr val="C00000"/>
                </a:solidFill>
                <a:sym typeface="Wingdings" panose="05000000000000000000" pitchFamily="2" charset="2"/>
              </a:rPr>
              <a:t>&amp;&amp;</a:t>
            </a:r>
            <a:r>
              <a:rPr lang="en-US" dirty="0">
                <a:sym typeface="Wingdings" panose="05000000000000000000" pitchFamily="2" charset="2"/>
              </a:rPr>
              <a:t> (</a:t>
            </a:r>
            <a:r>
              <a:rPr lang="en-US" dirty="0" err="1">
                <a:sym typeface="Wingdings" panose="05000000000000000000" pitchFamily="2" charset="2"/>
              </a:rPr>
              <a:t>birth_year</a:t>
            </a:r>
            <a:r>
              <a:rPr lang="en-US" dirty="0">
                <a:sym typeface="Wingdings" panose="05000000000000000000" pitchFamily="2" charset="2"/>
              </a:rPr>
              <a:t> &lt;= 2005)</a:t>
            </a:r>
            <a:endParaRPr lang="en-US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US" kern="0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>
                <a:solidFill>
                  <a:srgbClr val="C00000"/>
                </a:solidFill>
              </a:rPr>
              <a:t>expr1 || expr2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kern="0" dirty="0"/>
              <a:t>If </a:t>
            </a:r>
            <a:r>
              <a:rPr lang="en-US" u="sng" kern="0" dirty="0"/>
              <a:t>expr1 is true</a:t>
            </a:r>
            <a:r>
              <a:rPr lang="en-US" kern="0" dirty="0"/>
              <a:t>, skip evaluating expr2 and return true immediately, as the result will always be true.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</a:t>
            </a:r>
            <a:r>
              <a:rPr lang="en-US" dirty="0">
                <a:highlight>
                  <a:srgbClr val="FFFF00"/>
                </a:highlight>
              </a:rPr>
              <a:t>(</a:t>
            </a:r>
            <a:r>
              <a:rPr lang="en-US" dirty="0" err="1">
                <a:highlight>
                  <a:srgbClr val="FFFF00"/>
                </a:highlight>
              </a:rPr>
              <a:t>birth_year</a:t>
            </a:r>
            <a:r>
              <a:rPr lang="en-US" dirty="0">
                <a:highlight>
                  <a:srgbClr val="FFFF00"/>
                </a:highlight>
              </a:rPr>
              <a:t> &lt; 1995)</a:t>
            </a:r>
            <a:r>
              <a:rPr lang="en-US" dirty="0"/>
              <a:t> </a:t>
            </a:r>
            <a:r>
              <a:rPr lang="en-US" dirty="0">
                <a:solidFill>
                  <a:srgbClr val="C00000"/>
                </a:solidFill>
              </a:rPr>
              <a:t>|| </a:t>
            </a:r>
            <a:r>
              <a:rPr lang="en-US" dirty="0"/>
              <a:t>(</a:t>
            </a:r>
            <a:r>
              <a:rPr lang="en-US" dirty="0" err="1"/>
              <a:t>birth_year</a:t>
            </a:r>
            <a:r>
              <a:rPr lang="en-US" dirty="0"/>
              <a:t> &gt; 2005)</a:t>
            </a:r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  <a:p>
            <a:pPr marL="352425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sz="2400" dirty="0">
                <a:sym typeface="Wingdings" panose="05000000000000000000" pitchFamily="2" charset="2"/>
              </a:rPr>
              <a:t>Make things faster in some cases</a:t>
            </a:r>
          </a:p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r>
              <a:rPr lang="en-US" dirty="0"/>
              <a:t>Example: </a:t>
            </a:r>
            <a:r>
              <a:rPr lang="en-US" dirty="0">
                <a:highlight>
                  <a:srgbClr val="FFFF00"/>
                </a:highlight>
              </a:rPr>
              <a:t>(number &lt; 100000)</a:t>
            </a:r>
            <a:r>
              <a:rPr lang="en-US" dirty="0"/>
              <a:t> &amp;&amp; </a:t>
            </a:r>
            <a:r>
              <a:rPr lang="en-US" dirty="0" err="1"/>
              <a:t>is_prime</a:t>
            </a:r>
            <a:r>
              <a:rPr lang="en-US" dirty="0"/>
              <a:t>(number) VS</a:t>
            </a:r>
          </a:p>
          <a:p>
            <a:pPr marL="274320" lvl="1" indent="0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</a:pPr>
            <a:r>
              <a:rPr lang="en-US" dirty="0"/>
              <a:t>                     </a:t>
            </a:r>
            <a:r>
              <a:rPr lang="en-US" dirty="0" err="1"/>
              <a:t>is_prime</a:t>
            </a:r>
            <a:r>
              <a:rPr lang="en-US" dirty="0"/>
              <a:t>(number) &amp;&amp; </a:t>
            </a:r>
            <a:r>
              <a:rPr lang="en-US" dirty="0">
                <a:highlight>
                  <a:srgbClr val="FFFF00"/>
                </a:highlight>
              </a:rPr>
              <a:t>(number &lt; 100000)</a:t>
            </a:r>
            <a:endParaRPr lang="en-US" dirty="0">
              <a:sym typeface="Wingdings" panose="05000000000000000000" pitchFamily="2" charset="2"/>
            </a:endParaRPr>
          </a:p>
        </p:txBody>
      </p:sp>
      <p:sp>
        <p:nvSpPr>
          <p:cNvPr id="10" name="Rectangle 3"/>
          <p:cNvSpPr txBox="1">
            <a:spLocks noChangeArrowheads="1"/>
          </p:cNvSpPr>
          <p:nvPr/>
        </p:nvSpPr>
        <p:spPr>
          <a:xfrm>
            <a:off x="504824" y="2919743"/>
            <a:ext cx="8397875" cy="202421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1828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85000"/>
              <a:buFont typeface="Arial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73152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90000"/>
              <a:buFont typeface="Arial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058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6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188720" indent="-13716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SzPct val="100000"/>
              <a:buFont typeface="Arial" pitchFamily="34" charset="0"/>
              <a:buChar char="•"/>
              <a:defRPr sz="1400" kern="1200" baseline="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37160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155448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173736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1920240" indent="-182880" algn="l" defTabSz="914400" rtl="0" eaLnBrk="1" latinLnBrk="0" hangingPunct="1">
              <a:spcBef>
                <a:spcPct val="20000"/>
              </a:spcBef>
              <a:buClr>
                <a:schemeClr val="accent1"/>
              </a:buClr>
              <a:buFont typeface="Arial" pitchFamily="34" charset="0"/>
              <a:buChar char="•"/>
              <a:defRPr sz="13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626745" lvl="1" indent="-352425" fontAlgn="auto">
              <a:spcBef>
                <a:spcPts val="600"/>
              </a:spcBef>
              <a:spcAft>
                <a:spcPts val="0"/>
              </a:spcAft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</a:pPr>
            <a:endParaRPr lang="en-SG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DA7B9C3F-B275-3A16-D2C5-09FDBDF235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E70C7FD7-BFA0-36DC-7DA4-219DC37862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Week4R - </a:t>
            </a:r>
            <a:fld id="{2E4790E1-2590-4AEE-892D-AB46A7688113}" type="slidenum">
              <a:rPr lang="en-US" sz="1100" smtClean="0"/>
              <a:pPr>
                <a:defRPr/>
              </a:pPr>
              <a:t>13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1986771488"/>
      </p:ext>
    </p:extLst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38" name="Rectangle 2"/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Assertion</a:t>
            </a:r>
          </a:p>
        </p:txBody>
      </p:sp>
      <p:sp>
        <p:nvSpPr>
          <p:cNvPr id="8" name="Content Placeholder 5"/>
          <p:cNvSpPr>
            <a:spLocks noGrp="1"/>
          </p:cNvSpPr>
          <p:nvPr>
            <p:ph idx="1"/>
          </p:nvPr>
        </p:nvSpPr>
        <p:spPr>
          <a:xfrm>
            <a:off x="587374" y="1187450"/>
            <a:ext cx="8381999" cy="5652261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For specifying, understanding, checking of logic.</a:t>
            </a:r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Problem: Find the maximum value between two variables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0" indent="0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None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E47CC947-1D9F-6105-8EF4-18E2E62963A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E89D432-F5D5-78E4-396B-7A7767B873E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Week4R - </a:t>
            </a:r>
            <a:fld id="{2E4790E1-2590-4AEE-892D-AB46A7688113}" type="slidenum">
              <a:rPr lang="en-US" sz="1100" smtClean="0"/>
              <a:pPr>
                <a:defRPr/>
              </a:pPr>
              <a:t>14</a:t>
            </a:fld>
            <a:endParaRPr lang="en-US" sz="1100" dirty="0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F7FE67D0-93BE-36F3-48DF-7285E561729F}"/>
              </a:ext>
            </a:extLst>
          </p:cNvPr>
          <p:cNvSpPr txBox="1"/>
          <p:nvPr/>
        </p:nvSpPr>
        <p:spPr>
          <a:xfrm>
            <a:off x="1039913" y="2594290"/>
            <a:ext cx="5134618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(x &gt; y) 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&gt;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 err="1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= x;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&gt; y) &amp;&amp; (</a:t>
            </a:r>
            <a:r>
              <a:rPr lang="es-ES" sz="2000" b="1" dirty="0" err="1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== x)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sz="2000" b="1" i="0" dirty="0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{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x &lt;= y 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 err="1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max</a:t>
            </a: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= y;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{(x &lt;= y</a:t>
            </a:r>
            <a:r>
              <a:rPr lang="en-SG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)</a:t>
            </a:r>
            <a:r>
              <a:rPr lang="es-ES" sz="2000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&amp;&amp; (</a:t>
            </a:r>
            <a:r>
              <a:rPr lang="en-US" sz="2000" b="1" i="0" dirty="0"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max == y)</a:t>
            </a:r>
            <a:r>
              <a:rPr lang="es-ES" sz="2000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sz="2000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s-ES" sz="2000" b="1" dirty="0">
              <a:solidFill>
                <a:schemeClr val="tx1"/>
              </a:solidFill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grpSp>
        <p:nvGrpSpPr>
          <p:cNvPr id="5" name="Group 53">
            <a:extLst>
              <a:ext uri="{FF2B5EF4-FFF2-40B4-BE49-F238E27FC236}">
                <a16:creationId xmlns:a16="http://schemas.microsoft.com/office/drawing/2014/main" id="{99BB26AC-879F-F7C0-EA86-D7F60BCB44B2}"/>
              </a:ext>
            </a:extLst>
          </p:cNvPr>
          <p:cNvGrpSpPr>
            <a:grpSpLocks/>
          </p:cNvGrpSpPr>
          <p:nvPr/>
        </p:nvGrpSpPr>
        <p:grpSpPr bwMode="auto">
          <a:xfrm>
            <a:off x="6289328" y="2976969"/>
            <a:ext cx="2411413" cy="1537336"/>
            <a:chOff x="6445623" y="3191438"/>
            <a:chExt cx="2411506" cy="1537425"/>
          </a:xfrm>
        </p:grpSpPr>
        <p:sp>
          <p:nvSpPr>
            <p:cNvPr id="6" name="Flowchart: Decision 5">
              <a:extLst>
                <a:ext uri="{FF2B5EF4-FFF2-40B4-BE49-F238E27FC236}">
                  <a16:creationId xmlns:a16="http://schemas.microsoft.com/office/drawing/2014/main" id="{5A5FD035-6194-5DE2-DA40-758FEF81235E}"/>
                </a:ext>
              </a:extLst>
            </p:cNvPr>
            <p:cNvSpPr/>
            <p:nvPr/>
          </p:nvSpPr>
          <p:spPr bwMode="auto">
            <a:xfrm>
              <a:off x="7104461" y="3567697"/>
              <a:ext cx="1130344" cy="498504"/>
            </a:xfrm>
            <a:prstGeom prst="flowChartDecision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7" name="Straight Arrow Connector 33">
              <a:extLst>
                <a:ext uri="{FF2B5EF4-FFF2-40B4-BE49-F238E27FC236}">
                  <a16:creationId xmlns:a16="http://schemas.microsoft.com/office/drawing/2014/main" id="{A2BDF99B-7291-F4AF-ED2E-B8D47EFA249A}"/>
                </a:ext>
              </a:extLst>
            </p:cNvPr>
            <p:cNvCxnSpPr>
              <a:cxnSpLocks noChangeShapeType="1"/>
              <a:endCxn id="6" idx="0"/>
            </p:cNvCxnSpPr>
            <p:nvPr/>
          </p:nvCxnSpPr>
          <p:spPr bwMode="auto">
            <a:xfrm rot="5400000">
              <a:off x="7481050" y="3379695"/>
              <a:ext cx="376515" cy="2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12" name="Straight Connector 35">
              <a:extLst>
                <a:ext uri="{FF2B5EF4-FFF2-40B4-BE49-F238E27FC236}">
                  <a16:creationId xmlns:a16="http://schemas.microsoft.com/office/drawing/2014/main" id="{B7E9ABA7-9ED2-C944-C3EA-018EF2065EF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6835589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13" name="Straight Arrow Connector 36">
              <a:extLst>
                <a:ext uri="{FF2B5EF4-FFF2-40B4-BE49-F238E27FC236}">
                  <a16:creationId xmlns:a16="http://schemas.microsoft.com/office/drawing/2014/main" id="{9C783BB3-5830-DDE1-1565-AA3CBFC5FF81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28011" y="3904129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14" name="Flowchart: Process 13">
              <a:extLst>
                <a:ext uri="{FF2B5EF4-FFF2-40B4-BE49-F238E27FC236}">
                  <a16:creationId xmlns:a16="http://schemas.microsoft.com/office/drawing/2014/main" id="{2C6932F8-B087-2354-2F04-D62C304843DC}"/>
                </a:ext>
              </a:extLst>
            </p:cNvPr>
            <p:cNvSpPr/>
            <p:nvPr/>
          </p:nvSpPr>
          <p:spPr bwMode="auto">
            <a:xfrm>
              <a:off x="6445623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sp>
          <p:nvSpPr>
            <p:cNvPr id="29" name="TextBox 38">
              <a:extLst>
                <a:ext uri="{FF2B5EF4-FFF2-40B4-BE49-F238E27FC236}">
                  <a16:creationId xmlns:a16="http://schemas.microsoft.com/office/drawing/2014/main" id="{F1F1C944-F83C-631C-832F-4D807BF75F89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6564771" y="3563625"/>
              <a:ext cx="560293" cy="276999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>
              <a:spAutoFit/>
            </a:bodyPr>
            <a:lstStyle/>
            <a:p>
              <a:pPr algn="ctr"/>
              <a:r>
                <a:rPr lang="en-US" sz="1200" i="1" dirty="0"/>
                <a:t>x &gt; y</a:t>
              </a:r>
              <a:endParaRPr lang="en-SG" sz="1200" i="1" dirty="0"/>
            </a:p>
          </p:txBody>
        </p:sp>
        <p:sp>
          <p:nvSpPr>
            <p:cNvPr id="30" name="TextBox 39">
              <a:extLst>
                <a:ext uri="{FF2B5EF4-FFF2-40B4-BE49-F238E27FC236}">
                  <a16:creationId xmlns:a16="http://schemas.microsoft.com/office/drawing/2014/main" id="{9350956E-1441-08C1-C3EB-96F7B3B95F64}"/>
                </a:ext>
              </a:extLst>
            </p:cNvPr>
            <p:cNvSpPr txBox="1">
              <a:spLocks noChangeArrowheads="1"/>
            </p:cNvSpPr>
            <p:nvPr/>
          </p:nvSpPr>
          <p:spPr bwMode="auto">
            <a:xfrm>
              <a:off x="8197503" y="3577037"/>
              <a:ext cx="626421" cy="277015"/>
            </a:xfrm>
            <a:prstGeom prst="rect">
              <a:avLst/>
            </a:prstGeom>
            <a:noFill/>
            <a:ln w="9525">
              <a:noFill/>
              <a:miter lim="800000"/>
              <a:headEnd/>
              <a:tailEnd/>
            </a:ln>
          </p:spPr>
          <p:txBody>
            <a:bodyPr wrap="square">
              <a:spAutoFit/>
            </a:bodyPr>
            <a:lstStyle/>
            <a:p>
              <a:pPr algn="ctr"/>
              <a:r>
                <a:rPr lang="en-US" sz="1200" i="1" dirty="0"/>
                <a:t>x &lt;= y</a:t>
              </a:r>
              <a:endParaRPr lang="en-SG" sz="1200" i="1" dirty="0"/>
            </a:p>
          </p:txBody>
        </p:sp>
        <p:cxnSp>
          <p:nvCxnSpPr>
            <p:cNvPr id="31" name="Straight Arrow Connector 40">
              <a:extLst>
                <a:ext uri="{FF2B5EF4-FFF2-40B4-BE49-F238E27FC236}">
                  <a16:creationId xmlns:a16="http://schemas.microsoft.com/office/drawing/2014/main" id="{B367FD6A-E937-8516-7350-8BBDD682C04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flipH="1">
              <a:off x="7663938" y="4503719"/>
              <a:ext cx="1" cy="225144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2" name="Straight Connector 41">
              <a:extLst>
                <a:ext uri="{FF2B5EF4-FFF2-40B4-BE49-F238E27FC236}">
                  <a16:creationId xmlns:a16="http://schemas.microsoft.com/office/drawing/2014/main" id="{E2510953-1D34-AAD7-0F11-5483AB445A8F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6741459" y="4442012"/>
              <a:ext cx="161365" cy="0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3" name="Straight Arrow Connector 42">
              <a:extLst>
                <a:ext uri="{FF2B5EF4-FFF2-40B4-BE49-F238E27FC236}">
                  <a16:creationId xmlns:a16="http://schemas.microsoft.com/office/drawing/2014/main" id="{90239D6E-2DD7-6EB9-5A99-2C631AF98876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6822141" y="4518774"/>
              <a:ext cx="860612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cxnSp>
          <p:nvCxnSpPr>
            <p:cNvPr id="34" name="Straight Connector 43">
              <a:extLst>
                <a:ext uri="{FF2B5EF4-FFF2-40B4-BE49-F238E27FC236}">
                  <a16:creationId xmlns:a16="http://schemas.microsoft.com/office/drawing/2014/main" id="{3056A4B6-67E3-C63C-415E-84F24557040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8198225" y="3810001"/>
              <a:ext cx="268941" cy="6725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5" name="Straight Arrow Connector 47">
              <a:extLst>
                <a:ext uri="{FF2B5EF4-FFF2-40B4-BE49-F238E27FC236}">
                  <a16:creationId xmlns:a16="http://schemas.microsoft.com/office/drawing/2014/main" id="{23EB5E70-9F40-E3DD-71B2-2B278B245755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5400000">
              <a:off x="8386482" y="3903337"/>
              <a:ext cx="188259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  <p:sp>
          <p:nvSpPr>
            <p:cNvPr id="36" name="Flowchart: Process 35">
              <a:extLst>
                <a:ext uri="{FF2B5EF4-FFF2-40B4-BE49-F238E27FC236}">
                  <a16:creationId xmlns:a16="http://schemas.microsoft.com/office/drawing/2014/main" id="{770A68DF-959C-58B8-0083-B4E64A72B63E}"/>
                </a:ext>
              </a:extLst>
            </p:cNvPr>
            <p:cNvSpPr/>
            <p:nvPr/>
          </p:nvSpPr>
          <p:spPr bwMode="auto">
            <a:xfrm>
              <a:off x="8104625" y="4024923"/>
              <a:ext cx="752504" cy="336569"/>
            </a:xfrm>
            <a:prstGeom prst="flowChartProcess">
              <a:avLst/>
            </a:prstGeom>
            <a:solidFill>
              <a:schemeClr val="accent5"/>
            </a:solidFill>
            <a:ln w="12700" cap="sq" cmpd="sng" algn="ctr">
              <a:solidFill>
                <a:schemeClr val="tx1"/>
              </a:solidFill>
              <a:prstDash val="solid"/>
              <a:round/>
              <a:headEnd type="none" w="sm" len="sm"/>
              <a:tailEnd type="none" w="sm" len="sm"/>
            </a:ln>
            <a:effectLst/>
          </p:spPr>
          <p:txBody>
            <a:bodyPr/>
            <a:lstStyle/>
            <a:p>
              <a:pPr>
                <a:defRPr/>
              </a:pPr>
              <a:endParaRPr lang="en-SG"/>
            </a:p>
          </p:txBody>
        </p:sp>
        <p:cxnSp>
          <p:nvCxnSpPr>
            <p:cNvPr id="37" name="Straight Connector 49">
              <a:extLst>
                <a:ext uri="{FF2B5EF4-FFF2-40B4-BE49-F238E27FC236}">
                  <a16:creationId xmlns:a16="http://schemas.microsoft.com/office/drawing/2014/main" id="{DACB8081-018F-E06C-0AC2-35B02F25D07E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>
              <a:off x="8480613" y="4361329"/>
              <a:ext cx="0" cy="149509"/>
            </a:xfrm>
            <a:prstGeom prst="line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none" w="sm" len="sm"/>
            </a:ln>
          </p:spPr>
        </p:cxnSp>
        <p:cxnSp>
          <p:nvCxnSpPr>
            <p:cNvPr id="38" name="Straight Arrow Connector 51">
              <a:extLst>
                <a:ext uri="{FF2B5EF4-FFF2-40B4-BE49-F238E27FC236}">
                  <a16:creationId xmlns:a16="http://schemas.microsoft.com/office/drawing/2014/main" id="{DF36DA74-8920-4436-1BAE-5BE02092D32C}"/>
                </a:ext>
              </a:extLst>
            </p:cNvPr>
            <p:cNvCxnSpPr>
              <a:cxnSpLocks noChangeShapeType="1"/>
            </p:cNvCxnSpPr>
            <p:nvPr/>
          </p:nvCxnSpPr>
          <p:spPr bwMode="auto">
            <a:xfrm rot="10800000">
              <a:off x="7646274" y="4513246"/>
              <a:ext cx="820270" cy="1588"/>
            </a:xfrm>
            <a:prstGeom prst="straightConnector1">
              <a:avLst/>
            </a:prstGeom>
            <a:noFill/>
            <a:ln w="12700" cap="sq" algn="ctr">
              <a:solidFill>
                <a:schemeClr val="tx1"/>
              </a:solidFill>
              <a:round/>
              <a:headEnd type="none" w="sm" len="sm"/>
              <a:tailEnd type="arrow" w="med" len="med"/>
            </a:ln>
          </p:spPr>
        </p:cxnSp>
      </p:grpSp>
      <p:sp>
        <p:nvSpPr>
          <p:cNvPr id="9" name="Rectangle 8">
            <a:extLst>
              <a:ext uri="{FF2B5EF4-FFF2-40B4-BE49-F238E27FC236}">
                <a16:creationId xmlns:a16="http://schemas.microsoft.com/office/drawing/2014/main" id="{089E16F5-6646-8CAD-9002-1647C55567C1}"/>
              </a:ext>
            </a:extLst>
          </p:cNvPr>
          <p:cNvSpPr/>
          <p:nvPr/>
        </p:nvSpPr>
        <p:spPr>
          <a:xfrm>
            <a:off x="1714476" y="3262256"/>
            <a:ext cx="1956121" cy="23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CB288986-514B-81F0-E57F-EB28CDAFA28F}"/>
              </a:ext>
            </a:extLst>
          </p:cNvPr>
          <p:cNvSpPr/>
          <p:nvPr/>
        </p:nvSpPr>
        <p:spPr>
          <a:xfrm>
            <a:off x="1714476" y="4511659"/>
            <a:ext cx="1956121" cy="23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F38F8BF3-1666-663F-62C1-D74EE4555488}"/>
              </a:ext>
            </a:extLst>
          </p:cNvPr>
          <p:cNvSpPr/>
          <p:nvPr/>
        </p:nvSpPr>
        <p:spPr>
          <a:xfrm>
            <a:off x="1722971" y="2689484"/>
            <a:ext cx="775785" cy="238789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59984611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7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9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0" grpId="0" animBg="1"/>
      <p:bldP spid="11" grpId="0" animBg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AB94EC1-CF9F-C7C3-9319-731D17240C3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BEC4BB28-4D88-8214-18E2-2986A277EF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0CD83189-3D93-D7C4-DE07-B7024B5020E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Week4R - </a:t>
            </a:r>
            <a:fld id="{2E4790E1-2590-4AEE-892D-AB46A7688113}" type="slidenum">
              <a:rPr lang="en-US" sz="1100" smtClean="0"/>
              <a:pPr>
                <a:defRPr/>
              </a:pPr>
              <a:t>15</a:t>
            </a:fld>
            <a:endParaRPr lang="en-US" sz="1100" dirty="0"/>
          </a:p>
        </p:txBody>
      </p:sp>
      <p:sp>
        <p:nvSpPr>
          <p:cNvPr id="16" name="Rectangle 2">
            <a:extLst>
              <a:ext uri="{FF2B5EF4-FFF2-40B4-BE49-F238E27FC236}">
                <a16:creationId xmlns:a16="http://schemas.microsoft.com/office/drawing/2014/main" id="{412FC4BC-4DF9-C425-9E49-D27144E32561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381000"/>
            <a:ext cx="8382000" cy="838200"/>
          </a:xfrm>
        </p:spPr>
        <p:txBody>
          <a:bodyPr>
            <a:normAutofit/>
          </a:bodyPr>
          <a:lstStyle/>
          <a:p>
            <a:pPr eaLnBrk="1" hangingPunct="1"/>
            <a:r>
              <a:rPr lang="en-GB" sz="3600" dirty="0">
                <a:solidFill>
                  <a:srgbClr val="0000FF"/>
                </a:solidFill>
              </a:rPr>
              <a:t>De Morgan's Law</a:t>
            </a:r>
          </a:p>
        </p:txBody>
      </p:sp>
      <p:sp>
        <p:nvSpPr>
          <p:cNvPr id="17" name="Content Placeholder 5">
            <a:extLst>
              <a:ext uri="{FF2B5EF4-FFF2-40B4-BE49-F238E27FC236}">
                <a16:creationId xmlns:a16="http://schemas.microsoft.com/office/drawing/2014/main" id="{8132C134-7E27-D314-AC59-A7F94BF8F568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87375" y="1187451"/>
            <a:ext cx="8229600" cy="2794240"/>
          </a:xfrm>
        </p:spPr>
        <p:txBody>
          <a:bodyPr>
            <a:normAutofit/>
          </a:bodyPr>
          <a:lstStyle/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pt-BR" dirty="0">
                <a:solidFill>
                  <a:srgbClr val="0000FF"/>
                </a:solidFill>
              </a:rPr>
              <a:t>!(e1 &amp;&amp; e2) </a:t>
            </a:r>
            <a:r>
              <a:rPr lang="pt-BR" dirty="0"/>
              <a:t>is the same as </a:t>
            </a:r>
            <a:r>
              <a:rPr lang="pt-BR" dirty="0">
                <a:solidFill>
                  <a:srgbClr val="0000FF"/>
                </a:solidFill>
              </a:rPr>
              <a:t>(!e1) || (!e2)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pt-BR" dirty="0">
                <a:solidFill>
                  <a:srgbClr val="0000FF"/>
                </a:solidFill>
              </a:rPr>
              <a:t>!(e1 || e2) </a:t>
            </a:r>
            <a:r>
              <a:rPr lang="pt-BR" dirty="0"/>
              <a:t>is the same as </a:t>
            </a:r>
            <a:r>
              <a:rPr lang="pt-BR" dirty="0">
                <a:solidFill>
                  <a:srgbClr val="0000FF"/>
                </a:solidFill>
              </a:rPr>
              <a:t>(!e1) &amp;&amp; (!e2)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r>
              <a:rPr lang="en-US" dirty="0"/>
              <a:t>Help to quickly write the assertion for false block</a:t>
            </a:r>
          </a:p>
          <a:p>
            <a:pPr marL="347663" indent="-347663">
              <a:spcBef>
                <a:spcPts val="600"/>
              </a:spcBef>
              <a:buClr>
                <a:schemeClr val="tx1">
                  <a:lumMod val="90000"/>
                  <a:lumOff val="10000"/>
                </a:schemeClr>
              </a:buClr>
              <a:buSzPct val="100000"/>
              <a:buFont typeface="Wingdings" panose="05000000000000000000" pitchFamily="2" charset="2"/>
              <a:buChar char="§"/>
              <a:defRPr/>
            </a:pPr>
            <a:endParaRPr lang="en-US" dirty="0"/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E9380D63-2E32-E0C3-294E-8F025A90EAB9}"/>
              </a:ext>
            </a:extLst>
          </p:cNvPr>
          <p:cNvSpPr txBox="1"/>
          <p:nvPr/>
        </p:nvSpPr>
        <p:spPr>
          <a:xfrm>
            <a:off x="973949" y="2997774"/>
            <a:ext cx="6526445" cy="2031325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&amp;&amp; 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highlight>
                <a:srgbClr val="FFFF00"/>
              </a:highlight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 </a:t>
            </a:r>
            <a:r>
              <a:rPr lang="es-ES" b="1" i="0" dirty="0" err="1">
                <a:solidFill>
                  <a:srgbClr val="0000FF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&amp;&amp;   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s-E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46074AC6-062E-7FC9-3217-EBB1E2ED46A5}"/>
              </a:ext>
            </a:extLst>
          </p:cNvPr>
          <p:cNvSpPr txBox="1"/>
          <p:nvPr/>
        </p:nvSpPr>
        <p:spPr>
          <a:xfrm>
            <a:off x="973947" y="5152657"/>
            <a:ext cx="652644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&gt;= 1995) ||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!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&lt;=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id="{530EA2E8-1BD8-63D1-7A98-0239D6033007}"/>
              </a:ext>
            </a:extLst>
          </p:cNvPr>
          <p:cNvSpPr txBox="1"/>
          <p:nvPr/>
        </p:nvSpPr>
        <p:spPr>
          <a:xfrm>
            <a:off x="973947" y="5944917"/>
            <a:ext cx="6526445" cy="646331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i="0" dirty="0">
                <a:solidFill>
                  <a:srgbClr val="36464E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&lt;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1995) || </a:t>
            </a:r>
            <a:b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</a:br>
            <a:r>
              <a:rPr lang="en-US" b="1" i="0" dirty="0">
                <a:solidFill>
                  <a:schemeClr val="tx1"/>
                </a:solidFill>
                <a:effectLst/>
                <a:latin typeface="Courier New" panose="02070309020205020404" pitchFamily="49" charset="0"/>
                <a:cs typeface="Courier New" panose="02070309020205020404" pitchFamily="49" charset="0"/>
              </a:rPr>
              <a:t>         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(</a:t>
            </a:r>
            <a:r>
              <a:rPr lang="en-US" b="1" i="0" dirty="0" err="1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birth_year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</a:t>
            </a:r>
            <a:r>
              <a:rPr lang="en-US" b="1" i="0" dirty="0">
                <a:solidFill>
                  <a:srgbClr val="FF0000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&gt;</a:t>
            </a:r>
            <a:r>
              <a:rPr lang="en-US" b="1" i="0" dirty="0">
                <a:solidFill>
                  <a:schemeClr val="tx1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2005)</a:t>
            </a:r>
            <a:r>
              <a:rPr lang="en-US" b="1" i="0" dirty="0">
                <a:solidFill>
                  <a:srgbClr val="36464E"/>
                </a:solidFill>
                <a:effectLst/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 }</a:t>
            </a:r>
            <a:endParaRPr lang="es-ES" b="1" i="0" dirty="0">
              <a:solidFill>
                <a:schemeClr val="tx1"/>
              </a:solidFill>
              <a:effectLst/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21" name="Arrow: Down 20">
            <a:extLst>
              <a:ext uri="{FF2B5EF4-FFF2-40B4-BE49-F238E27FC236}">
                <a16:creationId xmlns:a16="http://schemas.microsoft.com/office/drawing/2014/main" id="{873AEAEA-21AD-0FED-0000-D843500028CD}"/>
              </a:ext>
            </a:extLst>
          </p:cNvPr>
          <p:cNvSpPr/>
          <p:nvPr/>
        </p:nvSpPr>
        <p:spPr>
          <a:xfrm>
            <a:off x="4028792" y="4734962"/>
            <a:ext cx="208230" cy="417695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22" name="Arrow: Down 21">
            <a:extLst>
              <a:ext uri="{FF2B5EF4-FFF2-40B4-BE49-F238E27FC236}">
                <a16:creationId xmlns:a16="http://schemas.microsoft.com/office/drawing/2014/main" id="{905CC4E0-66A6-4236-53E4-C10EF0C9DC9E}"/>
              </a:ext>
            </a:extLst>
          </p:cNvPr>
          <p:cNvSpPr/>
          <p:nvPr/>
        </p:nvSpPr>
        <p:spPr>
          <a:xfrm>
            <a:off x="4028792" y="5780795"/>
            <a:ext cx="208230" cy="182316"/>
          </a:xfrm>
          <a:prstGeom prst="downArrow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1743831424"/>
      </p:ext>
    </p:extLst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34AB727-C204-997E-5D67-21F40DA425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602" name="Rectangle 2">
            <a:extLst>
              <a:ext uri="{FF2B5EF4-FFF2-40B4-BE49-F238E27FC236}">
                <a16:creationId xmlns:a16="http://schemas.microsoft.com/office/drawing/2014/main" id="{98C69E4F-0FED-A8CF-F9A1-3317ABB5C782}"/>
              </a:ext>
            </a:extLst>
          </p:cNvPr>
          <p:cNvSpPr>
            <a:spLocks noGrp="1" noChangeArrowheads="1"/>
          </p:cNvSpPr>
          <p:nvPr>
            <p:ph type="title"/>
          </p:nvPr>
        </p:nvSpPr>
        <p:spPr>
          <a:xfrm>
            <a:off x="533400" y="457200"/>
            <a:ext cx="8403566" cy="685800"/>
          </a:xfrm>
        </p:spPr>
        <p:txBody>
          <a:bodyPr>
            <a:normAutofit fontScale="90000"/>
          </a:bodyPr>
          <a:lstStyle/>
          <a:p>
            <a:pPr eaLnBrk="1" hangingPunct="1"/>
            <a:r>
              <a:rPr lang="en-GB" dirty="0">
                <a:solidFill>
                  <a:srgbClr val="0000FF"/>
                </a:solidFill>
              </a:rPr>
              <a:t>Ex: CS1010 Schedule</a:t>
            </a:r>
            <a:endParaRPr lang="en-GB" sz="3100" dirty="0">
              <a:solidFill>
                <a:srgbClr val="0000FF"/>
              </a:solidFill>
            </a:endParaRPr>
          </a:p>
        </p:txBody>
      </p:sp>
      <p:sp>
        <p:nvSpPr>
          <p:cNvPr id="15" name="HighlightTextShape201406241503265130">
            <a:extLst>
              <a:ext uri="{FF2B5EF4-FFF2-40B4-BE49-F238E27FC236}">
                <a16:creationId xmlns:a16="http://schemas.microsoft.com/office/drawing/2014/main" id="{68373C2C-95FF-0CA0-3BD8-EE6B9A5FD856}"/>
              </a:ext>
            </a:extLst>
          </p:cNvPr>
          <p:cNvSpPr>
            <a:spLocks noChangeArrowheads="1"/>
          </p:cNvSpPr>
          <p:nvPr/>
        </p:nvSpPr>
        <p:spPr bwMode="auto">
          <a:xfrm>
            <a:off x="573206" y="1219201"/>
            <a:ext cx="8363760" cy="132723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 marL="800100" lvl="1" indent="-342900"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  <a:buFont typeface="Wingdings" pitchFamily="2" charset="2"/>
              <a:buChar char="n"/>
            </a:pPr>
            <a:endParaRPr lang="en-US" sz="2000" dirty="0">
              <a:sym typeface="Wingdings" panose="05000000000000000000" pitchFamily="2" charset="2"/>
            </a:endParaRPr>
          </a:p>
          <a:p>
            <a:pPr>
              <a:spcBef>
                <a:spcPts val="1200"/>
              </a:spcBef>
              <a:buClr>
                <a:schemeClr val="accent4">
                  <a:lumMod val="60000"/>
                  <a:lumOff val="40000"/>
                </a:schemeClr>
              </a:buClr>
              <a:buSzPct val="75000"/>
            </a:pPr>
            <a:endParaRPr lang="en-US" sz="24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28EF61CF-265A-5CFD-E4D8-61341FF8DC9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C9C0705-486A-FD7E-5FC1-E6522AC6879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Week4R - </a:t>
            </a:r>
            <a:fld id="{2E4790E1-2590-4AEE-892D-AB46A7688113}" type="slidenum">
              <a:rPr lang="en-US" sz="1100" smtClean="0"/>
              <a:pPr>
                <a:defRPr/>
              </a:pPr>
              <a:t>16</a:t>
            </a:fld>
            <a:endParaRPr lang="en-US" sz="1100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1F593D5-BD47-1761-742E-E394CDD940D4}"/>
              </a:ext>
            </a:extLst>
          </p:cNvPr>
          <p:cNvSpPr txBox="1"/>
          <p:nvPr/>
        </p:nvSpPr>
        <p:spPr>
          <a:xfrm>
            <a:off x="651851" y="1167650"/>
            <a:ext cx="8187349" cy="2862322"/>
          </a:xfrm>
          <a:prstGeom prst="rect">
            <a:avLst/>
          </a:prstGeom>
          <a:solidFill>
            <a:schemeClr val="bg1"/>
          </a:solidFill>
          <a:ln w="19050">
            <a:solidFill>
              <a:schemeClr val="tx1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wrap="square" lIns="91440" tIns="45720" rIns="91440" bIns="45720" rtlCol="0" anchor="t">
            <a:spAutoFit/>
          </a:bodyPr>
          <a:lstStyle/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(…)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day == 1 &amp;&amp; time &lt; 1400 }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  <a:sym typeface="Wingdings" panose="05000000000000000000" pitchFamily="2" charset="2"/>
              </a:rPr>
              <a:t>//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Assertion_1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day != 1 || time &gt;= 1400 }// Assertion_2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if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(…){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(day == 2 &amp;&amp; time &lt; 1200)&amp;&amp; Assertion_2} 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 </a:t>
            </a:r>
            <a:r>
              <a:rPr lang="en-US" b="1" dirty="0">
                <a:solidFill>
                  <a:srgbClr val="0000FF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else</a:t>
            </a: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  </a:t>
            </a:r>
            <a:r>
              <a:rPr lang="en-US" b="1" dirty="0">
                <a:solidFill>
                  <a:schemeClr val="tx1"/>
                </a:solidFill>
                <a:highlight>
                  <a:srgbClr val="FFFF00"/>
                </a:highlight>
                <a:latin typeface="Courier New" panose="02070309020205020404" pitchFamily="49" charset="0"/>
                <a:cs typeface="Courier New" panose="02070309020205020404" pitchFamily="49" charset="0"/>
              </a:rPr>
              <a:t>// { day != 2 || time &gt;= 1400)&amp;&amp; Assertion_2}</a:t>
            </a:r>
            <a:endParaRPr lang="en-US" b="1" dirty="0">
              <a:solidFill>
                <a:schemeClr val="tx1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  }</a:t>
            </a:r>
          </a:p>
          <a:p>
            <a:pPr>
              <a:tabLst>
                <a:tab pos="347663" algn="l"/>
                <a:tab pos="682625" algn="l"/>
                <a:tab pos="1087438" algn="l"/>
                <a:tab pos="1377950" algn="l"/>
                <a:tab pos="1712913" algn="l"/>
              </a:tabLst>
            </a:pPr>
            <a:r>
              <a:rPr lang="en-US" b="1" dirty="0">
                <a:solidFill>
                  <a:schemeClr val="tx1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</a:p>
        </p:txBody>
      </p:sp>
      <p:graphicFrame>
        <p:nvGraphicFramePr>
          <p:cNvPr id="8" name="Table 7">
            <a:extLst>
              <a:ext uri="{FF2B5EF4-FFF2-40B4-BE49-F238E27FC236}">
                <a16:creationId xmlns:a16="http://schemas.microsoft.com/office/drawing/2014/main" id="{42E59E4A-D552-5813-47EB-CCE9FC53CCE3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553911"/>
              </p:ext>
            </p:extLst>
          </p:nvPr>
        </p:nvGraphicFramePr>
        <p:xfrm>
          <a:off x="993036" y="4227310"/>
          <a:ext cx="7524099" cy="1463040"/>
        </p:xfrm>
        <a:graphic>
          <a:graphicData uri="http://schemas.openxmlformats.org/drawingml/2006/table">
            <a:tbl>
              <a:tblPr>
                <a:tableStyleId>{5940675A-B579-460E-94D1-54222C63F5DA}</a:tableStyleId>
              </a:tblPr>
              <a:tblGrid>
                <a:gridCol w="3484880">
                  <a:extLst>
                    <a:ext uri="{9D8B030D-6E8A-4147-A177-3AD203B41FA5}">
                      <a16:colId xmlns:a16="http://schemas.microsoft.com/office/drawing/2014/main" val="2631727857"/>
                    </a:ext>
                  </a:extLst>
                </a:gridCol>
                <a:gridCol w="3675380">
                  <a:extLst>
                    <a:ext uri="{9D8B030D-6E8A-4147-A177-3AD203B41FA5}">
                      <a16:colId xmlns:a16="http://schemas.microsoft.com/office/drawing/2014/main" val="3644794925"/>
                    </a:ext>
                  </a:extLst>
                </a:gridCol>
                <a:gridCol w="363839">
                  <a:extLst>
                    <a:ext uri="{9D8B030D-6E8A-4147-A177-3AD203B41FA5}">
                      <a16:colId xmlns:a16="http://schemas.microsoft.com/office/drawing/2014/main" val="2546577155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Condition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b="1" dirty="0">
                          <a:effectLst/>
                        </a:rPr>
                        <a:t>Output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1" dirty="0"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0872549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C00000"/>
                          </a:solidFill>
                          <a:effectLst/>
                        </a:rPr>
                        <a:t>day is 1 and time is before 1400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C00000"/>
                          </a:solidFill>
                          <a:effectLst/>
                        </a:rPr>
                        <a:t>T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t"/>
                      <a:endParaRPr lang="en-US" b="0" dirty="0">
                        <a:solidFill>
                          <a:srgbClr val="C00000"/>
                        </a:solidFill>
                        <a:effectLst/>
                      </a:endParaRP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181371937"/>
                  </a:ext>
                </a:extLst>
              </a:tr>
              <a:tr h="0">
                <a:tc rowSpan="2"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If day is 2 and time is before 1200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solidFill>
                            <a:srgbClr val="006600"/>
                          </a:solidFill>
                          <a:effectLst/>
                        </a:rPr>
                        <a:t>L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7816777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endParaRPr dirty="0"/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Else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t"/>
                      <a:r>
                        <a:rPr lang="en-US" b="0" dirty="0">
                          <a:effectLst/>
                        </a:rPr>
                        <a:t>N</a:t>
                      </a:r>
                    </a:p>
                  </a:txBody>
                  <a:tcP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77179377"/>
                  </a:ext>
                </a:extLst>
              </a:tr>
            </a:tbl>
          </a:graphicData>
        </a:graphic>
      </p:graphicFrame>
      <p:sp>
        <p:nvSpPr>
          <p:cNvPr id="9" name="Rectangle 8">
            <a:extLst>
              <a:ext uri="{FF2B5EF4-FFF2-40B4-BE49-F238E27FC236}">
                <a16:creationId xmlns:a16="http://schemas.microsoft.com/office/drawing/2014/main" id="{95B8B081-D6C1-0FAF-7EED-5B1802FFD960}"/>
              </a:ext>
            </a:extLst>
          </p:cNvPr>
          <p:cNvSpPr/>
          <p:nvPr/>
        </p:nvSpPr>
        <p:spPr>
          <a:xfrm>
            <a:off x="1924049" y="1504614"/>
            <a:ext cx="3267076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ADF4802B-245E-6853-B145-D53110DBA0EE}"/>
              </a:ext>
            </a:extLst>
          </p:cNvPr>
          <p:cNvSpPr/>
          <p:nvPr/>
        </p:nvSpPr>
        <p:spPr>
          <a:xfrm flipV="1">
            <a:off x="2228849" y="2613429"/>
            <a:ext cx="3400425" cy="26599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3" name="Rectangle 12">
            <a:extLst>
              <a:ext uri="{FF2B5EF4-FFF2-40B4-BE49-F238E27FC236}">
                <a16:creationId xmlns:a16="http://schemas.microsoft.com/office/drawing/2014/main" id="{8874816D-43EE-83DD-8200-F451C7AFC190}"/>
              </a:ext>
            </a:extLst>
          </p:cNvPr>
          <p:cNvSpPr/>
          <p:nvPr/>
        </p:nvSpPr>
        <p:spPr>
          <a:xfrm>
            <a:off x="2224086" y="3143478"/>
            <a:ext cx="3400423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CF77D1B-3951-9EB2-A24E-C0F1D79EBC49}"/>
              </a:ext>
            </a:extLst>
          </p:cNvPr>
          <p:cNvSpPr/>
          <p:nvPr/>
        </p:nvSpPr>
        <p:spPr>
          <a:xfrm>
            <a:off x="1924049" y="2033149"/>
            <a:ext cx="3429002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7" name="Rectangle 16">
            <a:extLst>
              <a:ext uri="{FF2B5EF4-FFF2-40B4-BE49-F238E27FC236}">
                <a16:creationId xmlns:a16="http://schemas.microsoft.com/office/drawing/2014/main" id="{1D622AA2-B7FC-6179-232A-B3DFE7720922}"/>
              </a:ext>
            </a:extLst>
          </p:cNvPr>
          <p:cNvSpPr/>
          <p:nvPr/>
        </p:nvSpPr>
        <p:spPr>
          <a:xfrm flipV="1">
            <a:off x="4700010" y="3705588"/>
            <a:ext cx="3705225" cy="27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E4BA10C8-4CF3-4147-AB42-C2E6D5AF1AEE}"/>
              </a:ext>
            </a:extLst>
          </p:cNvPr>
          <p:cNvSpPr/>
          <p:nvPr/>
        </p:nvSpPr>
        <p:spPr>
          <a:xfrm flipV="1">
            <a:off x="5629272" y="2592286"/>
            <a:ext cx="1914527" cy="276224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  <p:sp>
        <p:nvSpPr>
          <p:cNvPr id="19" name="Rectangle 18">
            <a:extLst>
              <a:ext uri="{FF2B5EF4-FFF2-40B4-BE49-F238E27FC236}">
                <a16:creationId xmlns:a16="http://schemas.microsoft.com/office/drawing/2014/main" id="{AE011C60-C2F1-BBAA-5DC2-ED030A53C3DF}"/>
              </a:ext>
            </a:extLst>
          </p:cNvPr>
          <p:cNvSpPr/>
          <p:nvPr/>
        </p:nvSpPr>
        <p:spPr>
          <a:xfrm>
            <a:off x="5648933" y="3125305"/>
            <a:ext cx="1914527" cy="276225"/>
          </a:xfrm>
          <a:prstGeom prst="rect">
            <a:avLst/>
          </a:prstGeom>
          <a:solidFill>
            <a:schemeClr val="bg1"/>
          </a:solidFill>
          <a:ln>
            <a:solidFill>
              <a:schemeClr val="bg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SG"/>
          </a:p>
        </p:txBody>
      </p:sp>
    </p:spTree>
    <p:extLst>
      <p:ext uri="{BB962C8B-B14F-4D97-AF65-F5344CB8AC3E}">
        <p14:creationId xmlns:p14="http://schemas.microsoft.com/office/powerpoint/2010/main" val="3923016209"/>
      </p:ext>
    </p:extLst>
  </p:cSld>
  <p:clrMapOvr>
    <a:masterClrMapping/>
  </p:clrMapOvr>
  <p:transition>
    <p:fade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" presetClass="exit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23" presetID="1" presetClass="exit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hidden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  <p:bldP spid="12" grpId="0" animBg="1"/>
      <p:bldP spid="13" grpId="0" animBg="1"/>
      <p:bldP spid="14" grpId="0" animBg="1"/>
      <p:bldP spid="18" grpId="0" animBg="1"/>
      <p:bldP spid="19" grpId="0" animBg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HighlightTextShape201406241503265130"/>
          <p:cNvSpPr>
            <a:spLocks noChangeArrowheads="1"/>
          </p:cNvSpPr>
          <p:nvPr/>
        </p:nvSpPr>
        <p:spPr bwMode="auto">
          <a:xfrm>
            <a:off x="1341033" y="1402461"/>
            <a:ext cx="6469467" cy="135255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/>
          <a:lstStyle/>
          <a:p>
            <a:pPr algn="ctr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r>
              <a:rPr lang="en-US" sz="6000" dirty="0"/>
              <a:t>Think </a:t>
            </a:r>
            <a:r>
              <a:rPr lang="en-US" sz="6000" dirty="0">
                <a:solidFill>
                  <a:srgbClr val="0000FF"/>
                </a:solidFill>
              </a:rPr>
              <a:t>logically</a:t>
            </a:r>
            <a:r>
              <a:rPr lang="en-US" sz="6000" dirty="0"/>
              <a:t>!</a:t>
            </a:r>
            <a:br>
              <a:rPr lang="en-US" sz="6000" dirty="0"/>
            </a:br>
            <a:br>
              <a:rPr lang="en-US" sz="6000" dirty="0"/>
            </a:br>
            <a:r>
              <a:rPr lang="en-US" sz="6000" dirty="0"/>
              <a:t>Clarify your doubts before </a:t>
            </a:r>
            <a:r>
              <a:rPr lang="en-US" sz="6000" dirty="0">
                <a:solidFill>
                  <a:srgbClr val="0000FF"/>
                </a:solidFill>
              </a:rPr>
              <a:t>PE0</a:t>
            </a:r>
            <a:r>
              <a:rPr lang="en-US" sz="6000" dirty="0"/>
              <a:t>!</a:t>
            </a:r>
            <a:endParaRPr lang="en-US" sz="3200" dirty="0"/>
          </a:p>
          <a:p>
            <a:pPr algn="ctr" eaLnBrk="1" hangingPunct="1">
              <a:spcBef>
                <a:spcPts val="600"/>
              </a:spcBef>
              <a:buClr>
                <a:schemeClr val="bg1">
                  <a:lumMod val="50000"/>
                </a:schemeClr>
              </a:buClr>
              <a:buSzPct val="120000"/>
            </a:pPr>
            <a:endParaRPr lang="en-GB" sz="2800" dirty="0"/>
          </a:p>
        </p:txBody>
      </p:sp>
      <p:sp>
        <p:nvSpPr>
          <p:cNvPr id="2" name="Footer Placeholder 1">
            <a:extLst>
              <a:ext uri="{FF2B5EF4-FFF2-40B4-BE49-F238E27FC236}">
                <a16:creationId xmlns:a16="http://schemas.microsoft.com/office/drawing/2014/main" id="{A4C112B7-EA9A-0591-6160-10748A6586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algn="l">
              <a:defRPr/>
            </a:pPr>
            <a:r>
              <a:rPr lang="en-US" dirty="0"/>
              <a:t>CS1010: Programming Methodology</a:t>
            </a:r>
          </a:p>
        </p:txBody>
      </p:sp>
      <p:sp>
        <p:nvSpPr>
          <p:cNvPr id="3" name="Slide Number Placeholder 2">
            <a:extLst>
              <a:ext uri="{FF2B5EF4-FFF2-40B4-BE49-F238E27FC236}">
                <a16:creationId xmlns:a16="http://schemas.microsoft.com/office/drawing/2014/main" id="{81713552-50D7-1D8D-9EAB-D3900CECE1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>
              <a:defRPr/>
            </a:pPr>
            <a:r>
              <a:rPr lang="en-US" sz="1100" dirty="0"/>
              <a:t>Week4R - </a:t>
            </a:r>
            <a:fld id="{2E4790E1-2590-4AEE-892D-AB46A7688113}" type="slidenum">
              <a:rPr lang="en-US" sz="1100" smtClean="0"/>
              <a:pPr>
                <a:defRPr/>
              </a:pPr>
              <a:t>17</a:t>
            </a:fld>
            <a:endParaRPr lang="en-US" sz="1100" dirty="0"/>
          </a:p>
        </p:txBody>
      </p:sp>
    </p:spTree>
    <p:extLst>
      <p:ext uri="{BB962C8B-B14F-4D97-AF65-F5344CB8AC3E}">
        <p14:creationId xmlns:p14="http://schemas.microsoft.com/office/powerpoint/2010/main" val="4078418712"/>
      </p:ext>
    </p:extLst>
  </p:cSld>
  <p:clrMapOvr>
    <a:masterClrMapping/>
  </p:clrMapOvr>
  <p:transition>
    <p:fade/>
  </p:transition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larity">
  <a:themeElements>
    <a:clrScheme name="Clarity">
      <a:dk1>
        <a:srgbClr val="292934"/>
      </a:dk1>
      <a:lt1>
        <a:srgbClr val="FFFFFF"/>
      </a:lt1>
      <a:dk2>
        <a:srgbClr val="D2533C"/>
      </a:dk2>
      <a:lt2>
        <a:srgbClr val="F3F2DC"/>
      </a:lt2>
      <a:accent1>
        <a:srgbClr val="93A299"/>
      </a:accent1>
      <a:accent2>
        <a:srgbClr val="AD8F67"/>
      </a:accent2>
      <a:accent3>
        <a:srgbClr val="726056"/>
      </a:accent3>
      <a:accent4>
        <a:srgbClr val="4C5A6A"/>
      </a:accent4>
      <a:accent5>
        <a:srgbClr val="808DA0"/>
      </a:accent5>
      <a:accent6>
        <a:srgbClr val="79463D"/>
      </a:accent6>
      <a:hlink>
        <a:srgbClr val="0000FF"/>
      </a:hlink>
      <a:folHlink>
        <a:srgbClr val="800080"/>
      </a:folHlink>
    </a:clrScheme>
    <a:fontScheme name="Office Classic 2">
      <a:maj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돋움"/>
        <a:font script="Hans" typeface="方正舒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Clarity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hade val="86000"/>
                <a:satMod val="140000"/>
              </a:schemeClr>
            </a:gs>
            <a:gs pos="45000">
              <a:schemeClr val="phClr">
                <a:tint val="48000"/>
                <a:satMod val="150000"/>
              </a:schemeClr>
            </a:gs>
            <a:gs pos="100000">
              <a:schemeClr val="phClr">
                <a:tint val="28000"/>
                <a:satMod val="16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70000"/>
                <a:satMod val="150000"/>
              </a:schemeClr>
            </a:gs>
            <a:gs pos="34000">
              <a:schemeClr val="phClr">
                <a:shade val="70000"/>
                <a:satMod val="140000"/>
              </a:schemeClr>
            </a:gs>
            <a:gs pos="70000">
              <a:schemeClr val="phClr">
                <a:tint val="100000"/>
                <a:shade val="90000"/>
                <a:satMod val="140000"/>
              </a:schemeClr>
            </a:gs>
            <a:gs pos="100000">
              <a:schemeClr val="phClr">
                <a:tint val="100000"/>
                <a:shade val="100000"/>
                <a:satMod val="10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26425" cap="flat" cmpd="sng" algn="ctr">
          <a:solidFill>
            <a:schemeClr val="phClr"/>
          </a:solidFill>
          <a:prstDash val="solid"/>
        </a:ln>
        <a:ln w="4445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balanced" dir="t">
              <a:rot lat="0" lon="0" rev="5100000"/>
            </a:lightRig>
          </a:scene3d>
          <a:sp3d contourW="6350">
            <a:bevelT w="29210" h="12700"/>
            <a:contourClr>
              <a:schemeClr val="phClr">
                <a:shade val="30000"/>
                <a:satMod val="13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85000"/>
                <a:satMod val="180000"/>
              </a:schemeClr>
            </a:gs>
            <a:gs pos="40000">
              <a:schemeClr val="phClr">
                <a:tint val="95000"/>
                <a:shade val="85000"/>
                <a:satMod val="150000"/>
              </a:schemeClr>
            </a:gs>
            <a:gs pos="100000">
              <a:schemeClr val="phClr">
                <a:shade val="45000"/>
                <a:satMod val="200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55000"/>
              </a:schemeClr>
              <a:schemeClr val="phClr">
                <a:tint val="97000"/>
                <a:satMod val="95000"/>
              </a:schemeClr>
            </a:duotone>
          </a:blip>
          <a:tile tx="0" ty="0" sx="70000" sy="70000" flip="none" algn="tl"/>
        </a:blip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3.xml><?xml version="1.0" encoding="utf-8"?>
<a:theme xmlns:a="http://schemas.openxmlformats.org/drawingml/2006/main" name="Office Theme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00CC99"/>
      </a:accent1>
      <a:accent2>
        <a:srgbClr val="3333CC"/>
      </a:accent2>
      <a:accent3>
        <a:srgbClr val="FFFFFF"/>
      </a:accent3>
      <a:accent4>
        <a:srgbClr val="000000"/>
      </a:accent4>
      <a:accent5>
        <a:srgbClr val="AAE2CA"/>
      </a:accent5>
      <a:accent6>
        <a:srgbClr val="2D2DB9"/>
      </a:accent6>
      <a:hlink>
        <a:srgbClr val="CCCCFF"/>
      </a:hlink>
      <a:folHlink>
        <a:srgbClr val="B2B2B2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Clarity</Template>
  <TotalTime>13469</TotalTime>
  <Words>1520</Words>
  <Application>Microsoft Office PowerPoint</Application>
  <PresentationFormat>On-screen Show (4:3)</PresentationFormat>
  <Paragraphs>419</Paragraphs>
  <Slides>17</Slides>
  <Notes>17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5" baseType="lpstr">
      <vt:lpstr>Courier</vt:lpstr>
      <vt:lpstr>Arial</vt:lpstr>
      <vt:lpstr>Calibri</vt:lpstr>
      <vt:lpstr>Courier New</vt:lpstr>
      <vt:lpstr>Garamond</vt:lpstr>
      <vt:lpstr>Times New Roman</vt:lpstr>
      <vt:lpstr>Wingdings</vt:lpstr>
      <vt:lpstr>Clarity</vt:lpstr>
      <vt:lpstr>PowerPoint Presentation</vt:lpstr>
      <vt:lpstr>Control Structure: Selection</vt:lpstr>
      <vt:lpstr>if-else Statements</vt:lpstr>
      <vt:lpstr>if-else Statements</vt:lpstr>
      <vt:lpstr>if-else Statements</vt:lpstr>
      <vt:lpstr>Nested if-else Statements </vt:lpstr>
      <vt:lpstr>Ex: CS1010 Schedule</vt:lpstr>
      <vt:lpstr>Ex: CS1010 Schedule</vt:lpstr>
      <vt:lpstr>if-(else-if-)else… Statements </vt:lpstr>
      <vt:lpstr>Ex: CS1010 Schedule</vt:lpstr>
      <vt:lpstr>Ex: CS1010 Schedule</vt:lpstr>
      <vt:lpstr>Boolean Values</vt:lpstr>
      <vt:lpstr>Short-Circuit Evaluation</vt:lpstr>
      <vt:lpstr>Assertion</vt:lpstr>
      <vt:lpstr>De Morgan's Law</vt:lpstr>
      <vt:lpstr>Ex: CS1010 Schedule</vt:lpstr>
      <vt:lpstr>PowerPoint Presentation</vt:lpstr>
    </vt:vector>
  </TitlesOfParts>
  <Company>SoC, 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CS1010: Programming Methodology</dc:title>
  <dc:subject>Week 1</dc:subject>
  <dc:creator>Aaron Tan</dc:creator>
  <cp:lastModifiedBy>Zhao Jin</cp:lastModifiedBy>
  <cp:revision>1228</cp:revision>
  <cp:lastPrinted>2014-06-20T04:24:53Z</cp:lastPrinted>
  <dcterms:created xsi:type="dcterms:W3CDTF">1998-09-05T15:03:32Z</dcterms:created>
  <dcterms:modified xsi:type="dcterms:W3CDTF">2026-02-10T03:59:34Z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TemplateType">
    <vt:i4>1</vt:i4>
  </property>
  <property fmtid="{D5CDD505-2E9C-101B-9397-08002B2CF9AE}" pid="3" name="GraphicType">
    <vt:i4>1</vt:i4>
  </property>
  <property fmtid="{D5CDD505-2E9C-101B-9397-08002B2CF9AE}" pid="4" name="Compression">
    <vt:i4>100</vt:i4>
  </property>
  <property fmtid="{D5CDD505-2E9C-101B-9397-08002B2CF9AE}" pid="5" name="ScreenSize">
    <vt:i4>3</vt:i4>
  </property>
  <property fmtid="{D5CDD505-2E9C-101B-9397-08002B2CF9AE}" pid="6" name="ScreenUsage">
    <vt:i4>3</vt:i4>
  </property>
  <property fmtid="{D5CDD505-2E9C-101B-9397-08002B2CF9AE}" pid="7" name="MailAddress">
    <vt:lpwstr>tantc@comp.nus.edu.sg</vt:lpwstr>
  </property>
  <property fmtid="{D5CDD505-2E9C-101B-9397-08002B2CF9AE}" pid="8" name="HomePage">
    <vt:lpwstr>http://www.comp.nus.edu.sg/~tantc</vt:lpwstr>
  </property>
  <property fmtid="{D5CDD505-2E9C-101B-9397-08002B2CF9AE}" pid="9" name="Other">
    <vt:lpwstr/>
  </property>
  <property fmtid="{D5CDD505-2E9C-101B-9397-08002B2CF9AE}" pid="10" name="DownloadOriginal">
    <vt:bool>false</vt:bool>
  </property>
  <property fmtid="{D5CDD505-2E9C-101B-9397-08002B2CF9AE}" pid="11" name="DownloadIEButton">
    <vt:bool>false</vt:bool>
  </property>
  <property fmtid="{D5CDD505-2E9C-101B-9397-08002B2CF9AE}" pid="12" name="UseBrowserColor">
    <vt:bool>true</vt:bool>
  </property>
  <property fmtid="{D5CDD505-2E9C-101B-9397-08002B2CF9AE}" pid="13" name="BackColor">
    <vt:i4>15132390</vt:i4>
  </property>
  <property fmtid="{D5CDD505-2E9C-101B-9397-08002B2CF9AE}" pid="14" name="TextColor">
    <vt:i4>0</vt:i4>
  </property>
  <property fmtid="{D5CDD505-2E9C-101B-9397-08002B2CF9AE}" pid="15" name="LinkColor">
    <vt:i4>16711782</vt:i4>
  </property>
  <property fmtid="{D5CDD505-2E9C-101B-9397-08002B2CF9AE}" pid="16" name="VisitedColor">
    <vt:i4>10040268</vt:i4>
  </property>
  <property fmtid="{D5CDD505-2E9C-101B-9397-08002B2CF9AE}" pid="17" name="TransparentButton">
    <vt:i4>0</vt:i4>
  </property>
  <property fmtid="{D5CDD505-2E9C-101B-9397-08002B2CF9AE}" pid="18" name="ButtonType">
    <vt:i4>3</vt:i4>
  </property>
  <property fmtid="{D5CDD505-2E9C-101B-9397-08002B2CF9AE}" pid="19" name="ShowNotes">
    <vt:bool>false</vt:bool>
  </property>
  <property fmtid="{D5CDD505-2E9C-101B-9397-08002B2CF9AE}" pid="20" name="NavBtnPos">
    <vt:i4>1</vt:i4>
  </property>
  <property fmtid="{D5CDD505-2E9C-101B-9397-08002B2CF9AE}" pid="21" name="OutputDir">
    <vt:lpwstr>C:\My Documents</vt:lpwstr>
  </property>
</Properties>
</file>