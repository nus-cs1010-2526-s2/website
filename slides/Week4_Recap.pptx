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5087" r:id="rId1"/>
  </p:sldMasterIdLst>
  <p:notesMasterIdLst>
    <p:notesMasterId r:id="rId19"/>
  </p:notesMasterIdLst>
  <p:handoutMasterIdLst>
    <p:handoutMasterId r:id="rId20"/>
  </p:handoutMasterIdLst>
  <p:sldIdLst>
    <p:sldId id="256" r:id="rId2"/>
    <p:sldId id="571" r:id="rId3"/>
    <p:sldId id="554" r:id="rId4"/>
    <p:sldId id="576" r:id="rId5"/>
    <p:sldId id="577" r:id="rId6"/>
    <p:sldId id="569" r:id="rId7"/>
    <p:sldId id="568" r:id="rId8"/>
    <p:sldId id="574" r:id="rId9"/>
    <p:sldId id="558" r:id="rId10"/>
    <p:sldId id="524" r:id="rId11"/>
    <p:sldId id="578" r:id="rId12"/>
    <p:sldId id="552" r:id="rId13"/>
    <p:sldId id="561" r:id="rId14"/>
    <p:sldId id="566" r:id="rId15"/>
    <p:sldId id="572" r:id="rId16"/>
    <p:sldId id="579" r:id="rId17"/>
    <p:sldId id="525" r:id="rId18"/>
  </p:sldIdLst>
  <p:sldSz cx="9144000" cy="6858000" type="screen4x3"/>
  <p:notesSz cx="7010400" cy="9296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9">
          <p15:clr>
            <a:srgbClr val="A4A3A4"/>
          </p15:clr>
        </p15:guide>
        <p15:guide id="2" pos="220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6600"/>
    <a:srgbClr val="0066FF"/>
    <a:srgbClr val="339933"/>
    <a:srgbClr val="FFFF99"/>
    <a:srgbClr val="CCFFCC"/>
    <a:srgbClr val="000099"/>
    <a:srgbClr val="FF3300"/>
    <a:srgbClr val="000000"/>
    <a:srgbClr val="FE8D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E74A21-23D8-4CF5-9237-DD97D6326DB2}" v="201" dt="2026-02-09T04:37:38.962"/>
    <p1510:client id="{3F0EF3A3-C521-4971-86F1-CA441B952BF9}" v="1024" dt="2026-02-09T06:34:52.2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65" autoAdjust="0"/>
    <p:restoredTop sz="96000" autoAdjust="0"/>
  </p:normalViewPr>
  <p:slideViewPr>
    <p:cSldViewPr snapToGrid="0">
      <p:cViewPr varScale="1">
        <p:scale>
          <a:sx n="100" d="100"/>
          <a:sy n="100" d="100"/>
        </p:scale>
        <p:origin x="1116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-1758" y="-72"/>
      </p:cViewPr>
      <p:guideLst>
        <p:guide orient="horz" pos="2929"/>
        <p:guide pos="2209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ao Jin" userId="cd05a825-544c-438a-9ba1-08e63db50b47" providerId="ADAL" clId="{5DF3A229-1965-414E-AF54-F4C37AC7DF68}"/>
    <pc:docChg chg="undo custSel addSld delSld modSld">
      <pc:chgData name="Zhao Jin" userId="cd05a825-544c-438a-9ba1-08e63db50b47" providerId="ADAL" clId="{5DF3A229-1965-414E-AF54-F4C37AC7DF68}" dt="2026-02-09T06:34:52.270" v="1365"/>
      <pc:docMkLst>
        <pc:docMk/>
      </pc:docMkLst>
      <pc:sldChg chg="modSp mod">
        <pc:chgData name="Zhao Jin" userId="cd05a825-544c-438a-9ba1-08e63db50b47" providerId="ADAL" clId="{5DF3A229-1965-414E-AF54-F4C37AC7DF68}" dt="2026-02-09T06:11:25.802" v="524" actId="1037"/>
        <pc:sldMkLst>
          <pc:docMk/>
          <pc:sldMk cId="2775173622" sldId="524"/>
        </pc:sldMkLst>
        <pc:spChg chg="mod">
          <ac:chgData name="Zhao Jin" userId="cd05a825-544c-438a-9ba1-08e63db50b47" providerId="ADAL" clId="{5DF3A229-1965-414E-AF54-F4C37AC7DF68}" dt="2026-02-09T06:11:24.490" v="523" actId="1036"/>
          <ac:spMkLst>
            <pc:docMk/>
            <pc:sldMk cId="2775173622" sldId="524"/>
            <ac:spMk id="4" creationId="{D60A7E61-AD5C-A434-B3B5-A8C3C86FF130}"/>
          </ac:spMkLst>
        </pc:spChg>
        <pc:spChg chg="mod">
          <ac:chgData name="Zhao Jin" userId="cd05a825-544c-438a-9ba1-08e63db50b47" providerId="ADAL" clId="{5DF3A229-1965-414E-AF54-F4C37AC7DF68}" dt="2026-02-09T06:11:25.802" v="524" actId="1037"/>
          <ac:spMkLst>
            <pc:docMk/>
            <pc:sldMk cId="2775173622" sldId="524"/>
            <ac:spMk id="6" creationId="{B54A532E-7E5E-B762-6C64-7DA215D56244}"/>
          </ac:spMkLst>
        </pc:spChg>
        <pc:graphicFrameChg chg="modGraphic">
          <ac:chgData name="Zhao Jin" userId="cd05a825-544c-438a-9ba1-08e63db50b47" providerId="ADAL" clId="{5DF3A229-1965-414E-AF54-F4C37AC7DF68}" dt="2026-02-09T06:10:53.885" v="510" actId="14734"/>
          <ac:graphicFrameMkLst>
            <pc:docMk/>
            <pc:sldMk cId="2775173622" sldId="524"/>
            <ac:graphicFrameMk id="7" creationId="{1DC5F05D-202E-4474-8067-C5632E06F885}"/>
          </ac:graphicFrameMkLst>
        </pc:graphicFrameChg>
      </pc:sldChg>
      <pc:sldChg chg="modSp mod">
        <pc:chgData name="Zhao Jin" userId="cd05a825-544c-438a-9ba1-08e63db50b47" providerId="ADAL" clId="{5DF3A229-1965-414E-AF54-F4C37AC7DF68}" dt="2026-02-09T05:56:24.502" v="53" actId="404"/>
        <pc:sldMkLst>
          <pc:docMk/>
          <pc:sldMk cId="2882118053" sldId="552"/>
        </pc:sldMkLst>
        <pc:spChg chg="mod">
          <ac:chgData name="Zhao Jin" userId="cd05a825-544c-438a-9ba1-08e63db50b47" providerId="ADAL" clId="{5DF3A229-1965-414E-AF54-F4C37AC7DF68}" dt="2026-02-09T05:56:24.502" v="53" actId="404"/>
          <ac:spMkLst>
            <pc:docMk/>
            <pc:sldMk cId="2882118053" sldId="552"/>
            <ac:spMk id="3" creationId="{F0B9B32B-FD26-37EB-1A12-0D1B14490FD0}"/>
          </ac:spMkLst>
        </pc:spChg>
      </pc:sldChg>
      <pc:sldChg chg="modSp mod addAnim delAnim modAnim">
        <pc:chgData name="Zhao Jin" userId="cd05a825-544c-438a-9ba1-08e63db50b47" providerId="ADAL" clId="{5DF3A229-1965-414E-AF54-F4C37AC7DF68}" dt="2026-02-09T06:09:50.646" v="470"/>
        <pc:sldMkLst>
          <pc:docMk/>
          <pc:sldMk cId="2879329457" sldId="568"/>
        </pc:sldMkLst>
        <pc:spChg chg="mod">
          <ac:chgData name="Zhao Jin" userId="cd05a825-544c-438a-9ba1-08e63db50b47" providerId="ADAL" clId="{5DF3A229-1965-414E-AF54-F4C37AC7DF68}" dt="2026-02-09T06:08:43.521" v="463" actId="1076"/>
          <ac:spMkLst>
            <pc:docMk/>
            <pc:sldMk cId="2879329457" sldId="568"/>
            <ac:spMk id="4" creationId="{FB7F37B3-5BB1-B490-4BCC-29215AB95EF8}"/>
          </ac:spMkLst>
        </pc:spChg>
        <pc:spChg chg="mod">
          <ac:chgData name="Zhao Jin" userId="cd05a825-544c-438a-9ba1-08e63db50b47" providerId="ADAL" clId="{5DF3A229-1965-414E-AF54-F4C37AC7DF68}" dt="2026-02-09T06:08:29.379" v="455" actId="1076"/>
          <ac:spMkLst>
            <pc:docMk/>
            <pc:sldMk cId="2879329457" sldId="568"/>
            <ac:spMk id="6" creationId="{34AB06B2-DD4B-A124-FA1F-055A51FD9ABF}"/>
          </ac:spMkLst>
        </pc:spChg>
        <pc:spChg chg="mod">
          <ac:chgData name="Zhao Jin" userId="cd05a825-544c-438a-9ba1-08e63db50b47" providerId="ADAL" clId="{5DF3A229-1965-414E-AF54-F4C37AC7DF68}" dt="2026-02-09T06:08:40.992" v="461" actId="14100"/>
          <ac:spMkLst>
            <pc:docMk/>
            <pc:sldMk cId="2879329457" sldId="568"/>
            <ac:spMk id="7" creationId="{C1801A0B-5529-A935-19EC-3E026FAC0563}"/>
          </ac:spMkLst>
        </pc:spChg>
        <pc:spChg chg="mod">
          <ac:chgData name="Zhao Jin" userId="cd05a825-544c-438a-9ba1-08e63db50b47" providerId="ADAL" clId="{5DF3A229-1965-414E-AF54-F4C37AC7DF68}" dt="2026-02-09T06:08:36.025" v="459" actId="14100"/>
          <ac:spMkLst>
            <pc:docMk/>
            <pc:sldMk cId="2879329457" sldId="568"/>
            <ac:spMk id="9" creationId="{20851790-E3D9-F8AE-B363-F6DF38991287}"/>
          </ac:spMkLst>
        </pc:spChg>
        <pc:graphicFrameChg chg="mod modGraphic">
          <ac:chgData name="Zhao Jin" userId="cd05a825-544c-438a-9ba1-08e63db50b47" providerId="ADAL" clId="{5DF3A229-1965-414E-AF54-F4C37AC7DF68}" dt="2026-02-09T06:08:26.636" v="454" actId="14734"/>
          <ac:graphicFrameMkLst>
            <pc:docMk/>
            <pc:sldMk cId="2879329457" sldId="568"/>
            <ac:graphicFrameMk id="8" creationId="{C8DA87BB-C4AB-4A3F-B99E-7CAF8E3AC125}"/>
          </ac:graphicFrameMkLst>
        </pc:graphicFrameChg>
      </pc:sldChg>
      <pc:sldChg chg="modSp del mod">
        <pc:chgData name="Zhao Jin" userId="cd05a825-544c-438a-9ba1-08e63db50b47" providerId="ADAL" clId="{5DF3A229-1965-414E-AF54-F4C37AC7DF68}" dt="2026-02-09T05:56:42.051" v="55" actId="47"/>
        <pc:sldMkLst>
          <pc:docMk/>
          <pc:sldMk cId="1814281235" sldId="573"/>
        </pc:sldMkLst>
        <pc:spChg chg="mod">
          <ac:chgData name="Zhao Jin" userId="cd05a825-544c-438a-9ba1-08e63db50b47" providerId="ADAL" clId="{5DF3A229-1965-414E-AF54-F4C37AC7DF68}" dt="2026-02-09T05:56:40.601" v="54" actId="404"/>
          <ac:spMkLst>
            <pc:docMk/>
            <pc:sldMk cId="1814281235" sldId="573"/>
            <ac:spMk id="3" creationId="{021B2475-7F5A-A4BB-58FC-B734DE6D9B45}"/>
          </ac:spMkLst>
        </pc:spChg>
      </pc:sldChg>
      <pc:sldChg chg="addSp delSp modSp mod">
        <pc:chgData name="Zhao Jin" userId="cd05a825-544c-438a-9ba1-08e63db50b47" providerId="ADAL" clId="{5DF3A229-1965-414E-AF54-F4C37AC7DF68}" dt="2026-02-09T06:10:27.709" v="479" actId="1076"/>
        <pc:sldMkLst>
          <pc:docMk/>
          <pc:sldMk cId="1657664879" sldId="574"/>
        </pc:sldMkLst>
        <pc:spChg chg="mod">
          <ac:chgData name="Zhao Jin" userId="cd05a825-544c-438a-9ba1-08e63db50b47" providerId="ADAL" clId="{5DF3A229-1965-414E-AF54-F4C37AC7DF68}" dt="2026-02-09T06:10:16.109" v="472" actId="6549"/>
          <ac:spMkLst>
            <pc:docMk/>
            <pc:sldMk cId="1657664879" sldId="574"/>
            <ac:spMk id="10" creationId="{98FB242A-F743-B8BF-FE96-D451B7E9B21C}"/>
          </ac:spMkLst>
        </pc:spChg>
        <pc:spChg chg="mod">
          <ac:chgData name="Zhao Jin" userId="cd05a825-544c-438a-9ba1-08e63db50b47" providerId="ADAL" clId="{5DF3A229-1965-414E-AF54-F4C37AC7DF68}" dt="2026-02-09T05:54:42.308" v="0" actId="20577"/>
          <ac:spMkLst>
            <pc:docMk/>
            <pc:sldMk cId="1657664879" sldId="574"/>
            <ac:spMk id="15" creationId="{A09E8DD5-7A68-51BC-B096-4821F0838FE5}"/>
          </ac:spMkLst>
        </pc:spChg>
        <pc:graphicFrameChg chg="add mod">
          <ac:chgData name="Zhao Jin" userId="cd05a825-544c-438a-9ba1-08e63db50b47" providerId="ADAL" clId="{5DF3A229-1965-414E-AF54-F4C37AC7DF68}" dt="2026-02-09T06:10:19.106" v="475"/>
          <ac:graphicFrameMkLst>
            <pc:docMk/>
            <pc:sldMk cId="1657664879" sldId="574"/>
            <ac:graphicFrameMk id="4" creationId="{8DC4805E-A29F-1213-8E75-0FF68B71BC21}"/>
          </ac:graphicFrameMkLst>
        </pc:graphicFrameChg>
        <pc:picChg chg="add mod">
          <ac:chgData name="Zhao Jin" userId="cd05a825-544c-438a-9ba1-08e63db50b47" providerId="ADAL" clId="{5DF3A229-1965-414E-AF54-F4C37AC7DF68}" dt="2026-02-09T06:10:27.709" v="479" actId="1076"/>
          <ac:picMkLst>
            <pc:docMk/>
            <pc:sldMk cId="1657664879" sldId="574"/>
            <ac:picMk id="5" creationId="{E7B78692-4D73-1A24-22DC-45FF1F2641A4}"/>
          </ac:picMkLst>
        </pc:picChg>
        <pc:picChg chg="del mod">
          <ac:chgData name="Zhao Jin" userId="cd05a825-544c-438a-9ba1-08e63db50b47" providerId="ADAL" clId="{5DF3A229-1965-414E-AF54-F4C37AC7DF68}" dt="2026-02-09T06:10:18.025" v="474" actId="478"/>
          <ac:picMkLst>
            <pc:docMk/>
            <pc:sldMk cId="1657664879" sldId="574"/>
            <ac:picMk id="27" creationId="{68734D51-8399-70D3-9CF0-623A567708F6}"/>
          </ac:picMkLst>
        </pc:picChg>
      </pc:sldChg>
      <pc:sldChg chg="addSp delSp modSp mod">
        <pc:chgData name="Zhao Jin" userId="cd05a825-544c-438a-9ba1-08e63db50b47" providerId="ADAL" clId="{5DF3A229-1965-414E-AF54-F4C37AC7DF68}" dt="2026-02-09T06:12:06.379" v="542" actId="20577"/>
        <pc:sldMkLst>
          <pc:docMk/>
          <pc:sldMk cId="516833302" sldId="578"/>
        </pc:sldMkLst>
        <pc:spChg chg="mod">
          <ac:chgData name="Zhao Jin" userId="cd05a825-544c-438a-9ba1-08e63db50b47" providerId="ADAL" clId="{5DF3A229-1965-414E-AF54-F4C37AC7DF68}" dt="2026-02-09T06:12:06.379" v="542" actId="20577"/>
          <ac:spMkLst>
            <pc:docMk/>
            <pc:sldMk cId="516833302" sldId="578"/>
            <ac:spMk id="10" creationId="{6024E618-B56D-8FF2-DEA9-1BBA9F38616D}"/>
          </ac:spMkLst>
        </pc:spChg>
        <pc:spChg chg="mod">
          <ac:chgData name="Zhao Jin" userId="cd05a825-544c-438a-9ba1-08e63db50b47" providerId="ADAL" clId="{5DF3A229-1965-414E-AF54-F4C37AC7DF68}" dt="2026-02-09T05:55:21.885" v="19" actId="20577"/>
          <ac:spMkLst>
            <pc:docMk/>
            <pc:sldMk cId="516833302" sldId="578"/>
            <ac:spMk id="15" creationId="{008710C1-2EF1-6E0A-902B-09958296DDFA}"/>
          </ac:spMkLst>
        </pc:spChg>
        <pc:picChg chg="add mod">
          <ac:chgData name="Zhao Jin" userId="cd05a825-544c-438a-9ba1-08e63db50b47" providerId="ADAL" clId="{5DF3A229-1965-414E-AF54-F4C37AC7DF68}" dt="2026-02-09T06:11:40.113" v="527" actId="1076"/>
          <ac:picMkLst>
            <pc:docMk/>
            <pc:sldMk cId="516833302" sldId="578"/>
            <ac:picMk id="4" creationId="{9A777019-1A03-ADC2-804B-A0411B823467}"/>
          </ac:picMkLst>
        </pc:picChg>
        <pc:picChg chg="del mod">
          <ac:chgData name="Zhao Jin" userId="cd05a825-544c-438a-9ba1-08e63db50b47" providerId="ADAL" clId="{5DF3A229-1965-414E-AF54-F4C37AC7DF68}" dt="2026-02-09T06:11:36.579" v="525" actId="478"/>
          <ac:picMkLst>
            <pc:docMk/>
            <pc:sldMk cId="516833302" sldId="578"/>
            <ac:picMk id="11" creationId="{1EE3B0E0-0698-72B3-EBB8-FFF5FC7A2479}"/>
          </ac:picMkLst>
        </pc:picChg>
      </pc:sldChg>
      <pc:sldChg chg="addSp delSp modSp add mod addAnim delAnim modAnim">
        <pc:chgData name="Zhao Jin" userId="cd05a825-544c-438a-9ba1-08e63db50b47" providerId="ADAL" clId="{5DF3A229-1965-414E-AF54-F4C37AC7DF68}" dt="2026-02-09T06:34:52.270" v="1365"/>
        <pc:sldMkLst>
          <pc:docMk/>
          <pc:sldMk cId="3923016209" sldId="579"/>
        </pc:sldMkLst>
        <pc:spChg chg="mod">
          <ac:chgData name="Zhao Jin" userId="cd05a825-544c-438a-9ba1-08e63db50b47" providerId="ADAL" clId="{5DF3A229-1965-414E-AF54-F4C37AC7DF68}" dt="2026-02-09T05:57:21.041" v="57" actId="404"/>
          <ac:spMkLst>
            <pc:docMk/>
            <pc:sldMk cId="3923016209" sldId="579"/>
            <ac:spMk id="3" creationId="{8C9C0705-486A-FD7E-5FC1-E6522AC6879D}"/>
          </ac:spMkLst>
        </pc:spChg>
        <pc:spChg chg="add mod">
          <ac:chgData name="Zhao Jin" userId="cd05a825-544c-438a-9ba1-08e63db50b47" providerId="ADAL" clId="{5DF3A229-1965-414E-AF54-F4C37AC7DF68}" dt="2026-02-09T06:33:51.423" v="1352" actId="14100"/>
          <ac:spMkLst>
            <pc:docMk/>
            <pc:sldMk cId="3923016209" sldId="579"/>
            <ac:spMk id="9" creationId="{95B8B081-D6C1-0FAF-7EED-5B1802FFD960}"/>
          </ac:spMkLst>
        </pc:spChg>
        <pc:spChg chg="mod">
          <ac:chgData name="Zhao Jin" userId="cd05a825-544c-438a-9ba1-08e63db50b47" providerId="ADAL" clId="{5DF3A229-1965-414E-AF54-F4C37AC7DF68}" dt="2026-02-09T06:30:59.801" v="1334" actId="20577"/>
          <ac:spMkLst>
            <pc:docMk/>
            <pc:sldMk cId="3923016209" sldId="579"/>
            <ac:spMk id="10" creationId="{81F593D5-BD47-1761-742E-E394CDD940D4}"/>
          </ac:spMkLst>
        </pc:spChg>
        <pc:spChg chg="add del mod">
          <ac:chgData name="Zhao Jin" userId="cd05a825-544c-438a-9ba1-08e63db50b47" providerId="ADAL" clId="{5DF3A229-1965-414E-AF54-F4C37AC7DF68}" dt="2026-02-09T06:31:07.767" v="1335" actId="478"/>
          <ac:spMkLst>
            <pc:docMk/>
            <pc:sldMk cId="3923016209" sldId="579"/>
            <ac:spMk id="11" creationId="{6BFAD6F0-141E-1104-9EE9-997FB7C89EB8}"/>
          </ac:spMkLst>
        </pc:spChg>
        <pc:spChg chg="add mod">
          <ac:chgData name="Zhao Jin" userId="cd05a825-544c-438a-9ba1-08e63db50b47" providerId="ADAL" clId="{5DF3A229-1965-414E-AF54-F4C37AC7DF68}" dt="2026-02-09T06:31:14.272" v="1342" actId="1037"/>
          <ac:spMkLst>
            <pc:docMk/>
            <pc:sldMk cId="3923016209" sldId="579"/>
            <ac:spMk id="12" creationId="{ADF4802B-245E-6853-B145-D53110DBA0EE}"/>
          </ac:spMkLst>
        </pc:spChg>
        <pc:spChg chg="add mod">
          <ac:chgData name="Zhao Jin" userId="cd05a825-544c-438a-9ba1-08e63db50b47" providerId="ADAL" clId="{5DF3A229-1965-414E-AF54-F4C37AC7DF68}" dt="2026-02-09T06:31:16.862" v="1345" actId="1035"/>
          <ac:spMkLst>
            <pc:docMk/>
            <pc:sldMk cId="3923016209" sldId="579"/>
            <ac:spMk id="13" creationId="{8874816D-43EE-83DD-8200-F451C7AFC190}"/>
          </ac:spMkLst>
        </pc:spChg>
        <pc:spChg chg="add mod">
          <ac:chgData name="Zhao Jin" userId="cd05a825-544c-438a-9ba1-08e63db50b47" providerId="ADAL" clId="{5DF3A229-1965-414E-AF54-F4C37AC7DF68}" dt="2026-02-09T06:33:56.839" v="1354" actId="14100"/>
          <ac:spMkLst>
            <pc:docMk/>
            <pc:sldMk cId="3923016209" sldId="579"/>
            <ac:spMk id="14" creationId="{3CF77D1B-3951-9EB2-A24E-C0F1D79EBC49}"/>
          </ac:spMkLst>
        </pc:spChg>
        <pc:spChg chg="add mod">
          <ac:chgData name="Zhao Jin" userId="cd05a825-544c-438a-9ba1-08e63db50b47" providerId="ADAL" clId="{5DF3A229-1965-414E-AF54-F4C37AC7DF68}" dt="2026-02-09T06:30:12.451" v="1285"/>
          <ac:spMkLst>
            <pc:docMk/>
            <pc:sldMk cId="3923016209" sldId="579"/>
            <ac:spMk id="16" creationId="{D0FFC8D8-AD21-A8E9-05F8-0674E6E1CE02}"/>
          </ac:spMkLst>
        </pc:spChg>
        <pc:spChg chg="add mod">
          <ac:chgData name="Zhao Jin" userId="cd05a825-544c-438a-9ba1-08e63db50b47" providerId="ADAL" clId="{5DF3A229-1965-414E-AF54-F4C37AC7DF68}" dt="2026-02-09T06:30:20.049" v="1288" actId="1076"/>
          <ac:spMkLst>
            <pc:docMk/>
            <pc:sldMk cId="3923016209" sldId="579"/>
            <ac:spMk id="17" creationId="{1D622AA2-B7FC-6179-232A-B3DFE7720922}"/>
          </ac:spMkLst>
        </pc:spChg>
        <pc:spChg chg="add mod">
          <ac:chgData name="Zhao Jin" userId="cd05a825-544c-438a-9ba1-08e63db50b47" providerId="ADAL" clId="{5DF3A229-1965-414E-AF54-F4C37AC7DF68}" dt="2026-02-09T06:33:44.717" v="1350" actId="14100"/>
          <ac:spMkLst>
            <pc:docMk/>
            <pc:sldMk cId="3923016209" sldId="579"/>
            <ac:spMk id="18" creationId="{E4BA10C8-4CF3-4147-AB42-C2E6D5AF1AEE}"/>
          </ac:spMkLst>
        </pc:spChg>
        <pc:spChg chg="add mod">
          <ac:chgData name="Zhao Jin" userId="cd05a825-544c-438a-9ba1-08e63db50b47" providerId="ADAL" clId="{5DF3A229-1965-414E-AF54-F4C37AC7DF68}" dt="2026-02-09T06:34:09.758" v="1359" actId="14100"/>
          <ac:spMkLst>
            <pc:docMk/>
            <pc:sldMk cId="3923016209" sldId="579"/>
            <ac:spMk id="19" creationId="{AE011C60-C2F1-BBAA-5DC2-ED030A53C3DF}"/>
          </ac:spMkLst>
        </pc:spChg>
        <pc:graphicFrameChg chg="add del mod">
          <ac:chgData name="Zhao Jin" userId="cd05a825-544c-438a-9ba1-08e63db50b47" providerId="ADAL" clId="{5DF3A229-1965-414E-AF54-F4C37AC7DF68}" dt="2026-02-09T06:18:25.996" v="716" actId="478"/>
          <ac:graphicFrameMkLst>
            <pc:docMk/>
            <pc:sldMk cId="3923016209" sldId="579"/>
            <ac:graphicFrameMk id="6" creationId="{A92B2B31-AABF-7F60-6036-31830C1E7599}"/>
          </ac:graphicFrameMkLst>
        </pc:graphicFrameChg>
        <pc:graphicFrameChg chg="add del mod modGraphic">
          <ac:chgData name="Zhao Jin" userId="cd05a825-544c-438a-9ba1-08e63db50b47" providerId="ADAL" clId="{5DF3A229-1965-414E-AF54-F4C37AC7DF68}" dt="2026-02-09T06:19:31.533" v="743" actId="478"/>
          <ac:graphicFrameMkLst>
            <pc:docMk/>
            <pc:sldMk cId="3923016209" sldId="579"/>
            <ac:graphicFrameMk id="7" creationId="{138A0243-8BC4-82D1-79EB-2F67A2D649C5}"/>
          </ac:graphicFrameMkLst>
        </pc:graphicFrameChg>
        <pc:graphicFrameChg chg="add mod modGraphic">
          <ac:chgData name="Zhao Jin" userId="cd05a825-544c-438a-9ba1-08e63db50b47" providerId="ADAL" clId="{5DF3A229-1965-414E-AF54-F4C37AC7DF68}" dt="2026-02-09T06:22:16.918" v="882" actId="1076"/>
          <ac:graphicFrameMkLst>
            <pc:docMk/>
            <pc:sldMk cId="3923016209" sldId="579"/>
            <ac:graphicFrameMk id="8" creationId="{42E59E4A-D552-5813-47EB-CCE9FC53CCE3}"/>
          </ac:graphicFrameMkLst>
        </pc:graphicFrameChg>
        <pc:picChg chg="add del mod">
          <ac:chgData name="Zhao Jin" userId="cd05a825-544c-438a-9ba1-08e63db50b47" providerId="ADAL" clId="{5DF3A229-1965-414E-AF54-F4C37AC7DF68}" dt="2026-02-09T06:16:55.811" v="709" actId="478"/>
          <ac:picMkLst>
            <pc:docMk/>
            <pc:sldMk cId="3923016209" sldId="579"/>
            <ac:picMk id="4" creationId="{26CABEF2-EF3D-C660-4CB5-6E6558840568}"/>
          </ac:picMkLst>
        </pc:picChg>
        <pc:picChg chg="add del mod">
          <ac:chgData name="Zhao Jin" userId="cd05a825-544c-438a-9ba1-08e63db50b47" providerId="ADAL" clId="{5DF3A229-1965-414E-AF54-F4C37AC7DF68}" dt="2026-02-09T06:18:21.369" v="714" actId="478"/>
          <ac:picMkLst>
            <pc:docMk/>
            <pc:sldMk cId="3923016209" sldId="579"/>
            <ac:picMk id="5" creationId="{19838C22-73DD-A186-00F3-DC31F949720F}"/>
          </ac:picMkLst>
        </pc:picChg>
        <pc:picChg chg="del">
          <ac:chgData name="Zhao Jin" userId="cd05a825-544c-438a-9ba1-08e63db50b47" providerId="ADAL" clId="{5DF3A229-1965-414E-AF54-F4C37AC7DF68}" dt="2026-02-09T05:57:24.329" v="58" actId="478"/>
          <ac:picMkLst>
            <pc:docMk/>
            <pc:sldMk cId="3923016209" sldId="579"/>
            <ac:picMk id="27" creationId="{F176C718-3466-A153-474B-0362D1FCA57C}"/>
          </ac:picMkLst>
        </pc:picChg>
      </pc:sldChg>
    </pc:docChg>
  </pc:docChgLst>
  <pc:docChgLst>
    <pc:chgData name="Zhao Jin" userId="cd05a825-544c-438a-9ba1-08e63db50b47" providerId="ADAL" clId="{7346625B-7E8F-4E9B-A9F0-94C1DD70E907}"/>
    <pc:docChg chg="undo custSel addSld delSld modSld sldOrd">
      <pc:chgData name="Zhao Jin" userId="cd05a825-544c-438a-9ba1-08e63db50b47" providerId="ADAL" clId="{7346625B-7E8F-4E9B-A9F0-94C1DD70E907}" dt="2026-02-09T04:37:46.164" v="987" actId="1076"/>
      <pc:docMkLst>
        <pc:docMk/>
      </pc:docMkLst>
      <pc:sldChg chg="modSp mod">
        <pc:chgData name="Zhao Jin" userId="cd05a825-544c-438a-9ba1-08e63db50b47" providerId="ADAL" clId="{7346625B-7E8F-4E9B-A9F0-94C1DD70E907}" dt="2026-02-09T04:34:19.308" v="859" actId="1038"/>
        <pc:sldMkLst>
          <pc:docMk/>
          <pc:sldMk cId="2775173622" sldId="524"/>
        </pc:sldMkLst>
        <pc:spChg chg="mod">
          <ac:chgData name="Zhao Jin" userId="cd05a825-544c-438a-9ba1-08e63db50b47" providerId="ADAL" clId="{7346625B-7E8F-4E9B-A9F0-94C1DD70E907}" dt="2026-02-09T04:34:19.308" v="859" actId="1038"/>
          <ac:spMkLst>
            <pc:docMk/>
            <pc:sldMk cId="2775173622" sldId="524"/>
            <ac:spMk id="13" creationId="{4868060B-B4C6-4F3F-F68D-FCBDB6968AF5}"/>
          </ac:spMkLst>
        </pc:spChg>
        <pc:spChg chg="mod">
          <ac:chgData name="Zhao Jin" userId="cd05a825-544c-438a-9ba1-08e63db50b47" providerId="ADAL" clId="{7346625B-7E8F-4E9B-A9F0-94C1DD70E907}" dt="2026-02-09T04:34:19.308" v="859" actId="1038"/>
          <ac:spMkLst>
            <pc:docMk/>
            <pc:sldMk cId="2775173622" sldId="524"/>
            <ac:spMk id="14" creationId="{D1C8989F-EDA0-E1DE-9505-1300AE57D9D3}"/>
          </ac:spMkLst>
        </pc:spChg>
        <pc:spChg chg="mod">
          <ac:chgData name="Zhao Jin" userId="cd05a825-544c-438a-9ba1-08e63db50b47" providerId="ADAL" clId="{7346625B-7E8F-4E9B-A9F0-94C1DD70E907}" dt="2026-02-09T04:30:42.307" v="739" actId="20577"/>
          <ac:spMkLst>
            <pc:docMk/>
            <pc:sldMk cId="2775173622" sldId="524"/>
            <ac:spMk id="25602" creationId="{00000000-0000-0000-0000-000000000000}"/>
          </ac:spMkLst>
        </pc:spChg>
        <pc:graphicFrameChg chg="mod">
          <ac:chgData name="Zhao Jin" userId="cd05a825-544c-438a-9ba1-08e63db50b47" providerId="ADAL" clId="{7346625B-7E8F-4E9B-A9F0-94C1DD70E907}" dt="2026-02-09T04:34:19.308" v="859" actId="1038"/>
          <ac:graphicFrameMkLst>
            <pc:docMk/>
            <pc:sldMk cId="2775173622" sldId="524"/>
            <ac:graphicFrameMk id="5" creationId="{9E742EBA-8F43-4310-AD68-B4660B9ECF59}"/>
          </ac:graphicFrameMkLst>
        </pc:graphicFrameChg>
        <pc:graphicFrameChg chg="modGraphic">
          <ac:chgData name="Zhao Jin" userId="cd05a825-544c-438a-9ba1-08e63db50b47" providerId="ADAL" clId="{7346625B-7E8F-4E9B-A9F0-94C1DD70E907}" dt="2026-02-09T04:34:10.629" v="838" actId="14734"/>
          <ac:graphicFrameMkLst>
            <pc:docMk/>
            <pc:sldMk cId="2775173622" sldId="524"/>
            <ac:graphicFrameMk id="7" creationId="{1DC5F05D-202E-4474-8067-C5632E06F885}"/>
          </ac:graphicFrameMkLst>
        </pc:graphicFrameChg>
      </pc:sldChg>
      <pc:sldChg chg="addSp delSp modSp mod">
        <pc:chgData name="Zhao Jin" userId="cd05a825-544c-438a-9ba1-08e63db50b47" providerId="ADAL" clId="{7346625B-7E8F-4E9B-A9F0-94C1DD70E907}" dt="2026-02-09T04:06:18.854" v="35"/>
        <pc:sldMkLst>
          <pc:docMk/>
          <pc:sldMk cId="2882118053" sldId="552"/>
        </pc:sldMkLst>
        <pc:spChg chg="add mod">
          <ac:chgData name="Zhao Jin" userId="cd05a825-544c-438a-9ba1-08e63db50b47" providerId="ADAL" clId="{7346625B-7E8F-4E9B-A9F0-94C1DD70E907}" dt="2026-02-09T04:06:18.854" v="35"/>
          <ac:spMkLst>
            <pc:docMk/>
            <pc:sldMk cId="2882118053" sldId="552"/>
            <ac:spMk id="4" creationId="{563CDEA8-6011-7249-61AD-CF0DF29DF86F}"/>
          </ac:spMkLst>
        </pc:spChg>
        <pc:spChg chg="add mod">
          <ac:chgData name="Zhao Jin" userId="cd05a825-544c-438a-9ba1-08e63db50b47" providerId="ADAL" clId="{7346625B-7E8F-4E9B-A9F0-94C1DD70E907}" dt="2026-02-09T04:06:18.854" v="35"/>
          <ac:spMkLst>
            <pc:docMk/>
            <pc:sldMk cId="2882118053" sldId="552"/>
            <ac:spMk id="5" creationId="{99CB10B6-9220-CAD1-14F2-DFB3E35C95BC}"/>
          </ac:spMkLst>
        </pc:spChg>
        <pc:spChg chg="del">
          <ac:chgData name="Zhao Jin" userId="cd05a825-544c-438a-9ba1-08e63db50b47" providerId="ADAL" clId="{7346625B-7E8F-4E9B-A9F0-94C1DD70E907}" dt="2026-02-09T04:06:18.183" v="34" actId="478"/>
          <ac:spMkLst>
            <pc:docMk/>
            <pc:sldMk cId="2882118053" sldId="552"/>
            <ac:spMk id="10" creationId="{00000000-0000-0000-0000-000000000000}"/>
          </ac:spMkLst>
        </pc:spChg>
        <pc:spChg chg="del">
          <ac:chgData name="Zhao Jin" userId="cd05a825-544c-438a-9ba1-08e63db50b47" providerId="ADAL" clId="{7346625B-7E8F-4E9B-A9F0-94C1DD70E907}" dt="2026-02-09T04:06:18.183" v="34" actId="478"/>
          <ac:spMkLst>
            <pc:docMk/>
            <pc:sldMk cId="2882118053" sldId="552"/>
            <ac:spMk id="49" creationId="{00000000-0000-0000-0000-000000000000}"/>
          </ac:spMkLst>
        </pc:spChg>
      </pc:sldChg>
      <pc:sldChg chg="add del">
        <pc:chgData name="Zhao Jin" userId="cd05a825-544c-438a-9ba1-08e63db50b47" providerId="ADAL" clId="{7346625B-7E8F-4E9B-A9F0-94C1DD70E907}" dt="2026-02-09T04:25:47.040" v="631" actId="47"/>
        <pc:sldMkLst>
          <pc:docMk/>
          <pc:sldMk cId="87453418" sldId="553"/>
        </pc:sldMkLst>
      </pc:sldChg>
      <pc:sldChg chg="del">
        <pc:chgData name="Zhao Jin" userId="cd05a825-544c-438a-9ba1-08e63db50b47" providerId="ADAL" clId="{7346625B-7E8F-4E9B-A9F0-94C1DD70E907}" dt="2026-02-09T04:25:12.717" v="625" actId="2696"/>
        <pc:sldMkLst>
          <pc:docMk/>
          <pc:sldMk cId="2082920116" sldId="553"/>
        </pc:sldMkLst>
      </pc:sldChg>
      <pc:sldChg chg="addSp modSp mod modAnim">
        <pc:chgData name="Zhao Jin" userId="cd05a825-544c-438a-9ba1-08e63db50b47" providerId="ADAL" clId="{7346625B-7E8F-4E9B-A9F0-94C1DD70E907}" dt="2026-02-09T04:23:42.792" v="624" actId="207"/>
        <pc:sldMkLst>
          <pc:docMk/>
          <pc:sldMk cId="1659983766" sldId="554"/>
        </pc:sldMkLst>
        <pc:spChg chg="add mod">
          <ac:chgData name="Zhao Jin" userId="cd05a825-544c-438a-9ba1-08e63db50b47" providerId="ADAL" clId="{7346625B-7E8F-4E9B-A9F0-94C1DD70E907}" dt="2026-02-09T04:19:20.722" v="562"/>
          <ac:spMkLst>
            <pc:docMk/>
            <pc:sldMk cId="1659983766" sldId="554"/>
            <ac:spMk id="4" creationId="{5828B23B-F06C-4E91-8C15-D7D5629638EC}"/>
          </ac:spMkLst>
        </pc:spChg>
        <pc:spChg chg="add mod">
          <ac:chgData name="Zhao Jin" userId="cd05a825-544c-438a-9ba1-08e63db50b47" providerId="ADAL" clId="{7346625B-7E8F-4E9B-A9F0-94C1DD70E907}" dt="2026-02-09T04:19:20.722" v="562"/>
          <ac:spMkLst>
            <pc:docMk/>
            <pc:sldMk cId="1659983766" sldId="554"/>
            <ac:spMk id="5" creationId="{936BFAEA-EC92-C01A-701C-13DEC65CBC2B}"/>
          </ac:spMkLst>
        </pc:spChg>
        <pc:spChg chg="add mod">
          <ac:chgData name="Zhao Jin" userId="cd05a825-544c-438a-9ba1-08e63db50b47" providerId="ADAL" clId="{7346625B-7E8F-4E9B-A9F0-94C1DD70E907}" dt="2026-02-09T04:20:38.086" v="597"/>
          <ac:spMkLst>
            <pc:docMk/>
            <pc:sldMk cId="1659983766" sldId="554"/>
            <ac:spMk id="6" creationId="{A4863236-43A8-3934-DC5B-8FA3959DC7D6}"/>
          </ac:spMkLst>
        </pc:spChg>
        <pc:spChg chg="mod">
          <ac:chgData name="Zhao Jin" userId="cd05a825-544c-438a-9ba1-08e63db50b47" providerId="ADAL" clId="{7346625B-7E8F-4E9B-A9F0-94C1DD70E907}" dt="2026-02-09T04:23:42.792" v="624" actId="207"/>
          <ac:spMkLst>
            <pc:docMk/>
            <pc:sldMk cId="1659983766" sldId="554"/>
            <ac:spMk id="27" creationId="{92A14019-DDA0-4208-9F61-99DDC433B2BD}"/>
          </ac:spMkLst>
        </pc:spChg>
        <pc:spChg chg="mod">
          <ac:chgData name="Zhao Jin" userId="cd05a825-544c-438a-9ba1-08e63db50b47" providerId="ADAL" clId="{7346625B-7E8F-4E9B-A9F0-94C1DD70E907}" dt="2026-02-09T04:23:08.406" v="611" actId="20577"/>
          <ac:spMkLst>
            <pc:docMk/>
            <pc:sldMk cId="1659983766" sldId="554"/>
            <ac:spMk id="49" creationId="{21EEE82A-4DB6-1D4F-9A03-5951F440FE93}"/>
          </ac:spMkLst>
        </pc:spChg>
      </pc:sldChg>
      <pc:sldChg chg="modSp mod">
        <pc:chgData name="Zhao Jin" userId="cd05a825-544c-438a-9ba1-08e63db50b47" providerId="ADAL" clId="{7346625B-7E8F-4E9B-A9F0-94C1DD70E907}" dt="2026-02-09T04:20:01.889" v="566" actId="1076"/>
        <pc:sldMkLst>
          <pc:docMk/>
          <pc:sldMk cId="686532275" sldId="558"/>
        </pc:sldMkLst>
        <pc:spChg chg="mod">
          <ac:chgData name="Zhao Jin" userId="cd05a825-544c-438a-9ba1-08e63db50b47" providerId="ADAL" clId="{7346625B-7E8F-4E9B-A9F0-94C1DD70E907}" dt="2026-02-09T04:20:01.889" v="566" actId="1076"/>
          <ac:spMkLst>
            <pc:docMk/>
            <pc:sldMk cId="686532275" sldId="558"/>
            <ac:spMk id="4" creationId="{3D91C272-7755-DEF6-EACA-E2612F39B8B1}"/>
          </ac:spMkLst>
        </pc:spChg>
      </pc:sldChg>
      <pc:sldChg chg="modSp del mod">
        <pc:chgData name="Zhao Jin" userId="cd05a825-544c-438a-9ba1-08e63db50b47" providerId="ADAL" clId="{7346625B-7E8F-4E9B-A9F0-94C1DD70E907}" dt="2026-02-09T04:06:25.269" v="36" actId="47"/>
        <pc:sldMkLst>
          <pc:docMk/>
          <pc:sldMk cId="827193018" sldId="565"/>
        </pc:sldMkLst>
        <pc:spChg chg="mod">
          <ac:chgData name="Zhao Jin" userId="cd05a825-544c-438a-9ba1-08e63db50b47" providerId="ADAL" clId="{7346625B-7E8F-4E9B-A9F0-94C1DD70E907}" dt="2026-02-09T04:05:53.988" v="33" actId="207"/>
          <ac:spMkLst>
            <pc:docMk/>
            <pc:sldMk cId="827193018" sldId="565"/>
            <ac:spMk id="9" creationId="{35649340-5AB4-4CED-B84B-66D13E8E2455}"/>
          </ac:spMkLst>
        </pc:spChg>
      </pc:sldChg>
      <pc:sldChg chg="modSp mod">
        <pc:chgData name="Zhao Jin" userId="cd05a825-544c-438a-9ba1-08e63db50b47" providerId="ADAL" clId="{7346625B-7E8F-4E9B-A9F0-94C1DD70E907}" dt="2026-02-09T04:33:09.450" v="817" actId="1037"/>
        <pc:sldMkLst>
          <pc:docMk/>
          <pc:sldMk cId="2879329457" sldId="568"/>
        </pc:sldMkLst>
        <pc:spChg chg="mod">
          <ac:chgData name="Zhao Jin" userId="cd05a825-544c-438a-9ba1-08e63db50b47" providerId="ADAL" clId="{7346625B-7E8F-4E9B-A9F0-94C1DD70E907}" dt="2026-02-09T04:28:05.312" v="721" actId="1076"/>
          <ac:spMkLst>
            <pc:docMk/>
            <pc:sldMk cId="2879329457" sldId="568"/>
            <ac:spMk id="4" creationId="{FB7F37B3-5BB1-B490-4BCC-29215AB95EF8}"/>
          </ac:spMkLst>
        </pc:spChg>
        <pc:spChg chg="mod">
          <ac:chgData name="Zhao Jin" userId="cd05a825-544c-438a-9ba1-08e63db50b47" providerId="ADAL" clId="{7346625B-7E8F-4E9B-A9F0-94C1DD70E907}" dt="2026-02-09T04:32:43.464" v="787" actId="1037"/>
          <ac:spMkLst>
            <pc:docMk/>
            <pc:sldMk cId="2879329457" sldId="568"/>
            <ac:spMk id="6" creationId="{34AB06B2-DD4B-A124-FA1F-055A51FD9ABF}"/>
          </ac:spMkLst>
        </pc:spChg>
        <pc:spChg chg="mod">
          <ac:chgData name="Zhao Jin" userId="cd05a825-544c-438a-9ba1-08e63db50b47" providerId="ADAL" clId="{7346625B-7E8F-4E9B-A9F0-94C1DD70E907}" dt="2026-02-09T04:32:47.823" v="792" actId="1038"/>
          <ac:spMkLst>
            <pc:docMk/>
            <pc:sldMk cId="2879329457" sldId="568"/>
            <ac:spMk id="7" creationId="{C1801A0B-5529-A935-19EC-3E026FAC0563}"/>
          </ac:spMkLst>
        </pc:spChg>
        <pc:spChg chg="mod">
          <ac:chgData name="Zhao Jin" userId="cd05a825-544c-438a-9ba1-08e63db50b47" providerId="ADAL" clId="{7346625B-7E8F-4E9B-A9F0-94C1DD70E907}" dt="2026-02-09T04:32:43.464" v="787" actId="1037"/>
          <ac:spMkLst>
            <pc:docMk/>
            <pc:sldMk cId="2879329457" sldId="568"/>
            <ac:spMk id="9" creationId="{20851790-E3D9-F8AE-B363-F6DF38991287}"/>
          </ac:spMkLst>
        </pc:spChg>
        <pc:spChg chg="mod">
          <ac:chgData name="Zhao Jin" userId="cd05a825-544c-438a-9ba1-08e63db50b47" providerId="ADAL" clId="{7346625B-7E8F-4E9B-A9F0-94C1DD70E907}" dt="2026-02-09T04:33:09.450" v="817" actId="1037"/>
          <ac:spMkLst>
            <pc:docMk/>
            <pc:sldMk cId="2879329457" sldId="568"/>
            <ac:spMk id="11" creationId="{2B34D5EF-BBED-3232-D338-FCB7135E9132}"/>
          </ac:spMkLst>
        </pc:spChg>
        <pc:spChg chg="mod">
          <ac:chgData name="Zhao Jin" userId="cd05a825-544c-438a-9ba1-08e63db50b47" providerId="ADAL" clId="{7346625B-7E8F-4E9B-A9F0-94C1DD70E907}" dt="2026-02-09T04:33:09.450" v="817" actId="1037"/>
          <ac:spMkLst>
            <pc:docMk/>
            <pc:sldMk cId="2879329457" sldId="568"/>
            <ac:spMk id="12" creationId="{510CE7D7-09C3-05C1-5D54-D8201818F8FC}"/>
          </ac:spMkLst>
        </pc:spChg>
        <pc:spChg chg="mod">
          <ac:chgData name="Zhao Jin" userId="cd05a825-544c-438a-9ba1-08e63db50b47" providerId="ADAL" clId="{7346625B-7E8F-4E9B-A9F0-94C1DD70E907}" dt="2026-02-09T04:30:35.452" v="737" actId="20577"/>
          <ac:spMkLst>
            <pc:docMk/>
            <pc:sldMk cId="2879329457" sldId="568"/>
            <ac:spMk id="25602" creationId="{00000000-0000-0000-0000-000000000000}"/>
          </ac:spMkLst>
        </pc:spChg>
        <pc:graphicFrameChg chg="mod">
          <ac:chgData name="Zhao Jin" userId="cd05a825-544c-438a-9ba1-08e63db50b47" providerId="ADAL" clId="{7346625B-7E8F-4E9B-A9F0-94C1DD70E907}" dt="2026-02-09T04:33:09.450" v="817" actId="1037"/>
          <ac:graphicFrameMkLst>
            <pc:docMk/>
            <pc:sldMk cId="2879329457" sldId="568"/>
            <ac:graphicFrameMk id="5" creationId="{9E742EBA-8F43-4310-AD68-B4660B9ECF59}"/>
          </ac:graphicFrameMkLst>
        </pc:graphicFrameChg>
        <pc:graphicFrameChg chg="modGraphic">
          <ac:chgData name="Zhao Jin" userId="cd05a825-544c-438a-9ba1-08e63db50b47" providerId="ADAL" clId="{7346625B-7E8F-4E9B-A9F0-94C1DD70E907}" dt="2026-02-09T04:32:33.247" v="762" actId="14734"/>
          <ac:graphicFrameMkLst>
            <pc:docMk/>
            <pc:sldMk cId="2879329457" sldId="568"/>
            <ac:graphicFrameMk id="8" creationId="{C8DA87BB-C4AB-4A3F-B99E-7CAF8E3AC125}"/>
          </ac:graphicFrameMkLst>
        </pc:graphicFrameChg>
      </pc:sldChg>
      <pc:sldChg chg="addSp modSp">
        <pc:chgData name="Zhao Jin" userId="cd05a825-544c-438a-9ba1-08e63db50b47" providerId="ADAL" clId="{7346625B-7E8F-4E9B-A9F0-94C1DD70E907}" dt="2026-02-09T04:19:18.424" v="561"/>
        <pc:sldMkLst>
          <pc:docMk/>
          <pc:sldMk cId="2191908359" sldId="571"/>
        </pc:sldMkLst>
        <pc:spChg chg="add mod">
          <ac:chgData name="Zhao Jin" userId="cd05a825-544c-438a-9ba1-08e63db50b47" providerId="ADAL" clId="{7346625B-7E8F-4E9B-A9F0-94C1DD70E907}" dt="2026-02-09T04:19:18.424" v="561"/>
          <ac:spMkLst>
            <pc:docMk/>
            <pc:sldMk cId="2191908359" sldId="571"/>
            <ac:spMk id="4" creationId="{37A365C2-B530-9291-3084-7A3755196EBD}"/>
          </ac:spMkLst>
        </pc:spChg>
        <pc:spChg chg="add mod">
          <ac:chgData name="Zhao Jin" userId="cd05a825-544c-438a-9ba1-08e63db50b47" providerId="ADAL" clId="{7346625B-7E8F-4E9B-A9F0-94C1DD70E907}" dt="2026-02-09T04:19:18.424" v="561"/>
          <ac:spMkLst>
            <pc:docMk/>
            <pc:sldMk cId="2191908359" sldId="571"/>
            <ac:spMk id="5" creationId="{C7D560FF-3A61-82D7-7BF9-DB94EC396735}"/>
          </ac:spMkLst>
        </pc:spChg>
      </pc:sldChg>
      <pc:sldChg chg="addSp delSp modSp add mod ord addAnim delAnim">
        <pc:chgData name="Zhao Jin" userId="cd05a825-544c-438a-9ba1-08e63db50b47" providerId="ADAL" clId="{7346625B-7E8F-4E9B-A9F0-94C1DD70E907}" dt="2026-02-09T04:08:46.468" v="134" actId="1035"/>
        <pc:sldMkLst>
          <pc:docMk/>
          <pc:sldMk cId="1814281235" sldId="573"/>
        </pc:sldMkLst>
        <pc:spChg chg="add del mod">
          <ac:chgData name="Zhao Jin" userId="cd05a825-544c-438a-9ba1-08e63db50b47" providerId="ADAL" clId="{7346625B-7E8F-4E9B-A9F0-94C1DD70E907}" dt="2026-02-09T04:08:31.233" v="60" actId="478"/>
          <ac:spMkLst>
            <pc:docMk/>
            <pc:sldMk cId="1814281235" sldId="573"/>
            <ac:spMk id="4" creationId="{D75F9BCC-463C-B2A5-688E-FB5D7A2B0E73}"/>
          </ac:spMkLst>
        </pc:spChg>
        <pc:spChg chg="add del">
          <ac:chgData name="Zhao Jin" userId="cd05a825-544c-438a-9ba1-08e63db50b47" providerId="ADAL" clId="{7346625B-7E8F-4E9B-A9F0-94C1DD70E907}" dt="2026-02-09T04:08:32.527" v="61" actId="478"/>
          <ac:spMkLst>
            <pc:docMk/>
            <pc:sldMk cId="1814281235" sldId="573"/>
            <ac:spMk id="6" creationId="{97E7E7CF-623C-78A4-FFE5-063E05A1BB90}"/>
          </ac:spMkLst>
        </pc:spChg>
        <pc:spChg chg="del">
          <ac:chgData name="Zhao Jin" userId="cd05a825-544c-438a-9ba1-08e63db50b47" providerId="ADAL" clId="{7346625B-7E8F-4E9B-A9F0-94C1DD70E907}" dt="2026-02-09T04:08:36.625" v="62" actId="478"/>
          <ac:spMkLst>
            <pc:docMk/>
            <pc:sldMk cId="1814281235" sldId="573"/>
            <ac:spMk id="13" creationId="{41C0D7A2-C415-F267-8E07-FA0018BDD900}"/>
          </ac:spMkLst>
        </pc:spChg>
        <pc:spChg chg="del">
          <ac:chgData name="Zhao Jin" userId="cd05a825-544c-438a-9ba1-08e63db50b47" providerId="ADAL" clId="{7346625B-7E8F-4E9B-A9F0-94C1DD70E907}" dt="2026-02-09T04:08:36.625" v="62" actId="478"/>
          <ac:spMkLst>
            <pc:docMk/>
            <pc:sldMk cId="1814281235" sldId="573"/>
            <ac:spMk id="14" creationId="{F36151E3-0CA2-F811-EE3A-AFD1186179F5}"/>
          </ac:spMkLst>
        </pc:spChg>
        <pc:graphicFrameChg chg="del">
          <ac:chgData name="Zhao Jin" userId="cd05a825-544c-438a-9ba1-08e63db50b47" providerId="ADAL" clId="{7346625B-7E8F-4E9B-A9F0-94C1DD70E907}" dt="2026-02-09T04:08:39.238" v="63" actId="478"/>
          <ac:graphicFrameMkLst>
            <pc:docMk/>
            <pc:sldMk cId="1814281235" sldId="573"/>
            <ac:graphicFrameMk id="5" creationId="{8FF46BA3-3631-A61C-D410-D84314DCFB35}"/>
          </ac:graphicFrameMkLst>
        </pc:graphicFrameChg>
        <pc:graphicFrameChg chg="mod modGraphic">
          <ac:chgData name="Zhao Jin" userId="cd05a825-544c-438a-9ba1-08e63db50b47" providerId="ADAL" clId="{7346625B-7E8F-4E9B-A9F0-94C1DD70E907}" dt="2026-02-09T04:08:46.468" v="134" actId="1035"/>
          <ac:graphicFrameMkLst>
            <pc:docMk/>
            <pc:sldMk cId="1814281235" sldId="573"/>
            <ac:graphicFrameMk id="7" creationId="{AB5FE83C-79E5-3DBB-386E-C35F78B415AC}"/>
          </ac:graphicFrameMkLst>
        </pc:graphicFrameChg>
      </pc:sldChg>
      <pc:sldChg chg="addSp delSp modSp add mod addAnim delAnim modAnim">
        <pc:chgData name="Zhao Jin" userId="cd05a825-544c-438a-9ba1-08e63db50b47" providerId="ADAL" clId="{7346625B-7E8F-4E9B-A9F0-94C1DD70E907}" dt="2026-02-09T04:33:50.548" v="832" actId="1076"/>
        <pc:sldMkLst>
          <pc:docMk/>
          <pc:sldMk cId="1657664879" sldId="574"/>
        </pc:sldMkLst>
        <pc:spChg chg="del">
          <ac:chgData name="Zhao Jin" userId="cd05a825-544c-438a-9ba1-08e63db50b47" providerId="ADAL" clId="{7346625B-7E8F-4E9B-A9F0-94C1DD70E907}" dt="2026-02-09T04:09:37.112" v="140" actId="478"/>
          <ac:spMkLst>
            <pc:docMk/>
            <pc:sldMk cId="1657664879" sldId="574"/>
            <ac:spMk id="4" creationId="{E0DF1B8D-FA4B-5A40-C8EE-C26EC2D4784A}"/>
          </ac:spMkLst>
        </pc:spChg>
        <pc:spChg chg="del">
          <ac:chgData name="Zhao Jin" userId="cd05a825-544c-438a-9ba1-08e63db50b47" providerId="ADAL" clId="{7346625B-7E8F-4E9B-A9F0-94C1DD70E907}" dt="2026-02-09T04:09:44.109" v="141" actId="478"/>
          <ac:spMkLst>
            <pc:docMk/>
            <pc:sldMk cId="1657664879" sldId="574"/>
            <ac:spMk id="6" creationId="{33085BB6-849B-2831-6944-6032E00B28F9}"/>
          </ac:spMkLst>
        </pc:spChg>
        <pc:spChg chg="del">
          <ac:chgData name="Zhao Jin" userId="cd05a825-544c-438a-9ba1-08e63db50b47" providerId="ADAL" clId="{7346625B-7E8F-4E9B-A9F0-94C1DD70E907}" dt="2026-02-09T04:09:45.492" v="142" actId="478"/>
          <ac:spMkLst>
            <pc:docMk/>
            <pc:sldMk cId="1657664879" sldId="574"/>
            <ac:spMk id="7" creationId="{DA3B2D70-C6DB-AC4F-8227-44BC34BCBB24}"/>
          </ac:spMkLst>
        </pc:spChg>
        <pc:spChg chg="del">
          <ac:chgData name="Zhao Jin" userId="cd05a825-544c-438a-9ba1-08e63db50b47" providerId="ADAL" clId="{7346625B-7E8F-4E9B-A9F0-94C1DD70E907}" dt="2026-02-09T04:09:46.929" v="143" actId="478"/>
          <ac:spMkLst>
            <pc:docMk/>
            <pc:sldMk cId="1657664879" sldId="574"/>
            <ac:spMk id="9" creationId="{C42FB82D-F703-EBFF-4FD7-53944B84250B}"/>
          </ac:spMkLst>
        </pc:spChg>
        <pc:spChg chg="add mod">
          <ac:chgData name="Zhao Jin" userId="cd05a825-544c-438a-9ba1-08e63db50b47" providerId="ADAL" clId="{7346625B-7E8F-4E9B-A9F0-94C1DD70E907}" dt="2026-02-09T04:27:18.684" v="688" actId="20577"/>
          <ac:spMkLst>
            <pc:docMk/>
            <pc:sldMk cId="1657664879" sldId="574"/>
            <ac:spMk id="10" creationId="{98FB242A-F743-B8BF-FE96-D451B7E9B21C}"/>
          </ac:spMkLst>
        </pc:spChg>
        <pc:spChg chg="del">
          <ac:chgData name="Zhao Jin" userId="cd05a825-544c-438a-9ba1-08e63db50b47" providerId="ADAL" clId="{7346625B-7E8F-4E9B-A9F0-94C1DD70E907}" dt="2026-02-09T04:09:15.347" v="136" actId="478"/>
          <ac:spMkLst>
            <pc:docMk/>
            <pc:sldMk cId="1657664879" sldId="574"/>
            <ac:spMk id="11" creationId="{6A16C2FF-867E-BF2F-8E67-234368BB980D}"/>
          </ac:spMkLst>
        </pc:spChg>
        <pc:spChg chg="del">
          <ac:chgData name="Zhao Jin" userId="cd05a825-544c-438a-9ba1-08e63db50b47" providerId="ADAL" clId="{7346625B-7E8F-4E9B-A9F0-94C1DD70E907}" dt="2026-02-09T04:09:15.347" v="136" actId="478"/>
          <ac:spMkLst>
            <pc:docMk/>
            <pc:sldMk cId="1657664879" sldId="574"/>
            <ac:spMk id="12" creationId="{F7D4D5C6-EC70-87A8-531C-B06D2DD3D6B6}"/>
          </ac:spMkLst>
        </pc:spChg>
        <pc:spChg chg="add del mod">
          <ac:chgData name="Zhao Jin" userId="cd05a825-544c-438a-9ba1-08e63db50b47" providerId="ADAL" clId="{7346625B-7E8F-4E9B-A9F0-94C1DD70E907}" dt="2026-02-09T04:32:27.673" v="760" actId="478"/>
          <ac:spMkLst>
            <pc:docMk/>
            <pc:sldMk cId="1657664879" sldId="574"/>
            <ac:spMk id="18" creationId="{069465DF-A04F-81FE-7104-A0C6EAB093C5}"/>
          </ac:spMkLst>
        </pc:spChg>
        <pc:spChg chg="add del mod">
          <ac:chgData name="Zhao Jin" userId="cd05a825-544c-438a-9ba1-08e63db50b47" providerId="ADAL" clId="{7346625B-7E8F-4E9B-A9F0-94C1DD70E907}" dt="2026-02-09T04:32:26.358" v="759" actId="478"/>
          <ac:spMkLst>
            <pc:docMk/>
            <pc:sldMk cId="1657664879" sldId="574"/>
            <ac:spMk id="19" creationId="{CB05BC8E-8556-6430-07B8-C3D95E84AA88}"/>
          </ac:spMkLst>
        </pc:spChg>
        <pc:spChg chg="add del mod">
          <ac:chgData name="Zhao Jin" userId="cd05a825-544c-438a-9ba1-08e63db50b47" providerId="ADAL" clId="{7346625B-7E8F-4E9B-A9F0-94C1DD70E907}" dt="2026-02-09T04:32:22.966" v="757" actId="478"/>
          <ac:spMkLst>
            <pc:docMk/>
            <pc:sldMk cId="1657664879" sldId="574"/>
            <ac:spMk id="20" creationId="{F70414F8-A5BE-A5C8-F257-41B46BDD5827}"/>
          </ac:spMkLst>
        </pc:spChg>
        <pc:spChg chg="add del mod">
          <ac:chgData name="Zhao Jin" userId="cd05a825-544c-438a-9ba1-08e63db50b47" providerId="ADAL" clId="{7346625B-7E8F-4E9B-A9F0-94C1DD70E907}" dt="2026-02-09T04:32:24.416" v="758" actId="478"/>
          <ac:spMkLst>
            <pc:docMk/>
            <pc:sldMk cId="1657664879" sldId="574"/>
            <ac:spMk id="21" creationId="{BDCB2489-5D56-39F7-C10D-9A07F02C4CC5}"/>
          </ac:spMkLst>
        </pc:spChg>
        <pc:spChg chg="add del mod">
          <ac:chgData name="Zhao Jin" userId="cd05a825-544c-438a-9ba1-08e63db50b47" providerId="ADAL" clId="{7346625B-7E8F-4E9B-A9F0-94C1DD70E907}" dt="2026-02-09T04:33:31.224" v="824" actId="478"/>
          <ac:spMkLst>
            <pc:docMk/>
            <pc:sldMk cId="1657664879" sldId="574"/>
            <ac:spMk id="23" creationId="{8D1D4D6F-5712-15D3-38EC-AD644AFC96B4}"/>
          </ac:spMkLst>
        </pc:spChg>
        <pc:spChg chg="add del mod">
          <ac:chgData name="Zhao Jin" userId="cd05a825-544c-438a-9ba1-08e63db50b47" providerId="ADAL" clId="{7346625B-7E8F-4E9B-A9F0-94C1DD70E907}" dt="2026-02-09T04:33:29.959" v="823" actId="478"/>
          <ac:spMkLst>
            <pc:docMk/>
            <pc:sldMk cId="1657664879" sldId="574"/>
            <ac:spMk id="24" creationId="{DF0F6909-F4F6-EF27-3CD4-F68C5F0089DC}"/>
          </ac:spMkLst>
        </pc:spChg>
        <pc:spChg chg="add del mod">
          <ac:chgData name="Zhao Jin" userId="cd05a825-544c-438a-9ba1-08e63db50b47" providerId="ADAL" clId="{7346625B-7E8F-4E9B-A9F0-94C1DD70E907}" dt="2026-02-09T04:33:26.207" v="821" actId="478"/>
          <ac:spMkLst>
            <pc:docMk/>
            <pc:sldMk cId="1657664879" sldId="574"/>
            <ac:spMk id="25" creationId="{166D5FFC-B0BE-FA3C-E358-AE74E808724F}"/>
          </ac:spMkLst>
        </pc:spChg>
        <pc:spChg chg="add del mod">
          <ac:chgData name="Zhao Jin" userId="cd05a825-544c-438a-9ba1-08e63db50b47" providerId="ADAL" clId="{7346625B-7E8F-4E9B-A9F0-94C1DD70E907}" dt="2026-02-09T04:33:27.717" v="822" actId="478"/>
          <ac:spMkLst>
            <pc:docMk/>
            <pc:sldMk cId="1657664879" sldId="574"/>
            <ac:spMk id="26" creationId="{1C9717DA-37E3-650C-D6A8-28AF6FCCD814}"/>
          </ac:spMkLst>
        </pc:spChg>
        <pc:spChg chg="mod">
          <ac:chgData name="Zhao Jin" userId="cd05a825-544c-438a-9ba1-08e63db50b47" providerId="ADAL" clId="{7346625B-7E8F-4E9B-A9F0-94C1DD70E907}" dt="2026-02-09T04:30:30.688" v="735" actId="20577"/>
          <ac:spMkLst>
            <pc:docMk/>
            <pc:sldMk cId="1657664879" sldId="574"/>
            <ac:spMk id="25602" creationId="{404AAE4A-10F4-7346-CDAC-B5DCF3A66E49}"/>
          </ac:spMkLst>
        </pc:spChg>
        <pc:graphicFrameChg chg="del">
          <ac:chgData name="Zhao Jin" userId="cd05a825-544c-438a-9ba1-08e63db50b47" providerId="ADAL" clId="{7346625B-7E8F-4E9B-A9F0-94C1DD70E907}" dt="2026-02-09T04:09:15.347" v="136" actId="478"/>
          <ac:graphicFrameMkLst>
            <pc:docMk/>
            <pc:sldMk cId="1657664879" sldId="574"/>
            <ac:graphicFrameMk id="5" creationId="{3D47B70E-41D1-08AC-96DF-DB5F0CF7DC09}"/>
          </ac:graphicFrameMkLst>
        </pc:graphicFrameChg>
        <pc:graphicFrameChg chg="add del mod modGraphic">
          <ac:chgData name="Zhao Jin" userId="cd05a825-544c-438a-9ba1-08e63db50b47" providerId="ADAL" clId="{7346625B-7E8F-4E9B-A9F0-94C1DD70E907}" dt="2026-02-09T04:17:44.211" v="545" actId="21"/>
          <ac:graphicFrameMkLst>
            <pc:docMk/>
            <pc:sldMk cId="1657664879" sldId="574"/>
            <ac:graphicFrameMk id="8" creationId="{3F390538-D195-3FE9-E9C8-3F97C4B88B66}"/>
          </ac:graphicFrameMkLst>
        </pc:graphicFrameChg>
        <pc:graphicFrameChg chg="add mod">
          <ac:chgData name="Zhao Jin" userId="cd05a825-544c-438a-9ba1-08e63db50b47" providerId="ADAL" clId="{7346625B-7E8F-4E9B-A9F0-94C1DD70E907}" dt="2026-02-09T04:18:18.157" v="556"/>
          <ac:graphicFrameMkLst>
            <pc:docMk/>
            <pc:sldMk cId="1657664879" sldId="574"/>
            <ac:graphicFrameMk id="14" creationId="{3F390538-D195-3FE9-E9C8-3F97C4B88B66}"/>
          </ac:graphicFrameMkLst>
        </pc:graphicFrameChg>
        <pc:graphicFrameChg chg="add del mod modGraphic">
          <ac:chgData name="Zhao Jin" userId="cd05a825-544c-438a-9ba1-08e63db50b47" providerId="ADAL" clId="{7346625B-7E8F-4E9B-A9F0-94C1DD70E907}" dt="2026-02-09T04:33:21.073" v="819" actId="478"/>
          <ac:graphicFrameMkLst>
            <pc:docMk/>
            <pc:sldMk cId="1657664879" sldId="574"/>
            <ac:graphicFrameMk id="17" creationId="{229EB236-6785-DBDA-EB2C-15A207353CE8}"/>
          </ac:graphicFrameMkLst>
        </pc:graphicFrameChg>
        <pc:graphicFrameChg chg="add del mod modGraphic">
          <ac:chgData name="Zhao Jin" userId="cd05a825-544c-438a-9ba1-08e63db50b47" providerId="ADAL" clId="{7346625B-7E8F-4E9B-A9F0-94C1DD70E907}" dt="2026-02-09T04:33:35.672" v="826" actId="21"/>
          <ac:graphicFrameMkLst>
            <pc:docMk/>
            <pc:sldMk cId="1657664879" sldId="574"/>
            <ac:graphicFrameMk id="22" creationId="{73E8A17D-809B-3731-8E57-F7195B59BD2B}"/>
          </ac:graphicFrameMkLst>
        </pc:graphicFrameChg>
        <pc:picChg chg="add del mod">
          <ac:chgData name="Zhao Jin" userId="cd05a825-544c-438a-9ba1-08e63db50b47" providerId="ADAL" clId="{7346625B-7E8F-4E9B-A9F0-94C1DD70E907}" dt="2026-02-09T04:18:17.501" v="555" actId="478"/>
          <ac:picMkLst>
            <pc:docMk/>
            <pc:sldMk cId="1657664879" sldId="574"/>
            <ac:picMk id="13" creationId="{6D11F2DB-E9C1-214C-1F15-03EA96B8F83F}"/>
          </ac:picMkLst>
        </pc:picChg>
        <pc:picChg chg="add del mod">
          <ac:chgData name="Zhao Jin" userId="cd05a825-544c-438a-9ba1-08e63db50b47" providerId="ADAL" clId="{7346625B-7E8F-4E9B-A9F0-94C1DD70E907}" dt="2026-02-09T04:32:20.199" v="755" actId="478"/>
          <ac:picMkLst>
            <pc:docMk/>
            <pc:sldMk cId="1657664879" sldId="574"/>
            <ac:picMk id="16" creationId="{02DEC6B5-8877-8F70-698F-6090A05586AC}"/>
          </ac:picMkLst>
        </pc:picChg>
        <pc:picChg chg="add mod">
          <ac:chgData name="Zhao Jin" userId="cd05a825-544c-438a-9ba1-08e63db50b47" providerId="ADAL" clId="{7346625B-7E8F-4E9B-A9F0-94C1DD70E907}" dt="2026-02-09T04:33:50.548" v="832" actId="1076"/>
          <ac:picMkLst>
            <pc:docMk/>
            <pc:sldMk cId="1657664879" sldId="574"/>
            <ac:picMk id="27" creationId="{68734D51-8399-70D3-9CF0-623A567708F6}"/>
          </ac:picMkLst>
        </pc:picChg>
      </pc:sldChg>
      <pc:sldChg chg="add del">
        <pc:chgData name="Zhao Jin" userId="cd05a825-544c-438a-9ba1-08e63db50b47" providerId="ADAL" clId="{7346625B-7E8F-4E9B-A9F0-94C1DD70E907}" dt="2026-02-09T04:20:41.764" v="598" actId="47"/>
        <pc:sldMkLst>
          <pc:docMk/>
          <pc:sldMk cId="328909914" sldId="575"/>
        </pc:sldMkLst>
      </pc:sldChg>
      <pc:sldChg chg="addSp delSp modSp add mod delAnim">
        <pc:chgData name="Zhao Jin" userId="cd05a825-544c-438a-9ba1-08e63db50b47" providerId="ADAL" clId="{7346625B-7E8F-4E9B-A9F0-94C1DD70E907}" dt="2026-02-09T04:21:47.532" v="600"/>
        <pc:sldMkLst>
          <pc:docMk/>
          <pc:sldMk cId="4237116998" sldId="576"/>
        </pc:sldMkLst>
        <pc:spChg chg="add del mod">
          <ac:chgData name="Zhao Jin" userId="cd05a825-544c-438a-9ba1-08e63db50b47" providerId="ADAL" clId="{7346625B-7E8F-4E9B-A9F0-94C1DD70E907}" dt="2026-02-09T04:20:36.107" v="596" actId="21"/>
          <ac:spMkLst>
            <pc:docMk/>
            <pc:sldMk cId="4237116998" sldId="576"/>
            <ac:spMk id="4" creationId="{A4863236-43A8-3934-DC5B-8FA3959DC7D6}"/>
          </ac:spMkLst>
        </pc:spChg>
        <pc:spChg chg="add mod">
          <ac:chgData name="Zhao Jin" userId="cd05a825-544c-438a-9ba1-08e63db50b47" providerId="ADAL" clId="{7346625B-7E8F-4E9B-A9F0-94C1DD70E907}" dt="2026-02-09T04:21:47.532" v="600"/>
          <ac:spMkLst>
            <pc:docMk/>
            <pc:sldMk cId="4237116998" sldId="576"/>
            <ac:spMk id="5" creationId="{C72BA9F7-8ABC-C249-C4A8-B63BA39380B5}"/>
          </ac:spMkLst>
        </pc:spChg>
        <pc:spChg chg="add mod">
          <ac:chgData name="Zhao Jin" userId="cd05a825-544c-438a-9ba1-08e63db50b47" providerId="ADAL" clId="{7346625B-7E8F-4E9B-A9F0-94C1DD70E907}" dt="2026-02-09T04:21:47.532" v="600"/>
          <ac:spMkLst>
            <pc:docMk/>
            <pc:sldMk cId="4237116998" sldId="576"/>
            <ac:spMk id="6" creationId="{2653A6D9-B306-37B1-2037-978D2AAA6F04}"/>
          </ac:spMkLst>
        </pc:spChg>
        <pc:spChg chg="del">
          <ac:chgData name="Zhao Jin" userId="cd05a825-544c-438a-9ba1-08e63db50b47" providerId="ADAL" clId="{7346625B-7E8F-4E9B-A9F0-94C1DD70E907}" dt="2026-02-09T04:21:00.982" v="599" actId="478"/>
          <ac:spMkLst>
            <pc:docMk/>
            <pc:sldMk cId="4237116998" sldId="576"/>
            <ac:spMk id="27" creationId="{D6330C04-4DA5-0DDE-487F-6B22D715201D}"/>
          </ac:spMkLst>
        </pc:spChg>
        <pc:spChg chg="del">
          <ac:chgData name="Zhao Jin" userId="cd05a825-544c-438a-9ba1-08e63db50b47" providerId="ADAL" clId="{7346625B-7E8F-4E9B-A9F0-94C1DD70E907}" dt="2026-02-09T04:21:00.982" v="599" actId="478"/>
          <ac:spMkLst>
            <pc:docMk/>
            <pc:sldMk cId="4237116998" sldId="576"/>
            <ac:spMk id="49" creationId="{D6CE55DA-3F55-1888-EDE5-1EBFBE6D54DE}"/>
          </ac:spMkLst>
        </pc:spChg>
        <pc:grpChg chg="del">
          <ac:chgData name="Zhao Jin" userId="cd05a825-544c-438a-9ba1-08e63db50b47" providerId="ADAL" clId="{7346625B-7E8F-4E9B-A9F0-94C1DD70E907}" dt="2026-02-09T04:21:00.982" v="599" actId="478"/>
          <ac:grpSpMkLst>
            <pc:docMk/>
            <pc:sldMk cId="4237116998" sldId="576"/>
            <ac:grpSpMk id="28" creationId="{F8998B58-985B-76D5-58B2-35CC7E0DA089}"/>
          </ac:grpSpMkLst>
        </pc:grpChg>
        <pc:grpChg chg="del">
          <ac:chgData name="Zhao Jin" userId="cd05a825-544c-438a-9ba1-08e63db50b47" providerId="ADAL" clId="{7346625B-7E8F-4E9B-A9F0-94C1DD70E907}" dt="2026-02-09T04:21:00.982" v="599" actId="478"/>
          <ac:grpSpMkLst>
            <pc:docMk/>
            <pc:sldMk cId="4237116998" sldId="576"/>
            <ac:grpSpMk id="31" creationId="{5F0049F3-341C-4765-844E-4F48F5F002AC}"/>
          </ac:grpSpMkLst>
        </pc:grpChg>
        <pc:cxnChg chg="mod">
          <ac:chgData name="Zhao Jin" userId="cd05a825-544c-438a-9ba1-08e63db50b47" providerId="ADAL" clId="{7346625B-7E8F-4E9B-A9F0-94C1DD70E907}" dt="2026-02-09T04:21:00.982" v="599" actId="478"/>
          <ac:cxnSpMkLst>
            <pc:docMk/>
            <pc:sldMk cId="4237116998" sldId="576"/>
            <ac:cxnSpMk id="30" creationId="{BF1AC76D-EBC3-60C7-0A2C-651E2ED757AB}"/>
          </ac:cxnSpMkLst>
        </pc:cxnChg>
        <pc:cxnChg chg="mod">
          <ac:chgData name="Zhao Jin" userId="cd05a825-544c-438a-9ba1-08e63db50b47" providerId="ADAL" clId="{7346625B-7E8F-4E9B-A9F0-94C1DD70E907}" dt="2026-02-09T04:21:00.982" v="599" actId="478"/>
          <ac:cxnSpMkLst>
            <pc:docMk/>
            <pc:sldMk cId="4237116998" sldId="576"/>
            <ac:cxnSpMk id="33" creationId="{892C3E09-9E2B-798E-135C-21633DC81383}"/>
          </ac:cxnSpMkLst>
        </pc:cxnChg>
        <pc:cxnChg chg="mod">
          <ac:chgData name="Zhao Jin" userId="cd05a825-544c-438a-9ba1-08e63db50b47" providerId="ADAL" clId="{7346625B-7E8F-4E9B-A9F0-94C1DD70E907}" dt="2026-02-09T04:21:00.982" v="599" actId="478"/>
          <ac:cxnSpMkLst>
            <pc:docMk/>
            <pc:sldMk cId="4237116998" sldId="576"/>
            <ac:cxnSpMk id="51" creationId="{AD3FC8CE-3C17-757D-C19B-8343BAEF15C8}"/>
          </ac:cxnSpMkLst>
        </pc:cxnChg>
        <pc:cxnChg chg="mod">
          <ac:chgData name="Zhao Jin" userId="cd05a825-544c-438a-9ba1-08e63db50b47" providerId="ADAL" clId="{7346625B-7E8F-4E9B-A9F0-94C1DD70E907}" dt="2026-02-09T04:21:00.982" v="599" actId="478"/>
          <ac:cxnSpMkLst>
            <pc:docMk/>
            <pc:sldMk cId="4237116998" sldId="576"/>
            <ac:cxnSpMk id="56" creationId="{03364373-C2FA-E745-546D-6D3507CA2CE7}"/>
          </ac:cxnSpMkLst>
        </pc:cxnChg>
        <pc:cxnChg chg="mod">
          <ac:chgData name="Zhao Jin" userId="cd05a825-544c-438a-9ba1-08e63db50b47" providerId="ADAL" clId="{7346625B-7E8F-4E9B-A9F0-94C1DD70E907}" dt="2026-02-09T04:21:00.982" v="599" actId="478"/>
          <ac:cxnSpMkLst>
            <pc:docMk/>
            <pc:sldMk cId="4237116998" sldId="576"/>
            <ac:cxnSpMk id="57" creationId="{13A0822C-711B-3D3A-2198-14D94021BAA8}"/>
          </ac:cxnSpMkLst>
        </pc:cxnChg>
      </pc:sldChg>
      <pc:sldChg chg="addSp delSp modSp add mod">
        <pc:chgData name="Zhao Jin" userId="cd05a825-544c-438a-9ba1-08e63db50b47" providerId="ADAL" clId="{7346625B-7E8F-4E9B-A9F0-94C1DD70E907}" dt="2026-02-09T04:25:40.770" v="630"/>
        <pc:sldMkLst>
          <pc:docMk/>
          <pc:sldMk cId="1385713297" sldId="577"/>
        </pc:sldMkLst>
        <pc:spChg chg="del">
          <ac:chgData name="Zhao Jin" userId="cd05a825-544c-438a-9ba1-08e63db50b47" providerId="ADAL" clId="{7346625B-7E8F-4E9B-A9F0-94C1DD70E907}" dt="2026-02-09T04:25:36.559" v="628" actId="478"/>
          <ac:spMkLst>
            <pc:docMk/>
            <pc:sldMk cId="1385713297" sldId="577"/>
            <ac:spMk id="5" creationId="{0D6AA312-CFB1-5300-5A28-19D91ABEF599}"/>
          </ac:spMkLst>
        </pc:spChg>
        <pc:spChg chg="del">
          <ac:chgData name="Zhao Jin" userId="cd05a825-544c-438a-9ba1-08e63db50b47" providerId="ADAL" clId="{7346625B-7E8F-4E9B-A9F0-94C1DD70E907}" dt="2026-02-09T04:25:36.559" v="628" actId="478"/>
          <ac:spMkLst>
            <pc:docMk/>
            <pc:sldMk cId="1385713297" sldId="577"/>
            <ac:spMk id="6" creationId="{B48E6825-384B-1720-E93F-87C7E6CC16FF}"/>
          </ac:spMkLst>
        </pc:spChg>
        <pc:spChg chg="add del mod">
          <ac:chgData name="Zhao Jin" userId="cd05a825-544c-438a-9ba1-08e63db50b47" providerId="ADAL" clId="{7346625B-7E8F-4E9B-A9F0-94C1DD70E907}" dt="2026-02-09T04:25:40.231" v="629" actId="478"/>
          <ac:spMkLst>
            <pc:docMk/>
            <pc:sldMk cId="1385713297" sldId="577"/>
            <ac:spMk id="7" creationId="{5E3B56D4-CF03-1F78-B540-B2D476EC2D4A}"/>
          </ac:spMkLst>
        </pc:spChg>
        <pc:spChg chg="add mod">
          <ac:chgData name="Zhao Jin" userId="cd05a825-544c-438a-9ba1-08e63db50b47" providerId="ADAL" clId="{7346625B-7E8F-4E9B-A9F0-94C1DD70E907}" dt="2026-02-09T04:25:40.770" v="630"/>
          <ac:spMkLst>
            <pc:docMk/>
            <pc:sldMk cId="1385713297" sldId="577"/>
            <ac:spMk id="8" creationId="{2015ED7C-2537-3CF1-A98D-59B32710411C}"/>
          </ac:spMkLst>
        </pc:spChg>
        <pc:graphicFrameChg chg="add mod">
          <ac:chgData name="Zhao Jin" userId="cd05a825-544c-438a-9ba1-08e63db50b47" providerId="ADAL" clId="{7346625B-7E8F-4E9B-A9F0-94C1DD70E907}" dt="2026-02-09T04:25:40.770" v="630"/>
          <ac:graphicFrameMkLst>
            <pc:docMk/>
            <pc:sldMk cId="1385713297" sldId="577"/>
            <ac:graphicFrameMk id="9" creationId="{8061167C-29F1-7DB3-3745-BE09B20BF85F}"/>
          </ac:graphicFrameMkLst>
        </pc:graphicFrameChg>
      </pc:sldChg>
      <pc:sldChg chg="addSp delSp modSp add mod delAnim modAnim">
        <pc:chgData name="Zhao Jin" userId="cd05a825-544c-438a-9ba1-08e63db50b47" providerId="ADAL" clId="{7346625B-7E8F-4E9B-A9F0-94C1DD70E907}" dt="2026-02-09T04:37:46.164" v="987" actId="1076"/>
        <pc:sldMkLst>
          <pc:docMk/>
          <pc:sldMk cId="516833302" sldId="578"/>
        </pc:sldMkLst>
        <pc:spChg chg="add del mod">
          <ac:chgData name="Zhao Jin" userId="cd05a825-544c-438a-9ba1-08e63db50b47" providerId="ADAL" clId="{7346625B-7E8F-4E9B-A9F0-94C1DD70E907}" dt="2026-02-09T04:31:20.992" v="743" actId="478"/>
          <ac:spMkLst>
            <pc:docMk/>
            <pc:sldMk cId="516833302" sldId="578"/>
            <ac:spMk id="5" creationId="{F5E3D265-E80D-6C58-C31A-267A235BC237}"/>
          </ac:spMkLst>
        </pc:spChg>
        <pc:spChg chg="add del mod">
          <ac:chgData name="Zhao Jin" userId="cd05a825-544c-438a-9ba1-08e63db50b47" providerId="ADAL" clId="{7346625B-7E8F-4E9B-A9F0-94C1DD70E907}" dt="2026-02-09T04:31:22.383" v="744" actId="478"/>
          <ac:spMkLst>
            <pc:docMk/>
            <pc:sldMk cId="516833302" sldId="578"/>
            <ac:spMk id="6" creationId="{C1EB1C31-5E11-41AE-F559-317FDDE631FB}"/>
          </ac:spMkLst>
        </pc:spChg>
        <pc:spChg chg="mod">
          <ac:chgData name="Zhao Jin" userId="cd05a825-544c-438a-9ba1-08e63db50b47" providerId="ADAL" clId="{7346625B-7E8F-4E9B-A9F0-94C1DD70E907}" dt="2026-02-09T04:37:38.962" v="984" actId="207"/>
          <ac:spMkLst>
            <pc:docMk/>
            <pc:sldMk cId="516833302" sldId="578"/>
            <ac:spMk id="10" creationId="{6024E618-B56D-8FF2-DEA9-1BBA9F38616D}"/>
          </ac:spMkLst>
        </pc:spChg>
        <pc:graphicFrameChg chg="add del mod modGraphic">
          <ac:chgData name="Zhao Jin" userId="cd05a825-544c-438a-9ba1-08e63db50b47" providerId="ADAL" clId="{7346625B-7E8F-4E9B-A9F0-94C1DD70E907}" dt="2026-02-09T04:34:40.120" v="864" actId="21"/>
          <ac:graphicFrameMkLst>
            <pc:docMk/>
            <pc:sldMk cId="516833302" sldId="578"/>
            <ac:graphicFrameMk id="4" creationId="{2C4E9ECF-6CD1-73C0-077B-7640C7ABA809}"/>
          </ac:graphicFrameMkLst>
        </pc:graphicFrameChg>
        <pc:graphicFrameChg chg="add mod">
          <ac:chgData name="Zhao Jin" userId="cd05a825-544c-438a-9ba1-08e63db50b47" providerId="ADAL" clId="{7346625B-7E8F-4E9B-A9F0-94C1DD70E907}" dt="2026-02-09T04:31:30.866" v="745"/>
          <ac:graphicFrameMkLst>
            <pc:docMk/>
            <pc:sldMk cId="516833302" sldId="578"/>
            <ac:graphicFrameMk id="7" creationId="{D33EC27B-CB09-2B82-AA3D-C1675F236080}"/>
          </ac:graphicFrameMkLst>
        </pc:graphicFrameChg>
        <pc:picChg chg="add del">
          <ac:chgData name="Zhao Jin" userId="cd05a825-544c-438a-9ba1-08e63db50b47" providerId="ADAL" clId="{7346625B-7E8F-4E9B-A9F0-94C1DD70E907}" dt="2026-02-09T04:31:47.304" v="751" actId="478"/>
          <ac:picMkLst>
            <pc:docMk/>
            <pc:sldMk cId="516833302" sldId="578"/>
            <ac:picMk id="9" creationId="{736902E4-96C3-1D3E-6464-A8115788CE28}"/>
          </ac:picMkLst>
        </pc:picChg>
        <pc:picChg chg="add mod">
          <ac:chgData name="Zhao Jin" userId="cd05a825-544c-438a-9ba1-08e63db50b47" providerId="ADAL" clId="{7346625B-7E8F-4E9B-A9F0-94C1DD70E907}" dt="2026-02-09T04:37:46.164" v="987" actId="1076"/>
          <ac:picMkLst>
            <pc:docMk/>
            <pc:sldMk cId="516833302" sldId="578"/>
            <ac:picMk id="11" creationId="{1EE3B0E0-0698-72B3-EBB8-FFF5FC7A2479}"/>
          </ac:picMkLst>
        </pc:picChg>
        <pc:picChg chg="del">
          <ac:chgData name="Zhao Jin" userId="cd05a825-544c-438a-9ba1-08e63db50b47" providerId="ADAL" clId="{7346625B-7E8F-4E9B-A9F0-94C1DD70E907}" dt="2026-02-09T04:31:17.351" v="741" actId="478"/>
          <ac:picMkLst>
            <pc:docMk/>
            <pc:sldMk cId="516833302" sldId="578"/>
            <ac:picMk id="16" creationId="{72FE2A43-08AC-53A2-9D34-4BD448664A2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GB" dirty="0">
                <a:latin typeface="+mn-lt"/>
              </a:rPr>
              <a:t>CS1010 Programming Methodology</a:t>
            </a:r>
          </a:p>
        </p:txBody>
      </p:sp>
      <p:sp>
        <p:nvSpPr>
          <p:cNvPr id="6246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71614" y="0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6246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246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A8128D1A-2CBE-4D8D-BBD3-EF7640D031AF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8130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6167" y="4414043"/>
            <a:ext cx="5138067" cy="4185089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</a:p>
        </p:txBody>
      </p:sp>
      <p:sp>
        <p:nvSpPr>
          <p:cNvPr id="604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604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614" y="8831059"/>
            <a:ext cx="3038786" cy="465341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5899" tIns="47949" rIns="95899" bIns="47949" numCol="1" anchor="b" anchorCtr="0" compatLnSpc="1">
            <a:prstTxWarp prst="textNoShape">
              <a:avLst/>
            </a:prstTxWarp>
          </a:bodyPr>
          <a:lstStyle>
            <a:lvl1pPr algn="r" defTabSz="959358" eaLnBrk="0" hangingPunct="0">
              <a:defRPr sz="1300">
                <a:latin typeface="Times New Roman" pitchFamily="18" charset="0"/>
              </a:defRPr>
            </a:lvl1pPr>
          </a:lstStyle>
          <a:p>
            <a:pPr>
              <a:defRPr/>
            </a:pPr>
            <a:fld id="{82D49F41-42BD-4A7F-84D4-B4F7E48B4FCD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8" name="Date Placeholder 7"/>
          <p:cNvSpPr>
            <a:spLocks noGrp="1"/>
          </p:cNvSpPr>
          <p:nvPr>
            <p:ph type="dt" idx="1"/>
          </p:nvPr>
        </p:nvSpPr>
        <p:spPr>
          <a:xfrm>
            <a:off x="3971614" y="0"/>
            <a:ext cx="3037117" cy="465341"/>
          </a:xfrm>
          <a:prstGeom prst="rect">
            <a:avLst/>
          </a:prstGeom>
        </p:spPr>
        <p:txBody>
          <a:bodyPr vert="horz" lIns="92098" tIns="46049" rIns="92098" bIns="46049" rtlCol="0"/>
          <a:lstStyle>
            <a:lvl1pPr algn="r">
              <a:defRPr sz="1200"/>
            </a:lvl1pPr>
          </a:lstStyle>
          <a:p>
            <a:pPr>
              <a:defRPr/>
            </a:pPr>
            <a:fld id="{0AF3AFD6-2BC0-4B1C-A3C8-8C3FEB1DB624}" type="datetimeFigureOut">
              <a:rPr lang="en-US"/>
              <a:pPr>
                <a:defRPr/>
              </a:pPr>
              <a:t>2/9/2026</a:t>
            </a:fld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117" cy="46534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r>
              <a:rPr lang="en-US" dirty="0"/>
              <a:t>CS1010 Programming  Methodology</a:t>
            </a:r>
          </a:p>
        </p:txBody>
      </p:sp>
    </p:spTree>
    <p:extLst>
      <p:ext uri="{BB962C8B-B14F-4D97-AF65-F5344CB8AC3E}">
        <p14:creationId xmlns:p14="http://schemas.microsoft.com/office/powerpoint/2010/main" val="1838096873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34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34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7448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0461-070F-5729-E347-6C5E4D4F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6E54661A-D5AB-E0FA-FF7F-A5271F0F050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8299673E-DBE5-16E8-5F13-453420A6524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566EEAE3-D228-9EC4-40D8-098978E8F0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201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1021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F694B-9336-F263-1C72-C99B5A39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CF7F8AEE-A626-3D95-EF3C-918874F5292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4E424C3F-60B2-DBC3-13C0-53DAA8A192D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9541F95E-E3CC-89A2-CD9B-188C45D1547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33760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058F8-AFEC-F0D0-E0FA-811F091D7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1D16F87F-0EE4-A6FC-B528-A9C917B8464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AFDDC9D2-BB32-8115-0C1D-E40E46E06CA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BF7B59B7-3139-22C3-8D07-57044E5385A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6898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0206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34868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DFB81-700F-8498-639F-F19CFD43B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>
            <a:extLst>
              <a:ext uri="{FF2B5EF4-FFF2-40B4-BE49-F238E27FC236}">
                <a16:creationId xmlns:a16="http://schemas.microsoft.com/office/drawing/2014/main" id="{790E4A30-BD0A-6074-87FC-C3BD7485D77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A28B0569-E5B5-5C5C-6A82-AF1E2AE883C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939E50AC-7D33-8FDF-AB71-82F139F9C5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74913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81529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231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DFA04-C0AE-C0EA-7861-41A0C0B5A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>
            <a:extLst>
              <a:ext uri="{FF2B5EF4-FFF2-40B4-BE49-F238E27FC236}">
                <a16:creationId xmlns:a16="http://schemas.microsoft.com/office/drawing/2014/main" id="{11C73EF5-4390-43C9-8EE5-29770B41B2A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29370FB4-3169-AF28-2E87-5C943ADEC9C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91F1E42B-FDAA-CBB7-13A4-E531839C8D8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38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10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3423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9209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E6C95-C821-AFD0-A024-535A29CDB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2">
            <a:extLst>
              <a:ext uri="{FF2B5EF4-FFF2-40B4-BE49-F238E27FC236}">
                <a16:creationId xmlns:a16="http://schemas.microsoft.com/office/drawing/2014/main" id="{A5A9525D-5E58-FC18-F496-B5DBF55AD42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64515" name="Rectangle 2">
            <a:extLst>
              <a:ext uri="{FF2B5EF4-FFF2-40B4-BE49-F238E27FC236}">
                <a16:creationId xmlns:a16="http://schemas.microsoft.com/office/drawing/2014/main" id="{73E1FFD0-C688-7F44-2D30-687084CB2F1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64516" name="Rectangle 3">
            <a:extLst>
              <a:ext uri="{FF2B5EF4-FFF2-40B4-BE49-F238E27FC236}">
                <a16:creationId xmlns:a16="http://schemas.microsoft.com/office/drawing/2014/main" id="{26AB9BA2-9AFB-21FC-4E06-378B1BC4A17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ln w="9525"/>
        </p:spPr>
        <p:txBody>
          <a:bodyPr/>
          <a:lstStyle/>
          <a:p>
            <a:pPr eaLnBrk="1" hangingPunct="1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0219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C8E6-F075-4C23-BFE7-F305E7A1C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8" name="Rectangle 2">
            <a:extLst>
              <a:ext uri="{FF2B5EF4-FFF2-40B4-BE49-F238E27FC236}">
                <a16:creationId xmlns:a16="http://schemas.microsoft.com/office/drawing/2014/main" id="{BB9F41D3-9CCF-1C57-76D0-5D67EB29A256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5779" name="Rectangle 2">
            <a:extLst>
              <a:ext uri="{FF2B5EF4-FFF2-40B4-BE49-F238E27FC236}">
                <a16:creationId xmlns:a16="http://schemas.microsoft.com/office/drawing/2014/main" id="{2010FCCE-F4A6-8055-95A3-137418059CC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5780" name="Rectangle 3">
            <a:extLst>
              <a:ext uri="{FF2B5EF4-FFF2-40B4-BE49-F238E27FC236}">
                <a16:creationId xmlns:a16="http://schemas.microsoft.com/office/drawing/2014/main" id="{0622D698-04A5-C9EE-AAF6-BF8133F2DFB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marL="0" indent="0" eaLnBrk="1" hangingPunct="1">
              <a:buFont typeface="Calibri" pitchFamily="34" charset="0"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7845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8786" cy="465341"/>
          </a:xfrm>
          <a:noFill/>
          <a:ln>
            <a:miter lim="800000"/>
            <a:headEnd/>
            <a:tailEnd/>
          </a:ln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rPr lang="en-US"/>
              <a:t>CS1010 Programming Methodology</a:t>
            </a: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82688" y="696913"/>
            <a:ext cx="4648200" cy="34861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 w="9525"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52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[35cce793-99a6-4f28-9e1a-625ba96e3db4]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0"/>
            </a:lvl1pPr>
          </a:lstStyle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0"/>
            </a:lvl1pPr>
          </a:lstStyle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/>
              <a:t>© NUS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088" r:id="rId1"/>
    <p:sldLayoutId id="2147485089" r:id="rId2"/>
    <p:sldLayoutId id="2147485090" r:id="rId3"/>
    <p:sldLayoutId id="2147485091" r:id="rId4"/>
    <p:sldLayoutId id="2147485092" r:id="rId5"/>
    <p:sldLayoutId id="2147485093" r:id="rId6"/>
    <p:sldLayoutId id="2147485094" r:id="rId7"/>
    <p:sldLayoutId id="2147485095" r:id="rId8"/>
    <p:sldLayoutId id="2147485096" r:id="rId9"/>
    <p:sldLayoutId id="2147485097" r:id="rId10"/>
    <p:sldLayoutId id="2147485098" r:id="rId11"/>
  </p:sldLayoutIdLst>
  <p:transition>
    <p:fade/>
  </p:transition>
  <p:hf hdr="0" dt="0"/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9913" y="4696884"/>
            <a:ext cx="2445774" cy="1263650"/>
          </a:xfrm>
          <a:prstGeom prst="rect">
            <a:avLst/>
          </a:prstGeom>
        </p:spPr>
      </p:pic>
      <p:sp>
        <p:nvSpPr>
          <p:cNvPr id="8" name="[TextBox 7]"/>
          <p:cNvSpPr txBox="1"/>
          <p:nvPr/>
        </p:nvSpPr>
        <p:spPr>
          <a:xfrm>
            <a:off x="3513667" y="2912533"/>
            <a:ext cx="22182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Calibri" panose="020F0502020204030204" pitchFamily="34" charset="0"/>
              </a:rPr>
              <a:t>Week 4</a:t>
            </a:r>
          </a:p>
        </p:txBody>
      </p:sp>
      <p:sp>
        <p:nvSpPr>
          <p:cNvPr id="11" name="[TextBox 7]"/>
          <p:cNvSpPr txBox="1"/>
          <p:nvPr/>
        </p:nvSpPr>
        <p:spPr>
          <a:xfrm>
            <a:off x="1058333" y="3462867"/>
            <a:ext cx="712893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C00000"/>
                </a:solidFill>
                <a:latin typeface="Calibri" panose="020F0502020204030204" pitchFamily="34" charset="0"/>
              </a:rPr>
              <a:t>Recap</a:t>
            </a:r>
          </a:p>
        </p:txBody>
      </p:sp>
      <p:sp>
        <p:nvSpPr>
          <p:cNvPr id="9" name="Title 1"/>
          <p:cNvSpPr txBox="1">
            <a:spLocks/>
          </p:cNvSpPr>
          <p:nvPr/>
        </p:nvSpPr>
        <p:spPr>
          <a:xfrm>
            <a:off x="822960" y="1245704"/>
            <a:ext cx="7543800" cy="111318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6600" kern="1200" spc="-50" baseline="0">
                <a:solidFill>
                  <a:srgbClr val="003399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-38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Arial"/>
              </a:rPr>
              <a:t>CS1010: </a:t>
            </a:r>
            <a:r>
              <a:rPr lang="en-US" sz="3600" spc="-38" dirty="0">
                <a:latin typeface="Arial"/>
              </a:rPr>
              <a:t>Programming Methodology</a:t>
            </a:r>
            <a:endParaRPr kumimoji="0" lang="en-SG" sz="7200" b="0" i="0" u="none" strike="noStrike" kern="1200" cap="none" spc="-50" normalizeH="0" baseline="0" noProof="0" dirty="0">
              <a:ln>
                <a:noFill/>
              </a:ln>
              <a:solidFill>
                <a:srgbClr val="003399"/>
              </a:solidFill>
              <a:effectLst/>
              <a:uLnTx/>
              <a:uFillTx/>
              <a:latin typeface="Arial"/>
              <a:ea typeface="+mj-ea"/>
              <a:cs typeface="+mj-cs"/>
            </a:endParaRPr>
          </a:p>
        </p:txBody>
      </p:sp>
      <p:pic>
        <p:nvPicPr>
          <p:cNvPr id="2" name="Picture 1" descr="Qr code&#10;&#10;Description automatically generated">
            <a:extLst>
              <a:ext uri="{FF2B5EF4-FFF2-40B4-BE49-F238E27FC236}">
                <a16:creationId xmlns:a16="http://schemas.microsoft.com/office/drawing/2014/main" id="{A4A10D45-008E-0A1A-6B1C-BD5FCCB042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3800" y="4946796"/>
            <a:ext cx="1447800" cy="1447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9E2A11-C4B5-93BF-0297-340BB7F6168E}"/>
              </a:ext>
            </a:extLst>
          </p:cNvPr>
          <p:cNvSpPr txBox="1"/>
          <p:nvPr/>
        </p:nvSpPr>
        <p:spPr>
          <a:xfrm>
            <a:off x="6430765" y="5917365"/>
            <a:ext cx="264302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2000" dirty="0"/>
              <a:t>Live Q&amp;A </a:t>
            </a:r>
          </a:p>
          <a:p>
            <a:r>
              <a:rPr lang="en-SG" sz="2000" dirty="0"/>
              <a:t>https://pollev.com/jin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B251F-A0DB-25FD-A98D-19E3438C8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BF26563-71EE-34CA-C397-C70487731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E21D08-1A42-0539-1014-AD6FA229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3C11392-7249-55B0-522A-27F530C4B33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153400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sz="4000" dirty="0">
                <a:solidFill>
                  <a:srgbClr val="0000FF"/>
                </a:solidFill>
              </a:rPr>
              <a:t>Control Structure: Selection</a:t>
            </a:r>
            <a:endParaRPr lang="en-GB" dirty="0">
              <a:solidFill>
                <a:srgbClr val="0000FF"/>
              </a:solidFill>
            </a:endParaRPr>
          </a:p>
        </p:txBody>
      </p:sp>
      <p:sp>
        <p:nvSpPr>
          <p:cNvPr id="8" name="HighlightBackgroundShapeeee31423-879f-470c-ac44-148c4404b3a6">
            <a:extLst>
              <a:ext uri="{FF2B5EF4-FFF2-40B4-BE49-F238E27FC236}">
                <a16:creationId xmlns:a16="http://schemas.microsoft.com/office/drawing/2014/main" id="{B2679D13-AD49-494F-4048-F10409426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9" y="1219200"/>
            <a:ext cx="8134521" cy="5074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3200" dirty="0"/>
              <a:t>If … then … else …</a:t>
            </a:r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400" dirty="0"/>
          </a:p>
        </p:txBody>
      </p:sp>
      <p:pic>
        <p:nvPicPr>
          <p:cNvPr id="10" name="Picture 9" descr="flowchart">
            <a:extLst>
              <a:ext uri="{FF2B5EF4-FFF2-40B4-BE49-F238E27FC236}">
                <a16:creationId xmlns:a16="http://schemas.microsoft.com/office/drawing/2014/main" id="{4907F6DE-54A2-4357-14CE-97544140F0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994" t="36148" b="13213"/>
          <a:stretch/>
        </p:blipFill>
        <p:spPr bwMode="auto">
          <a:xfrm>
            <a:off x="1204759" y="2050271"/>
            <a:ext cx="6064142" cy="2141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190835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</a:t>
            </a:r>
          </a:p>
        </p:txBody>
      </p:sp>
      <p:grpSp>
        <p:nvGrpSpPr>
          <p:cNvPr id="31" name="Group 53"/>
          <p:cNvGrpSpPr>
            <a:grpSpLocks/>
          </p:cNvGrpSpPr>
          <p:nvPr/>
        </p:nvGrpSpPr>
        <p:grpSpPr bwMode="auto">
          <a:xfrm>
            <a:off x="6250487" y="1280352"/>
            <a:ext cx="2411413" cy="1556313"/>
            <a:chOff x="6445623" y="3191438"/>
            <a:chExt cx="2411506" cy="1556403"/>
          </a:xfrm>
        </p:grpSpPr>
        <p:sp>
          <p:nvSpPr>
            <p:cNvPr id="32" name="Flowchart: Decision 31"/>
            <p:cNvSpPr/>
            <p:nvPr/>
          </p:nvSpPr>
          <p:spPr bwMode="auto">
            <a:xfrm>
              <a:off x="7104461" y="3567697"/>
              <a:ext cx="1130344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33" name="Straight Arrow Connector 33"/>
            <p:cNvCxnSpPr>
              <a:cxnSpLocks noChangeShapeType="1"/>
              <a:endCxn id="32" idx="0"/>
            </p:cNvCxnSpPr>
            <p:nvPr/>
          </p:nvCxnSpPr>
          <p:spPr bwMode="auto">
            <a:xfrm rot="5400000">
              <a:off x="7481050" y="3379695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4" name="TextBox 34"/>
            <p:cNvSpPr txBox="1">
              <a:spLocks noChangeArrowheads="1"/>
            </p:cNvSpPr>
            <p:nvPr/>
          </p:nvSpPr>
          <p:spPr bwMode="auto">
            <a:xfrm>
              <a:off x="7319683" y="3662083"/>
              <a:ext cx="712694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 err="1"/>
                <a:t>exp</a:t>
              </a:r>
              <a:r>
                <a:rPr lang="en-US" sz="1200" i="1" dirty="0"/>
                <a:t>?</a:t>
              </a:r>
              <a:endParaRPr lang="en-SG" sz="1200" i="1" dirty="0"/>
            </a:p>
          </p:txBody>
        </p:sp>
        <p:cxnSp>
          <p:nvCxnSpPr>
            <p:cNvPr id="35" name="Straight Connector 35"/>
            <p:cNvCxnSpPr>
              <a:cxnSpLocks noChangeShapeType="1"/>
            </p:cNvCxnSpPr>
            <p:nvPr/>
          </p:nvCxnSpPr>
          <p:spPr bwMode="auto">
            <a:xfrm rot="10800000">
              <a:off x="6835589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6" name="Straight Arrow Connector 36"/>
            <p:cNvCxnSpPr>
              <a:cxnSpLocks noChangeShapeType="1"/>
            </p:cNvCxnSpPr>
            <p:nvPr/>
          </p:nvCxnSpPr>
          <p:spPr bwMode="auto">
            <a:xfrm rot="5400000">
              <a:off x="6728011" y="3904129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7" name="Flowchart: Process 36"/>
            <p:cNvSpPr/>
            <p:nvPr/>
          </p:nvSpPr>
          <p:spPr bwMode="auto">
            <a:xfrm>
              <a:off x="6445623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38" name="TextBox 38"/>
            <p:cNvSpPr txBox="1">
              <a:spLocks noChangeArrowheads="1"/>
            </p:cNvSpPr>
            <p:nvPr/>
          </p:nvSpPr>
          <p:spPr bwMode="auto">
            <a:xfrm>
              <a:off x="6719047" y="3572435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true</a:t>
              </a:r>
              <a:endParaRPr lang="en-SG" sz="1200" i="1" dirty="0"/>
            </a:p>
          </p:txBody>
        </p:sp>
        <p:sp>
          <p:nvSpPr>
            <p:cNvPr id="39" name="TextBox 39"/>
            <p:cNvSpPr txBox="1">
              <a:spLocks noChangeArrowheads="1"/>
            </p:cNvSpPr>
            <p:nvPr/>
          </p:nvSpPr>
          <p:spPr bwMode="auto">
            <a:xfrm>
              <a:off x="8095129" y="3563471"/>
              <a:ext cx="626421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false</a:t>
              </a:r>
              <a:endParaRPr lang="en-SG" sz="1200" i="1" dirty="0"/>
            </a:p>
          </p:txBody>
        </p:sp>
        <p:cxnSp>
          <p:nvCxnSpPr>
            <p:cNvPr id="40" name="Straight Arrow Connector 40"/>
            <p:cNvCxnSpPr>
              <a:cxnSpLocks noChangeShapeType="1"/>
            </p:cNvCxnSpPr>
            <p:nvPr/>
          </p:nvCxnSpPr>
          <p:spPr bwMode="auto">
            <a:xfrm flipH="1">
              <a:off x="7696821" y="4522697"/>
              <a:ext cx="1" cy="225144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41" name="Straight Connector 41"/>
            <p:cNvCxnSpPr>
              <a:cxnSpLocks noChangeShapeType="1"/>
            </p:cNvCxnSpPr>
            <p:nvPr/>
          </p:nvCxnSpPr>
          <p:spPr bwMode="auto">
            <a:xfrm rot="5400000">
              <a:off x="6741459" y="4442012"/>
              <a:ext cx="16136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2" name="Straight Arrow Connector 42"/>
            <p:cNvCxnSpPr>
              <a:cxnSpLocks noChangeShapeType="1"/>
            </p:cNvCxnSpPr>
            <p:nvPr/>
          </p:nvCxnSpPr>
          <p:spPr bwMode="auto">
            <a:xfrm>
              <a:off x="6822141" y="4509247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43" name="Straight Connector 43"/>
            <p:cNvCxnSpPr>
              <a:cxnSpLocks noChangeShapeType="1"/>
            </p:cNvCxnSpPr>
            <p:nvPr/>
          </p:nvCxnSpPr>
          <p:spPr bwMode="auto">
            <a:xfrm rot="10800000">
              <a:off x="8198225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4" name="Straight Arrow Connector 47"/>
            <p:cNvCxnSpPr>
              <a:cxnSpLocks noChangeShapeType="1"/>
            </p:cNvCxnSpPr>
            <p:nvPr/>
          </p:nvCxnSpPr>
          <p:spPr bwMode="auto">
            <a:xfrm rot="5400000">
              <a:off x="8386482" y="3903337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45" name="Flowchart: Process 44"/>
            <p:cNvSpPr/>
            <p:nvPr/>
          </p:nvSpPr>
          <p:spPr bwMode="auto">
            <a:xfrm>
              <a:off x="8104625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46" name="Straight Connector 49"/>
            <p:cNvCxnSpPr>
              <a:cxnSpLocks noChangeShapeType="1"/>
            </p:cNvCxnSpPr>
            <p:nvPr/>
          </p:nvCxnSpPr>
          <p:spPr bwMode="auto">
            <a:xfrm rot="5400000">
              <a:off x="8390965" y="4450977"/>
              <a:ext cx="17929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47" name="Straight Arrow Connector 51"/>
            <p:cNvCxnSpPr>
              <a:cxnSpLocks noChangeShapeType="1"/>
            </p:cNvCxnSpPr>
            <p:nvPr/>
          </p:nvCxnSpPr>
          <p:spPr bwMode="auto">
            <a:xfrm rot="10800000">
              <a:off x="7664824" y="4531659"/>
              <a:ext cx="820270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21EEE82A-4DB6-1D4F-9A03-5951F440FE93}"/>
              </a:ext>
            </a:extLst>
          </p:cNvPr>
          <p:cNvSpPr txBox="1"/>
          <p:nvPr/>
        </p:nvSpPr>
        <p:spPr>
          <a:xfrm>
            <a:off x="587376" y="1302555"/>
            <a:ext cx="5132852" cy="1477328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answer 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answer = n * factorial(n -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A14019-DDA0-4208-9F61-99DDC433B2BD}"/>
              </a:ext>
            </a:extLst>
          </p:cNvPr>
          <p:cNvSpPr txBox="1"/>
          <p:nvPr/>
        </p:nvSpPr>
        <p:spPr>
          <a:xfrm>
            <a:off x="587375" y="3591123"/>
            <a:ext cx="4597574" cy="120032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(v &lt;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v = -v;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flip the sign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cs1010_println_long(v);</a:t>
            </a:r>
          </a:p>
        </p:txBody>
      </p:sp>
      <p:grpSp>
        <p:nvGrpSpPr>
          <p:cNvPr id="28" name="Group 52">
            <a:extLst>
              <a:ext uri="{FF2B5EF4-FFF2-40B4-BE49-F238E27FC236}">
                <a16:creationId xmlns:a16="http://schemas.microsoft.com/office/drawing/2014/main" id="{6DC58495-9276-4141-8C72-3141FAA48D65}"/>
              </a:ext>
            </a:extLst>
          </p:cNvPr>
          <p:cNvGrpSpPr>
            <a:grpSpLocks/>
          </p:cNvGrpSpPr>
          <p:nvPr/>
        </p:nvGrpSpPr>
        <p:grpSpPr bwMode="auto">
          <a:xfrm>
            <a:off x="6293511" y="3310941"/>
            <a:ext cx="1787525" cy="1573212"/>
            <a:chOff x="6817659" y="820273"/>
            <a:chExt cx="1788459" cy="1573303"/>
          </a:xfrm>
        </p:grpSpPr>
        <p:sp>
          <p:nvSpPr>
            <p:cNvPr id="29" name="Flowchart: Decision 28">
              <a:extLst>
                <a:ext uri="{FF2B5EF4-FFF2-40B4-BE49-F238E27FC236}">
                  <a16:creationId xmlns:a16="http://schemas.microsoft.com/office/drawing/2014/main" id="{FC4C5933-B2F5-4C60-95B2-096787D10035}"/>
                </a:ext>
              </a:extLst>
            </p:cNvPr>
            <p:cNvSpPr/>
            <p:nvPr/>
          </p:nvSpPr>
          <p:spPr bwMode="auto">
            <a:xfrm>
              <a:off x="7476815" y="1196532"/>
              <a:ext cx="1129303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30" name="Straight Arrow Connector 13">
              <a:extLst>
                <a:ext uri="{FF2B5EF4-FFF2-40B4-BE49-F238E27FC236}">
                  <a16:creationId xmlns:a16="http://schemas.microsoft.com/office/drawing/2014/main" id="{78DAB3B7-A5FF-40F9-AFF0-BE4F192AA497}"/>
                </a:ext>
              </a:extLst>
            </p:cNvPr>
            <p:cNvCxnSpPr>
              <a:cxnSpLocks noChangeShapeType="1"/>
              <a:endCxn id="29" idx="0"/>
            </p:cNvCxnSpPr>
            <p:nvPr/>
          </p:nvCxnSpPr>
          <p:spPr bwMode="auto">
            <a:xfrm rot="5400000">
              <a:off x="7853086" y="1008530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48" name="TextBox 16">
              <a:extLst>
                <a:ext uri="{FF2B5EF4-FFF2-40B4-BE49-F238E27FC236}">
                  <a16:creationId xmlns:a16="http://schemas.microsoft.com/office/drawing/2014/main" id="{71808A35-3B52-4E71-8D1F-613837507E9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91719" y="1290918"/>
              <a:ext cx="712694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exp?</a:t>
              </a:r>
              <a:endParaRPr lang="en-SG" sz="1200" i="1" dirty="0"/>
            </a:p>
          </p:txBody>
        </p:sp>
        <p:cxnSp>
          <p:nvCxnSpPr>
            <p:cNvPr id="51" name="Straight Connector 19">
              <a:extLst>
                <a:ext uri="{FF2B5EF4-FFF2-40B4-BE49-F238E27FC236}">
                  <a16:creationId xmlns:a16="http://schemas.microsoft.com/office/drawing/2014/main" id="{354B2C0D-F342-411F-ABB8-9EC0422203C0}"/>
                </a:ext>
              </a:extLst>
            </p:cNvPr>
            <p:cNvCxnSpPr>
              <a:cxnSpLocks noChangeShapeType="1"/>
              <a:stCxn id="29" idx="1"/>
            </p:cNvCxnSpPr>
            <p:nvPr/>
          </p:nvCxnSpPr>
          <p:spPr bwMode="auto">
            <a:xfrm rot="10800000">
              <a:off x="7207625" y="1438836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52" name="Straight Arrow Connector 21">
              <a:extLst>
                <a:ext uri="{FF2B5EF4-FFF2-40B4-BE49-F238E27FC236}">
                  <a16:creationId xmlns:a16="http://schemas.microsoft.com/office/drawing/2014/main" id="{65622F6F-A879-483D-916A-2D3A97E7885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7100047" y="1532964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9CE4D09C-17E4-46E9-BDB3-75869D51106A}"/>
                </a:ext>
              </a:extLst>
            </p:cNvPr>
            <p:cNvSpPr/>
            <p:nvPr/>
          </p:nvSpPr>
          <p:spPr bwMode="auto">
            <a:xfrm>
              <a:off x="6817659" y="1653758"/>
              <a:ext cx="752868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54" name="TextBox 24">
              <a:extLst>
                <a:ext uri="{FF2B5EF4-FFF2-40B4-BE49-F238E27FC236}">
                  <a16:creationId xmlns:a16="http://schemas.microsoft.com/office/drawing/2014/main" id="{660FC6E4-3A42-4DD0-B2D9-CE278C7F1A0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091084" y="1147482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true</a:t>
              </a:r>
              <a:endParaRPr lang="en-SG" sz="1200" i="1" dirty="0"/>
            </a:p>
          </p:txBody>
        </p:sp>
        <p:sp>
          <p:nvSpPr>
            <p:cNvPr id="55" name="TextBox 25">
              <a:extLst>
                <a:ext uri="{FF2B5EF4-FFF2-40B4-BE49-F238E27FC236}">
                  <a16:creationId xmlns:a16="http://schemas.microsoft.com/office/drawing/2014/main" id="{6AD50E3B-D58F-4706-8F12-825A6AA8A1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956177" y="1716741"/>
              <a:ext cx="593714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false</a:t>
              </a:r>
              <a:endParaRPr lang="en-SG" sz="1200" i="1" dirty="0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D25BAB2-93E8-4D4D-AB3D-3F92C2CA5D26}"/>
                </a:ext>
              </a:extLst>
            </p:cNvPr>
            <p:cNvCxnSpPr>
              <a:cxnSpLocks noChangeShapeType="1"/>
              <a:stCxn id="29" idx="2"/>
            </p:cNvCxnSpPr>
            <p:nvPr/>
          </p:nvCxnSpPr>
          <p:spPr bwMode="auto">
            <a:xfrm rot="5400000">
              <a:off x="7684995" y="2037229"/>
              <a:ext cx="699246" cy="1344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57" name="Straight Connector 29">
              <a:extLst>
                <a:ext uri="{FF2B5EF4-FFF2-40B4-BE49-F238E27FC236}">
                  <a16:creationId xmlns:a16="http://schemas.microsoft.com/office/drawing/2014/main" id="{BDB98A6F-4360-4DF4-BD45-A66BF7A57AA6}"/>
                </a:ext>
              </a:extLst>
            </p:cNvPr>
            <p:cNvCxnSpPr>
              <a:cxnSpLocks noChangeShapeType="1"/>
              <a:stCxn id="53" idx="2"/>
            </p:cNvCxnSpPr>
            <p:nvPr/>
          </p:nvCxnSpPr>
          <p:spPr bwMode="auto">
            <a:xfrm rot="5400000">
              <a:off x="7113495" y="2070847"/>
              <a:ext cx="161364" cy="1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58" name="Straight Arrow Connector 31">
              <a:extLst>
                <a:ext uri="{FF2B5EF4-FFF2-40B4-BE49-F238E27FC236}">
                  <a16:creationId xmlns:a16="http://schemas.microsoft.com/office/drawing/2014/main" id="{DF8C4210-3D97-42C9-8160-05B4C16EFF8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194177" y="2138082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3E774AC-99B8-01FF-4017-10E1E9E95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D89586-C97A-2AC4-E199-43CAB13D8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863236-43A8-3934-DC5B-8FA3959DC7D6}"/>
              </a:ext>
            </a:extLst>
          </p:cNvPr>
          <p:cNvSpPr txBox="1"/>
          <p:nvPr/>
        </p:nvSpPr>
        <p:spPr>
          <a:xfrm>
            <a:off x="4263245" y="4628674"/>
            <a:ext cx="1573306" cy="369332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Skipping else</a:t>
            </a:r>
          </a:p>
        </p:txBody>
      </p:sp>
    </p:spTree>
    <p:extLst>
      <p:ext uri="{BB962C8B-B14F-4D97-AF65-F5344CB8AC3E}">
        <p14:creationId xmlns:p14="http://schemas.microsoft.com/office/powerpoint/2010/main" val="165998376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ACC6-0C9E-2340-1063-8144AF9C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CF49D8F8-23D3-2ED5-1FFD-2AB53EE54B5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B4BA0C-A2AE-CB00-D0B5-0D1E7F70D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44DF28-F7AD-8416-8002-CE079859D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2BA9F7-8ABC-C249-C4A8-B63BA39380B5}"/>
              </a:ext>
            </a:extLst>
          </p:cNvPr>
          <p:cNvSpPr txBox="1"/>
          <p:nvPr/>
        </p:nvSpPr>
        <p:spPr>
          <a:xfrm>
            <a:off x="587375" y="1386963"/>
            <a:ext cx="2608001" cy="400110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sz="2000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(n == </a:t>
            </a:r>
            <a:r>
              <a:rPr lang="en-US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…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53A6D9-B306-37B1-2037-978D2AAA6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985285"/>
            <a:ext cx="8229600" cy="3201674"/>
          </a:xfrm>
        </p:spPr>
        <p:txBody>
          <a:bodyPr>
            <a:no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(Simple) Logical expressions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&lt;exp&gt; </a:t>
            </a:r>
            <a:r>
              <a:rPr lang="en-US" sz="2400" dirty="0" err="1"/>
              <a:t>comp_op</a:t>
            </a:r>
            <a:r>
              <a:rPr lang="en-US" sz="2400" dirty="0"/>
              <a:t> &lt;exp&gt;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&lt;exp&gt;: math expressions, variables, values, function calls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 err="1"/>
              <a:t>comp_op</a:t>
            </a:r>
            <a:r>
              <a:rPr lang="en-US" sz="2400" dirty="0"/>
              <a:t>: ==, !=, &gt;, &gt;=, &lt;, &lt;=</a:t>
            </a:r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800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800" dirty="0"/>
              <a:t>Examples</a:t>
            </a:r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2</a:t>
            </a:r>
            <a:r>
              <a:rPr lang="en-US" sz="2400" b="1" dirty="0">
                <a:latin typeface="Courier" pitchFamily="2" charset="0"/>
              </a:rPr>
              <a:t> &lt;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3</a:t>
            </a:r>
            <a:r>
              <a:rPr lang="en-US" sz="2400" b="1" dirty="0">
                <a:latin typeface="Courier" pitchFamily="2" charset="0"/>
              </a:rPr>
              <a:t>,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5</a:t>
            </a:r>
            <a:r>
              <a:rPr lang="en-US" sz="2400" b="1" dirty="0">
                <a:latin typeface="Courier" pitchFamily="2" charset="0"/>
              </a:rPr>
              <a:t> &gt; n, n %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2</a:t>
            </a:r>
            <a:r>
              <a:rPr lang="en-US" sz="2400" b="1" dirty="0">
                <a:latin typeface="Courier" pitchFamily="2" charset="0"/>
              </a:rPr>
              <a:t> != </a:t>
            </a:r>
            <a:r>
              <a:rPr lang="en-US" sz="2400" b="1" dirty="0">
                <a:solidFill>
                  <a:srgbClr val="C00000"/>
                </a:solidFill>
                <a:latin typeface="Courier" pitchFamily="2" charset="0"/>
              </a:rPr>
              <a:t>0</a:t>
            </a:r>
            <a:r>
              <a:rPr lang="en-US" sz="2400" b="1" dirty="0">
                <a:latin typeface="Courier" pitchFamily="2" charset="0"/>
              </a:rPr>
              <a:t>, </a:t>
            </a:r>
            <a:br>
              <a:rPr lang="en-US" sz="2400" b="1" dirty="0">
                <a:latin typeface="Courier" pitchFamily="2" charset="0"/>
              </a:rPr>
            </a:br>
            <a:r>
              <a:rPr lang="en-US" sz="2400" b="1" dirty="0">
                <a:latin typeface="Courier" pitchFamily="2" charset="0"/>
              </a:rPr>
              <a:t>n == </a:t>
            </a:r>
            <a:r>
              <a:rPr lang="en-US" altLang="zh-CN" sz="2400" b="1" dirty="0">
                <a:latin typeface="Courier" pitchFamily="2" charset="0"/>
              </a:rPr>
              <a:t>square(x)</a:t>
            </a:r>
            <a:r>
              <a:rPr lang="en-US" sz="2400" b="1" dirty="0">
                <a:latin typeface="Courier" pitchFamily="2" charset="0"/>
              </a:rPr>
              <a:t>…</a:t>
            </a:r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11699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1D5F5-F115-FE08-CD47-D55608164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0ED6311F-D45C-9CD2-A994-AE4D91196F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8C1AAB-CCDF-D2E4-DB5F-348FB0F2A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65C450-A697-E59F-D205-8999E00E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015ED7C-2537-3CF1-A98D-59B32710411C}"/>
              </a:ext>
            </a:extLst>
          </p:cNvPr>
          <p:cNvSpPr txBox="1">
            <a:spLocks noChangeArrowheads="1"/>
          </p:cNvSpPr>
          <p:nvPr/>
        </p:nvSpPr>
        <p:spPr>
          <a:xfrm>
            <a:off x="352425" y="1248509"/>
            <a:ext cx="8397875" cy="5543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olidFill>
                  <a:srgbClr val="C00000"/>
                </a:solidFill>
              </a:rPr>
              <a:t>&amp;&amp;</a:t>
            </a:r>
            <a:r>
              <a:rPr lang="en-US" dirty="0"/>
              <a:t> (and), </a:t>
            </a:r>
            <a:r>
              <a:rPr lang="en-US" dirty="0">
                <a:solidFill>
                  <a:srgbClr val="C00000"/>
                </a:solidFill>
              </a:rPr>
              <a:t>||</a:t>
            </a:r>
            <a:r>
              <a:rPr lang="en-US" dirty="0"/>
              <a:t> (or), </a:t>
            </a:r>
            <a:r>
              <a:rPr lang="en-US" dirty="0">
                <a:solidFill>
                  <a:srgbClr val="C00000"/>
                </a:solidFill>
              </a:rPr>
              <a:t>!</a:t>
            </a:r>
            <a:r>
              <a:rPr lang="en-US" dirty="0"/>
              <a:t> (not) 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For creating complex logical expression</a:t>
            </a:r>
            <a:endParaRPr lang="en-SG" dirty="0"/>
          </a:p>
          <a:p>
            <a:pPr marL="0" indent="0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2000" dirty="0"/>
          </a:p>
          <a:p>
            <a:pPr marL="0" indent="0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endParaRPr lang="en-SG" sz="2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Example: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Gen Z is the generation of people who was born </a:t>
            </a:r>
            <a:r>
              <a:rPr lang="en-US" sz="1800" dirty="0">
                <a:highlight>
                  <a:srgbClr val="FFFF00"/>
                </a:highlight>
              </a:rPr>
              <a:t>between 1995</a:t>
            </a:r>
            <a:r>
              <a:rPr lang="en-US" sz="1800" dirty="0">
                <a:solidFill>
                  <a:srgbClr val="C00000"/>
                </a:solidFill>
                <a:highlight>
                  <a:srgbClr val="FFFF00"/>
                </a:highlight>
              </a:rPr>
              <a:t> and </a:t>
            </a:r>
            <a:r>
              <a:rPr lang="en-US" sz="1800" dirty="0">
                <a:highlight>
                  <a:srgbClr val="FFFF00"/>
                </a:highlight>
              </a:rPr>
              <a:t>2005</a:t>
            </a:r>
            <a:r>
              <a:rPr lang="en-US" sz="1800" dirty="0"/>
              <a:t>… </a:t>
            </a:r>
            <a:r>
              <a:rPr lang="en-US" sz="1800" dirty="0">
                <a:sym typeface="Wingdings" panose="05000000000000000000" pitchFamily="2" charset="2"/>
              </a:rPr>
              <a:t> 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(</a:t>
            </a:r>
            <a:r>
              <a:rPr lang="en-US" sz="1800" dirty="0" err="1">
                <a:highlight>
                  <a:srgbClr val="FFFF00"/>
                </a:highlight>
                <a:sym typeface="Wingdings" panose="05000000000000000000" pitchFamily="2" charset="2"/>
              </a:rPr>
              <a:t>birth_year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  &gt;= 1995) </a:t>
            </a:r>
            <a:r>
              <a:rPr lang="en-US" sz="1800" dirty="0">
                <a:solidFill>
                  <a:srgbClr val="C00000"/>
                </a:solidFill>
                <a:highlight>
                  <a:srgbClr val="FFFF00"/>
                </a:highlight>
                <a:sym typeface="Wingdings" panose="05000000000000000000" pitchFamily="2" charset="2"/>
              </a:rPr>
              <a:t>&amp;&amp;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 (</a:t>
            </a:r>
            <a:r>
              <a:rPr lang="en-US" sz="1800" dirty="0" err="1">
                <a:highlight>
                  <a:srgbClr val="FFFF00"/>
                </a:highlight>
                <a:sym typeface="Wingdings" panose="05000000000000000000" pitchFamily="2" charset="2"/>
              </a:rPr>
              <a:t>birth_year</a:t>
            </a:r>
            <a:r>
              <a:rPr lang="en-US" sz="1800" dirty="0">
                <a:highlight>
                  <a:srgbClr val="FFFF00"/>
                </a:highlight>
                <a:sym typeface="Wingdings" panose="05000000000000000000" pitchFamily="2" charset="2"/>
              </a:rPr>
              <a:t> &lt;= 2005)</a:t>
            </a:r>
            <a:endParaRPr lang="en-US" sz="1800" dirty="0">
              <a:highlight>
                <a:srgbClr val="FFFF00"/>
              </a:highlight>
            </a:endParaRPr>
          </a:p>
        </p:txBody>
      </p:sp>
      <p:graphicFrame>
        <p:nvGraphicFramePr>
          <p:cNvPr id="9" name="Group 44">
            <a:extLst>
              <a:ext uri="{FF2B5EF4-FFF2-40B4-BE49-F238E27FC236}">
                <a16:creationId xmlns:a16="http://schemas.microsoft.com/office/drawing/2014/main" id="{8061167C-29F1-7DB3-3745-BE09B20BF85F}"/>
              </a:ext>
            </a:extLst>
          </p:cNvPr>
          <p:cNvGraphicFramePr>
            <a:graphicFrameLocks/>
          </p:cNvGraphicFramePr>
          <p:nvPr/>
        </p:nvGraphicFramePr>
        <p:xfrm>
          <a:off x="847725" y="2241086"/>
          <a:ext cx="4638675" cy="1676400"/>
        </p:xfrm>
        <a:graphic>
          <a:graphicData uri="http://schemas.openxmlformats.org/drawingml/2006/table">
            <a:tbl>
              <a:tblPr/>
              <a:tblGrid>
                <a:gridCol w="74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2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3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23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B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 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&amp;&amp;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B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 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||</a:t>
                      </a:r>
                      <a:r>
                        <a:rPr kumimoji="0" lang="en-US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 B</a:t>
                      </a:r>
                      <a:endParaRPr kumimoji="0" lang="en-SG" sz="16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!</a:t>
                      </a:r>
                      <a:r>
                        <a:rPr kumimoji="0" 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A</a:t>
                      </a:r>
                      <a:endParaRPr kumimoji="0" lang="en-SG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4963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True</a:t>
                      </a:r>
                      <a:endParaRPr kumimoji="0" lang="en-SG" sz="16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bg2"/>
                        </a:buClr>
                        <a:buSzPct val="75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" pitchFamily="34" charset="0"/>
                          <a:cs typeface="Arial" pitchFamily="34" charset="0"/>
                        </a:rPr>
                        <a:t>False</a:t>
                      </a:r>
                      <a:endParaRPr kumimoji="0" lang="en-SG" sz="16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5713297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Nested </a:t>
            </a:r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if-else</a:t>
            </a:r>
            <a:r>
              <a:rPr lang="en-GB" sz="3600" dirty="0">
                <a:solidFill>
                  <a:srgbClr val="0000FF"/>
                </a:solidFill>
              </a:rPr>
              <a:t> Statements 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9DD0F7-7371-46CC-B55A-367690ADD30F}"/>
              </a:ext>
            </a:extLst>
          </p:cNvPr>
          <p:cNvSpPr txBox="1"/>
          <p:nvPr/>
        </p:nvSpPr>
        <p:spPr>
          <a:xfrm>
            <a:off x="844357" y="1725915"/>
            <a:ext cx="3374717" cy="424731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 print "A"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"B"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"C"    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// print "D"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56183A9-02FF-6E4F-2E45-78B08FD8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B28BC9-1FE9-028A-C44D-9B5F11086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11997C-7AE4-B7F4-0AC7-D6004189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429" y="4572001"/>
            <a:ext cx="4864998" cy="17601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84272F-43F6-D92E-C5BA-41718B6D3A71}"/>
              </a:ext>
            </a:extLst>
          </p:cNvPr>
          <p:cNvSpPr txBox="1"/>
          <p:nvPr/>
        </p:nvSpPr>
        <p:spPr>
          <a:xfrm>
            <a:off x="6747253" y="2016598"/>
            <a:ext cx="1945227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Dependent on previous checks.</a:t>
            </a:r>
          </a:p>
          <a:p>
            <a:r>
              <a:rPr lang="en-US" dirty="0"/>
              <a:t>With nesting.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F7819A-021F-02A2-8653-D32DC0219D4E}"/>
              </a:ext>
            </a:extLst>
          </p:cNvPr>
          <p:cNvSpPr txBox="1"/>
          <p:nvPr/>
        </p:nvSpPr>
        <p:spPr>
          <a:xfrm>
            <a:off x="3811825" y="5466302"/>
            <a:ext cx="1258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highlight>
                  <a:srgbClr val="FFFF00"/>
                </a:highlight>
              </a:rPr>
              <a:t>Less than 8</a:t>
            </a:r>
            <a:endParaRPr lang="en-SG" sz="1600" i="1" dirty="0">
              <a:highlight>
                <a:srgbClr val="FFFF00"/>
              </a:highlight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D473E2-4B39-28CB-1270-CD3A8C39053F}"/>
              </a:ext>
            </a:extLst>
          </p:cNvPr>
          <p:cNvSpPr txBox="1"/>
          <p:nvPr/>
        </p:nvSpPr>
        <p:spPr>
          <a:xfrm>
            <a:off x="5112758" y="5792303"/>
            <a:ext cx="1258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highlight>
                  <a:srgbClr val="FFFF00"/>
                </a:highlight>
              </a:rPr>
              <a:t>Less than 5</a:t>
            </a:r>
            <a:endParaRPr lang="en-SG" sz="1600" i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4054071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Ex: CS1010 Schedule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/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Problem: Print the CS1010 schedule based on </a:t>
            </a:r>
            <a:r>
              <a:rPr lang="en-US" sz="2400" dirty="0">
                <a:solidFill>
                  <a:srgbClr val="0000FF"/>
                </a:solidFill>
              </a:rPr>
              <a:t>day </a:t>
            </a:r>
            <a:r>
              <a:rPr lang="en-US" sz="2400" dirty="0"/>
              <a:t>(1/2/3/4/5) and </a:t>
            </a:r>
            <a:r>
              <a:rPr lang="en-US" sz="2400" dirty="0">
                <a:solidFill>
                  <a:srgbClr val="0000FF"/>
                </a:solidFill>
              </a:rPr>
              <a:t>time </a:t>
            </a:r>
            <a:r>
              <a:rPr lang="en-US" sz="2400" dirty="0"/>
              <a:t>(1000/1100/…)</a:t>
            </a:r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742EBA-8F43-4310-AD68-B4660B9ECF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508412"/>
              </p:ext>
            </p:extLst>
          </p:nvPr>
        </p:nvGraphicFramePr>
        <p:xfrm>
          <a:off x="518274" y="2181163"/>
          <a:ext cx="8072057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053">
                  <a:extLst>
                    <a:ext uri="{9D8B030D-6E8A-4147-A177-3AD203B41FA5}">
                      <a16:colId xmlns:a16="http://schemas.microsoft.com/office/drawing/2014/main" val="1347842338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099576626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635334105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542296081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238321943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1166016308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9156304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386292107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30602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53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 (Mon)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146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 (Tue)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81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3 (Wed)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010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4 (Thu)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964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(Fri)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86825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8DA87BB-C4AB-4A3F-B99E-7CAF8E3AC1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057972"/>
              </p:ext>
            </p:extLst>
          </p:nvPr>
        </p:nvGraphicFramePr>
        <p:xfrm>
          <a:off x="1511564" y="4488600"/>
          <a:ext cx="5189220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313180">
                  <a:extLst>
                    <a:ext uri="{9D8B030D-6E8A-4147-A177-3AD203B41FA5}">
                      <a16:colId xmlns:a16="http://schemas.microsoft.com/office/drawing/2014/main" val="2631727857"/>
                    </a:ext>
                  </a:extLst>
                </a:gridCol>
                <a:gridCol w="1275080">
                  <a:extLst>
                    <a:ext uri="{9D8B030D-6E8A-4147-A177-3AD203B41FA5}">
                      <a16:colId xmlns:a16="http://schemas.microsoft.com/office/drawing/2014/main" val="3644794925"/>
                    </a:ext>
                  </a:extLst>
                </a:gridCol>
                <a:gridCol w="2189480">
                  <a:extLst>
                    <a:ext uri="{9D8B030D-6E8A-4147-A177-3AD203B41FA5}">
                      <a16:colId xmlns:a16="http://schemas.microsoft.com/office/drawing/2014/main" val="3062032141"/>
                    </a:ext>
                  </a:extLst>
                </a:gridCol>
                <a:gridCol w="411480">
                  <a:extLst>
                    <a:ext uri="{9D8B030D-6E8A-4147-A177-3AD203B41FA5}">
                      <a16:colId xmlns:a16="http://schemas.microsoft.com/office/drawing/2014/main" val="23089048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Condition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Output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1" dirty="0">
                        <a:effectLst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1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72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00FF"/>
                          </a:solidFill>
                          <a:effectLst/>
                        </a:rPr>
                        <a:t>day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  <a:effectLst/>
                        </a:rPr>
                        <a:t> &gt;= 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C00000"/>
                          </a:solidFill>
                          <a:effectLst/>
                        </a:rPr>
                        <a:t>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1371937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solidFill>
                            <a:srgbClr val="0000FF"/>
                          </a:solidFill>
                          <a:effectLst/>
                        </a:rPr>
                        <a:t>day</a:t>
                      </a:r>
                      <a:r>
                        <a:rPr lang="en-US" b="0" dirty="0">
                          <a:effectLst/>
                        </a:rPr>
                        <a:t> is 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00FF"/>
                          </a:solidFill>
                          <a:effectLst/>
                        </a:rPr>
                        <a:t>time</a:t>
                      </a:r>
                      <a:r>
                        <a:rPr lang="en-US" b="0" dirty="0">
                          <a:effectLst/>
                        </a:rPr>
                        <a:t> is before 1200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6600"/>
                          </a:solidFill>
                          <a:effectLst/>
                        </a:rPr>
                        <a:t>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8167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0" dirty="0"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6600"/>
                          </a:solidFill>
                          <a:effectLst/>
                        </a:rPr>
                        <a:t>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68494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00FF"/>
                          </a:solidFill>
                          <a:effectLst/>
                        </a:rPr>
                        <a:t>time </a:t>
                      </a:r>
                      <a:r>
                        <a:rPr lang="en-US" b="0" dirty="0">
                          <a:effectLst/>
                        </a:rPr>
                        <a:t>is before 1400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effectLst/>
                        </a:rPr>
                        <a:t>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895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fontAlgn="t"/>
                      <a:endParaRPr lang="en-US" b="0" dirty="0"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effectLst/>
                        </a:rPr>
                        <a:t>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785638"/>
                  </a:ext>
                </a:extLst>
              </a:tr>
            </a:tbl>
          </a:graphicData>
        </a:graphic>
      </p:graphicFrame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054DF41-564D-6202-B9BD-7D488AD2E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D4E90E-B741-C1B5-17BD-F432ED0E4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B7F37B3-5BB1-B490-4BCC-29215AB95EF8}"/>
              </a:ext>
            </a:extLst>
          </p:cNvPr>
          <p:cNvSpPr/>
          <p:nvPr/>
        </p:nvSpPr>
        <p:spPr>
          <a:xfrm>
            <a:off x="1523139" y="4892261"/>
            <a:ext cx="1131684" cy="271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AB06B2-DD4B-A124-FA1F-055A51FD9ABF}"/>
              </a:ext>
            </a:extLst>
          </p:cNvPr>
          <p:cNvSpPr/>
          <p:nvPr/>
        </p:nvSpPr>
        <p:spPr>
          <a:xfrm>
            <a:off x="2863158" y="5293325"/>
            <a:ext cx="1131684" cy="271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801A0B-5529-A935-19EC-3E026FAC0563}"/>
              </a:ext>
            </a:extLst>
          </p:cNvPr>
          <p:cNvSpPr/>
          <p:nvPr/>
        </p:nvSpPr>
        <p:spPr>
          <a:xfrm>
            <a:off x="4188260" y="6006782"/>
            <a:ext cx="1993465" cy="271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51790-E3D9-F8AE-B363-F6DF38991287}"/>
              </a:ext>
            </a:extLst>
          </p:cNvPr>
          <p:cNvSpPr/>
          <p:nvPr/>
        </p:nvSpPr>
        <p:spPr>
          <a:xfrm>
            <a:off x="4188260" y="5274275"/>
            <a:ext cx="1993465" cy="271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34D5EF-BBED-3232-D338-FCB7135E9132}"/>
              </a:ext>
            </a:extLst>
          </p:cNvPr>
          <p:cNvSpPr/>
          <p:nvPr/>
        </p:nvSpPr>
        <p:spPr>
          <a:xfrm>
            <a:off x="1652420" y="3319331"/>
            <a:ext cx="6856240" cy="10716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0CE7D7-09C3-05C1-5D54-D8201818F8FC}"/>
              </a:ext>
            </a:extLst>
          </p:cNvPr>
          <p:cNvSpPr/>
          <p:nvPr/>
        </p:nvSpPr>
        <p:spPr>
          <a:xfrm>
            <a:off x="1652420" y="2913880"/>
            <a:ext cx="6856240" cy="369239"/>
          </a:xfrm>
          <a:prstGeom prst="rect">
            <a:avLst/>
          </a:prstGeom>
          <a:noFill/>
          <a:ln>
            <a:solidFill>
              <a:srgbClr val="00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932945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72796-2368-5E84-1BAD-A778E1DC3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404AAE4A-10F4-7346-CDAC-B5DCF3A66E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Ex: CS1010 Schedule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>
            <a:extLst>
              <a:ext uri="{FF2B5EF4-FFF2-40B4-BE49-F238E27FC236}">
                <a16:creationId xmlns:a16="http://schemas.microsoft.com/office/drawing/2014/main" id="{A09E8DD5-7A68-51BC-B096-4821F0838F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536ABAE-BC4F-EF73-3AA9-CA379D861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D82E12-E8A9-17BC-3888-9282E99F4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FB242A-F743-B8BF-FE96-D451B7E9B21C}"/>
              </a:ext>
            </a:extLst>
          </p:cNvPr>
          <p:cNvSpPr txBox="1"/>
          <p:nvPr/>
        </p:nvSpPr>
        <p:spPr>
          <a:xfrm>
            <a:off x="844356" y="1302403"/>
            <a:ext cx="6775643" cy="4801314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(day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"N"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(day ==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(time &lt;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1200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"L"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(time &lt;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1400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78692-4D73-1A24-22DC-45FF1F264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77" y="4729492"/>
            <a:ext cx="4085913" cy="1818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66487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i="1" dirty="0">
                <a:solidFill>
                  <a:srgbClr val="0000FF"/>
                </a:solidFill>
                <a:latin typeface="Garamond" panose="02020404030301010803" pitchFamily="18" charset="0"/>
              </a:rPr>
              <a:t>if-(else-if-)else…</a:t>
            </a:r>
            <a:r>
              <a:rPr lang="en-GB" sz="3600" dirty="0">
                <a:solidFill>
                  <a:srgbClr val="0000FF"/>
                </a:solidFill>
              </a:rPr>
              <a:t> Statements 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3384550"/>
          </a:xfrm>
        </p:spPr>
        <p:txBody>
          <a:bodyPr/>
          <a:lstStyle/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sz="2400" dirty="0"/>
              <a:t>Problem: Print a letter grade based on a score</a:t>
            </a:r>
            <a:endParaRPr lang="en-US" sz="2800" dirty="0"/>
          </a:p>
          <a:p>
            <a:pPr marL="274320" lvl="1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sz="2400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621983" lvl="1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9DD0F7-7371-46CC-B55A-367690ADD30F}"/>
              </a:ext>
            </a:extLst>
          </p:cNvPr>
          <p:cNvSpPr txBox="1"/>
          <p:nvPr/>
        </p:nvSpPr>
        <p:spPr>
          <a:xfrm>
            <a:off x="844357" y="1725915"/>
            <a:ext cx="4109480" cy="313932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"A"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print "B"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(score &gt;=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// print "C"     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// print "D"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7345B35-B736-ADB2-D15A-588CF0F77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865E46-A579-1B0C-AE3F-8D1788B9C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D67AB4-40C4-C066-C8DD-3E0BAE683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8369" y="4260834"/>
            <a:ext cx="3499407" cy="195698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D91C272-7755-DEF6-EACA-E2612F39B8B1}"/>
              </a:ext>
            </a:extLst>
          </p:cNvPr>
          <p:cNvSpPr txBox="1"/>
          <p:nvPr/>
        </p:nvSpPr>
        <p:spPr>
          <a:xfrm>
            <a:off x="6741573" y="2017444"/>
            <a:ext cx="1945227" cy="923330"/>
          </a:xfrm>
          <a:prstGeom prst="rect">
            <a:avLst/>
          </a:prstGeom>
          <a:solidFill>
            <a:srgbClr val="FFFF99"/>
          </a:solidFill>
          <a:ln w="127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Dependent on previous checks.</a:t>
            </a:r>
          </a:p>
          <a:p>
            <a:r>
              <a:rPr lang="en-US" dirty="0"/>
              <a:t>No nesting.</a:t>
            </a:r>
          </a:p>
        </p:txBody>
      </p:sp>
    </p:spTree>
    <p:extLst>
      <p:ext uri="{BB962C8B-B14F-4D97-AF65-F5344CB8AC3E}">
        <p14:creationId xmlns:p14="http://schemas.microsoft.com/office/powerpoint/2010/main" val="68653227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Ex: CS1010 Schedule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/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r>
              <a:rPr lang="en-US" sz="2400" dirty="0"/>
              <a:t>Problem: Print the CS1010 schedule based on </a:t>
            </a:r>
            <a:r>
              <a:rPr lang="en-US" sz="2400" dirty="0">
                <a:solidFill>
                  <a:srgbClr val="0000FF"/>
                </a:solidFill>
              </a:rPr>
              <a:t>day </a:t>
            </a:r>
            <a:r>
              <a:rPr lang="en-US" sz="2400" dirty="0"/>
              <a:t>(1/2/3/4/5) and </a:t>
            </a:r>
            <a:r>
              <a:rPr lang="en-US" sz="2400" dirty="0">
                <a:solidFill>
                  <a:srgbClr val="0000FF"/>
                </a:solidFill>
              </a:rPr>
              <a:t>time </a:t>
            </a:r>
            <a:r>
              <a:rPr lang="en-US" sz="2400" dirty="0"/>
              <a:t>(1000/1100/…)</a:t>
            </a:r>
          </a:p>
          <a:p>
            <a:pPr lvl="1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E742EBA-8F43-4310-AD68-B4660B9ECF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6000963"/>
              </p:ext>
            </p:extLst>
          </p:nvPr>
        </p:nvGraphicFramePr>
        <p:xfrm>
          <a:off x="550548" y="2181163"/>
          <a:ext cx="8089075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053">
                  <a:extLst>
                    <a:ext uri="{9D8B030D-6E8A-4147-A177-3AD203B41FA5}">
                      <a16:colId xmlns:a16="http://schemas.microsoft.com/office/drawing/2014/main" val="1347842338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099576626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1635334105"/>
                    </a:ext>
                  </a:extLst>
                </a:gridCol>
                <a:gridCol w="999871">
                  <a:extLst>
                    <a:ext uri="{9D8B030D-6E8A-4147-A177-3AD203B41FA5}">
                      <a16:colId xmlns:a16="http://schemas.microsoft.com/office/drawing/2014/main" val="1542296081"/>
                    </a:ext>
                  </a:extLst>
                </a:gridCol>
                <a:gridCol w="966183">
                  <a:extLst>
                    <a:ext uri="{9D8B030D-6E8A-4147-A177-3AD203B41FA5}">
                      <a16:colId xmlns:a16="http://schemas.microsoft.com/office/drawing/2014/main" val="2383219434"/>
                    </a:ext>
                  </a:extLst>
                </a:gridCol>
                <a:gridCol w="788068">
                  <a:extLst>
                    <a:ext uri="{9D8B030D-6E8A-4147-A177-3AD203B41FA5}">
                      <a16:colId xmlns:a16="http://schemas.microsoft.com/office/drawing/2014/main" val="1166016308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9156304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3862921074"/>
                    </a:ext>
                  </a:extLst>
                </a:gridCol>
                <a:gridCol w="754380">
                  <a:extLst>
                    <a:ext uri="{9D8B030D-6E8A-4147-A177-3AD203B41FA5}">
                      <a16:colId xmlns:a16="http://schemas.microsoft.com/office/drawing/2014/main" val="830602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1700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95354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1 (Mon)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Tutorial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9146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2 (Tue)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781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3 (Wed)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7010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4 (Thu)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09645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5 (Fri)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7868255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DC5F05D-202E-4474-8067-C5632E06F8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57779"/>
              </p:ext>
            </p:extLst>
          </p:nvPr>
        </p:nvGraphicFramePr>
        <p:xfrm>
          <a:off x="1483762" y="4572000"/>
          <a:ext cx="4988560" cy="14630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992880">
                  <a:extLst>
                    <a:ext uri="{9D8B030D-6E8A-4147-A177-3AD203B41FA5}">
                      <a16:colId xmlns:a16="http://schemas.microsoft.com/office/drawing/2014/main" val="2631727857"/>
                    </a:ext>
                  </a:extLst>
                </a:gridCol>
                <a:gridCol w="995680">
                  <a:extLst>
                    <a:ext uri="{9D8B030D-6E8A-4147-A177-3AD203B41FA5}">
                      <a16:colId xmlns:a16="http://schemas.microsoft.com/office/drawing/2014/main" val="36447949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Condition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Output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72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C00000"/>
                          </a:solidFill>
                          <a:effectLst/>
                        </a:rPr>
                        <a:t>day is 1 and time is before 1400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C00000"/>
                          </a:solidFill>
                          <a:effectLst/>
                        </a:rPr>
                        <a:t>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371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6600"/>
                          </a:solidFill>
                          <a:effectLst/>
                        </a:rPr>
                        <a:t>Else day is 2 and time is before 1200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6600"/>
                          </a:solidFill>
                          <a:effectLst/>
                        </a:rPr>
                        <a:t>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816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7179377"/>
                  </a:ext>
                </a:extLst>
              </a:tr>
            </a:tbl>
          </a:graphicData>
        </a:graphic>
      </p:graphicFrame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DAF32CB-4351-CA98-C564-E4BF93DB8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F54E3F-28C9-0180-8809-5C3D38133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0A7E61-AD5C-A434-B3B5-A8C3C86FF130}"/>
              </a:ext>
            </a:extLst>
          </p:cNvPr>
          <p:cNvSpPr/>
          <p:nvPr/>
        </p:nvSpPr>
        <p:spPr>
          <a:xfrm>
            <a:off x="1513407" y="4970956"/>
            <a:ext cx="3439594" cy="271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4A532E-7E5E-B762-6C64-7DA215D56244}"/>
              </a:ext>
            </a:extLst>
          </p:cNvPr>
          <p:cNvSpPr/>
          <p:nvPr/>
        </p:nvSpPr>
        <p:spPr>
          <a:xfrm>
            <a:off x="2085974" y="5357672"/>
            <a:ext cx="3286125" cy="2716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68060B-B4C6-4F3F-F68D-FCBDB6968AF5}"/>
              </a:ext>
            </a:extLst>
          </p:cNvPr>
          <p:cNvSpPr/>
          <p:nvPr/>
        </p:nvSpPr>
        <p:spPr>
          <a:xfrm>
            <a:off x="1677400" y="2564537"/>
            <a:ext cx="3875889" cy="2987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C8989F-EDA0-E1DE-9505-1300AE57D9D3}"/>
              </a:ext>
            </a:extLst>
          </p:cNvPr>
          <p:cNvSpPr/>
          <p:nvPr/>
        </p:nvSpPr>
        <p:spPr>
          <a:xfrm>
            <a:off x="1677400" y="2938131"/>
            <a:ext cx="1875076" cy="298732"/>
          </a:xfrm>
          <a:prstGeom prst="rect">
            <a:avLst/>
          </a:prstGeom>
          <a:noFill/>
          <a:ln>
            <a:solidFill>
              <a:srgbClr val="00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7517362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60C03-3A5B-EA30-457C-980401075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C805542B-CC96-809F-64F5-A55E8AEAE5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Ex: CS1010 Schedule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>
            <a:extLst>
              <a:ext uri="{FF2B5EF4-FFF2-40B4-BE49-F238E27FC236}">
                <a16:creationId xmlns:a16="http://schemas.microsoft.com/office/drawing/2014/main" id="{008710C1-2EF1-6E0A-902B-09958296D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E6C760E-353A-8CF7-1E50-6B711CD8F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636717-F180-0250-1D23-9DCD648CF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Week4R - </a:t>
            </a:r>
            <a:fld id="{2E4790E1-2590-4AEE-892D-AB46A7688113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24E618-B56D-8FF2-DEA9-1BBA9F38616D}"/>
              </a:ext>
            </a:extLst>
          </p:cNvPr>
          <p:cNvSpPr txBox="1"/>
          <p:nvPr/>
        </p:nvSpPr>
        <p:spPr>
          <a:xfrm>
            <a:off x="844356" y="1292779"/>
            <a:ext cx="7842444" cy="203132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(day ==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&amp;&amp; time &lt;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1400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"T"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(day ==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&amp;&amp;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 &lt; </a:t>
            </a:r>
            <a:r>
              <a:rPr lang="en-US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1200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// 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"L"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 </a:t>
            </a:r>
            <a:r>
              <a:rPr lang="en-GB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Output </a:t>
            </a: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"N"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77019-1A03-ADC2-804B-A0411B823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6327" y="3533897"/>
            <a:ext cx="5011346" cy="1591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83330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Boolean Values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7F3399B-1C40-C1EA-D106-12CCBE0D6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B9B32B-FD26-37EB-1A12-0D1B14490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Week4R - </a:t>
            </a:r>
            <a:fld id="{2E4790E1-2590-4AEE-892D-AB46A7688113}" type="slidenum">
              <a:rPr lang="en-US" sz="1100" smtClean="0"/>
              <a:pPr>
                <a:defRPr/>
              </a:pPr>
              <a:t>12</a:t>
            </a:fld>
            <a:endParaRPr lang="en-US" sz="11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3CDEA8-6011-7249-61AD-CF0DF29DF86F}"/>
              </a:ext>
            </a:extLst>
          </p:cNvPr>
          <p:cNvSpPr txBox="1">
            <a:spLocks noChangeArrowheads="1"/>
          </p:cNvSpPr>
          <p:nvPr/>
        </p:nvSpPr>
        <p:spPr>
          <a:xfrm>
            <a:off x="352425" y="1248509"/>
            <a:ext cx="8397875" cy="49588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All logical expressions evaluate to Boolean values </a:t>
            </a:r>
            <a:r>
              <a:rPr lang="en-SG" dirty="0">
                <a:solidFill>
                  <a:srgbClr val="0000FF"/>
                </a:solidFill>
              </a:rPr>
              <a:t>true</a:t>
            </a:r>
            <a:r>
              <a:rPr lang="en-SG" dirty="0"/>
              <a:t> or </a:t>
            </a:r>
            <a:r>
              <a:rPr lang="en-SG" dirty="0">
                <a:solidFill>
                  <a:srgbClr val="0000FF"/>
                </a:solidFill>
              </a:rPr>
              <a:t>false</a:t>
            </a:r>
            <a:r>
              <a:rPr lang="en-SG" dirty="0"/>
              <a:t>.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sz="100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SG" dirty="0"/>
              <a:t>Such values can be stored in / returned as a </a:t>
            </a:r>
            <a:r>
              <a:rPr lang="en-SG" dirty="0">
                <a:solidFill>
                  <a:srgbClr val="0000FF"/>
                </a:solidFill>
              </a:rPr>
              <a:t>bool </a:t>
            </a:r>
            <a:r>
              <a:rPr lang="en-SG" dirty="0"/>
              <a:t>variable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CB10B6-9220-CAD1-14F2-DFB3E35C95BC}"/>
              </a:ext>
            </a:extLst>
          </p:cNvPr>
          <p:cNvSpPr txBox="1"/>
          <p:nvPr/>
        </p:nvSpPr>
        <p:spPr>
          <a:xfrm>
            <a:off x="958850" y="2812657"/>
            <a:ext cx="7791450" cy="397031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bool 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compare(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x,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long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y)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{</a:t>
            </a: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bool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= x != y; // evaluates to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true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or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false</a:t>
            </a: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</a:t>
            </a:r>
          </a:p>
          <a:p>
            <a:pPr>
              <a:defRPr/>
            </a:pP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"x and y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b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store different values."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 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{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cs1010_println_string(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"x and y </a:t>
            </a:r>
            <a:b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b="1" dirty="0">
                <a:solidFill>
                  <a:srgbClr val="006600"/>
                </a:solidFill>
                <a:latin typeface="Courier New" pitchFamily="49" charset="0"/>
                <a:cs typeface="Courier New" pitchFamily="49" charset="0"/>
              </a:rPr>
              <a:t>store the same value."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}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latin typeface="Courier New" pitchFamily="49" charset="0"/>
                <a:cs typeface="Courier New" pitchFamily="49" charset="0"/>
              </a:rPr>
              <a:t>return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is_diff</a:t>
            </a: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  <a:latin typeface="Courier New" pitchFamily="49" charset="0"/>
                <a:cs typeface="Courier New" pitchFamily="49" charset="0"/>
              </a:rPr>
              <a:t>}</a:t>
            </a:r>
            <a:endParaRPr lang="en-SG" b="1" dirty="0">
              <a:solidFill>
                <a:schemeClr val="tx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11805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Short-Circuit Evaluation</a:t>
            </a:r>
          </a:p>
        </p:txBody>
      </p:sp>
      <p:sp>
        <p:nvSpPr>
          <p:cNvPr id="49" name="[Rectangle 3]"/>
          <p:cNvSpPr txBox="1">
            <a:spLocks noChangeArrowheads="1"/>
          </p:cNvSpPr>
          <p:nvPr/>
        </p:nvSpPr>
        <p:spPr>
          <a:xfrm>
            <a:off x="352425" y="1248508"/>
            <a:ext cx="8562975" cy="53237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C00000"/>
                </a:solidFill>
              </a:rPr>
              <a:t>expr1 &amp;&amp; expr2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/>
              <a:t>If </a:t>
            </a:r>
            <a:r>
              <a:rPr lang="en-US" u="sng" kern="0" dirty="0"/>
              <a:t>expr1 is false</a:t>
            </a:r>
            <a:r>
              <a:rPr lang="en-US" kern="0" dirty="0"/>
              <a:t>, skip evaluating expr2 and return false immediately, as the result will always be false.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>
                <a:sym typeface="Wingdings" panose="05000000000000000000" pitchFamily="2" charset="2"/>
              </a:rPr>
              <a:t>Example: </a:t>
            </a:r>
            <a:r>
              <a:rPr lang="en-US" dirty="0">
                <a:highlight>
                  <a:srgbClr val="FFFF00"/>
                </a:highlight>
                <a:sym typeface="Wingdings" panose="05000000000000000000" pitchFamily="2" charset="2"/>
              </a:rPr>
              <a:t>(</a:t>
            </a:r>
            <a:r>
              <a:rPr lang="en-US" dirty="0" err="1">
                <a:highlight>
                  <a:srgbClr val="FFFF00"/>
                </a:highlight>
                <a:sym typeface="Wingdings" panose="05000000000000000000" pitchFamily="2" charset="2"/>
              </a:rPr>
              <a:t>birth_year</a:t>
            </a:r>
            <a:r>
              <a:rPr lang="en-US" dirty="0">
                <a:highlight>
                  <a:srgbClr val="FFFF00"/>
                </a:highlight>
                <a:sym typeface="Wingdings" panose="05000000000000000000" pitchFamily="2" charset="2"/>
              </a:rPr>
              <a:t>  &gt;= 1995)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>
                <a:solidFill>
                  <a:srgbClr val="C00000"/>
                </a:solidFill>
                <a:sym typeface="Wingdings" panose="05000000000000000000" pitchFamily="2" charset="2"/>
              </a:rPr>
              <a:t>&amp;&amp;</a:t>
            </a:r>
            <a:r>
              <a:rPr lang="en-US" dirty="0">
                <a:sym typeface="Wingdings" panose="05000000000000000000" pitchFamily="2" charset="2"/>
              </a:rPr>
              <a:t> (</a:t>
            </a:r>
            <a:r>
              <a:rPr lang="en-US" dirty="0" err="1">
                <a:sym typeface="Wingdings" panose="05000000000000000000" pitchFamily="2" charset="2"/>
              </a:rPr>
              <a:t>birth_year</a:t>
            </a:r>
            <a:r>
              <a:rPr lang="en-US" dirty="0">
                <a:sym typeface="Wingdings" panose="05000000000000000000" pitchFamily="2" charset="2"/>
              </a:rPr>
              <a:t> &lt;= 2005)</a:t>
            </a:r>
            <a:endParaRPr lang="en-US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US" kern="0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>
                <a:solidFill>
                  <a:srgbClr val="C00000"/>
                </a:solidFill>
              </a:rPr>
              <a:t>expr1 || expr2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kern="0" dirty="0"/>
              <a:t>If </a:t>
            </a:r>
            <a:r>
              <a:rPr lang="en-US" u="sng" kern="0" dirty="0"/>
              <a:t>expr1 is true</a:t>
            </a:r>
            <a:r>
              <a:rPr lang="en-US" kern="0" dirty="0"/>
              <a:t>, skip evaluating expr2 and return true immediately, as the result will always be true.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Example: </a:t>
            </a:r>
            <a:r>
              <a:rPr lang="en-US" dirty="0">
                <a:highlight>
                  <a:srgbClr val="FFFF00"/>
                </a:highlight>
              </a:rPr>
              <a:t>(</a:t>
            </a:r>
            <a:r>
              <a:rPr lang="en-US" dirty="0" err="1">
                <a:highlight>
                  <a:srgbClr val="FFFF00"/>
                </a:highlight>
              </a:rPr>
              <a:t>birth_year</a:t>
            </a:r>
            <a:r>
              <a:rPr lang="en-US" dirty="0">
                <a:highlight>
                  <a:srgbClr val="FFFF00"/>
                </a:highlight>
              </a:rPr>
              <a:t> &lt; 1995)</a:t>
            </a:r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|| </a:t>
            </a:r>
            <a:r>
              <a:rPr lang="en-US" dirty="0"/>
              <a:t>(</a:t>
            </a:r>
            <a:r>
              <a:rPr lang="en-US" dirty="0" err="1"/>
              <a:t>birth_year</a:t>
            </a:r>
            <a:r>
              <a:rPr lang="en-US" dirty="0"/>
              <a:t> &gt; 2005)</a:t>
            </a:r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dirty="0"/>
          </a:p>
          <a:p>
            <a:pPr marL="352425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sz="2400" dirty="0">
                <a:sym typeface="Wingdings" panose="05000000000000000000" pitchFamily="2" charset="2"/>
              </a:rPr>
              <a:t>Make things faster in some cases</a:t>
            </a:r>
          </a:p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Example: </a:t>
            </a:r>
            <a:r>
              <a:rPr lang="en-US" dirty="0">
                <a:highlight>
                  <a:srgbClr val="FFFF00"/>
                </a:highlight>
              </a:rPr>
              <a:t>(number &lt; 100000)</a:t>
            </a:r>
            <a:r>
              <a:rPr lang="en-US" dirty="0"/>
              <a:t> &amp;&amp; </a:t>
            </a:r>
            <a:r>
              <a:rPr lang="en-US" dirty="0" err="1"/>
              <a:t>is_prime</a:t>
            </a:r>
            <a:r>
              <a:rPr lang="en-US" dirty="0"/>
              <a:t>(number) VS</a:t>
            </a:r>
          </a:p>
          <a:p>
            <a:pPr marL="274320" lvl="1" indent="0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</a:pPr>
            <a:r>
              <a:rPr lang="en-US" dirty="0"/>
              <a:t>                     </a:t>
            </a:r>
            <a:r>
              <a:rPr lang="en-US" dirty="0" err="1"/>
              <a:t>is_prime</a:t>
            </a:r>
            <a:r>
              <a:rPr lang="en-US" dirty="0"/>
              <a:t>(number) &amp;&amp; </a:t>
            </a:r>
            <a:r>
              <a:rPr lang="en-US" dirty="0">
                <a:highlight>
                  <a:srgbClr val="FFFF00"/>
                </a:highlight>
              </a:rPr>
              <a:t>(number &lt; 100000)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10" name="Rectangle 3"/>
          <p:cNvSpPr txBox="1">
            <a:spLocks noChangeArrowheads="1"/>
          </p:cNvSpPr>
          <p:nvPr/>
        </p:nvSpPr>
        <p:spPr>
          <a:xfrm>
            <a:off x="504824" y="2919743"/>
            <a:ext cx="8397875" cy="20242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26745" lvl="1" indent="-352425" fontAlgn="auto">
              <a:spcBef>
                <a:spcPts val="600"/>
              </a:spcBef>
              <a:spcAft>
                <a:spcPts val="0"/>
              </a:spcAft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</a:pPr>
            <a:endParaRPr lang="en-SG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7B9C3F-B275-3A16-D2C5-09FDBDF23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0C7FD7-BFA0-36DC-7DA4-219DC3786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Week4R - </a:t>
            </a:r>
            <a:fld id="{2E4790E1-2590-4AEE-892D-AB46A7688113}" type="slidenum">
              <a:rPr lang="en-US" sz="1100" smtClean="0"/>
              <a:pPr>
                <a:defRPr/>
              </a:pPr>
              <a:t>13</a:t>
            </a:fld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86771488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Assertion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idx="1"/>
          </p:nvPr>
        </p:nvSpPr>
        <p:spPr>
          <a:xfrm>
            <a:off x="587374" y="1187450"/>
            <a:ext cx="8381999" cy="5652261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For specifying, understanding, checking of logic.</a:t>
            </a:r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Problem: Find the maximum value between two variables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0" indent="0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None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47CC947-1D9F-6105-8EF4-18E2E6296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89D432-F5D5-78E4-396B-7A7767B87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Week4R - </a:t>
            </a:r>
            <a:fld id="{2E4790E1-2590-4AEE-892D-AB46A7688113}" type="slidenum">
              <a:rPr lang="en-US" sz="1100" smtClean="0"/>
              <a:pPr>
                <a:defRPr/>
              </a:pPr>
              <a:t>14</a:t>
            </a:fld>
            <a:endParaRPr lang="en-US" sz="1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FE67D0-93BE-36F3-48DF-7285E561729F}"/>
              </a:ext>
            </a:extLst>
          </p:cNvPr>
          <p:cNvSpPr txBox="1"/>
          <p:nvPr/>
        </p:nvSpPr>
        <p:spPr>
          <a:xfrm>
            <a:off x="1039913" y="2594290"/>
            <a:ext cx="5134618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(x &gt; y) 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&gt;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 err="1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x;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{(x &gt; y) &amp;&amp; (</a:t>
            </a:r>
            <a:r>
              <a:rPr lang="es-ES" sz="2000" b="1" dirty="0" err="1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== x)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sz="2000" b="1" i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x &lt;= y 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y;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{(x &lt;= y</a:t>
            </a:r>
            <a:r>
              <a:rPr lang="en-SG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s-ES" sz="2000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&amp;&amp; (</a:t>
            </a:r>
            <a:r>
              <a:rPr lang="en-US" sz="2000" b="1" i="0" dirty="0"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max == y)</a:t>
            </a:r>
            <a:r>
              <a:rPr lang="es-ES" sz="2000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sz="2000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s-ES" sz="2000" b="1" dirty="0">
              <a:solidFill>
                <a:schemeClr val="tx1"/>
              </a:solidFill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5" name="Group 53">
            <a:extLst>
              <a:ext uri="{FF2B5EF4-FFF2-40B4-BE49-F238E27FC236}">
                <a16:creationId xmlns:a16="http://schemas.microsoft.com/office/drawing/2014/main" id="{99BB26AC-879F-F7C0-EA86-D7F60BCB44B2}"/>
              </a:ext>
            </a:extLst>
          </p:cNvPr>
          <p:cNvGrpSpPr>
            <a:grpSpLocks/>
          </p:cNvGrpSpPr>
          <p:nvPr/>
        </p:nvGrpSpPr>
        <p:grpSpPr bwMode="auto">
          <a:xfrm>
            <a:off x="6289328" y="2976969"/>
            <a:ext cx="2411413" cy="1537336"/>
            <a:chOff x="6445623" y="3191438"/>
            <a:chExt cx="2411506" cy="1537425"/>
          </a:xfrm>
        </p:grpSpPr>
        <p:sp>
          <p:nvSpPr>
            <p:cNvPr id="6" name="Flowchart: Decision 5">
              <a:extLst>
                <a:ext uri="{FF2B5EF4-FFF2-40B4-BE49-F238E27FC236}">
                  <a16:creationId xmlns:a16="http://schemas.microsoft.com/office/drawing/2014/main" id="{5A5FD035-6194-5DE2-DA40-758FEF81235E}"/>
                </a:ext>
              </a:extLst>
            </p:cNvPr>
            <p:cNvSpPr/>
            <p:nvPr/>
          </p:nvSpPr>
          <p:spPr bwMode="auto">
            <a:xfrm>
              <a:off x="7104461" y="3567697"/>
              <a:ext cx="1130344" cy="498504"/>
            </a:xfrm>
            <a:prstGeom prst="flowChartDecision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7" name="Straight Arrow Connector 33">
              <a:extLst>
                <a:ext uri="{FF2B5EF4-FFF2-40B4-BE49-F238E27FC236}">
                  <a16:creationId xmlns:a16="http://schemas.microsoft.com/office/drawing/2014/main" id="{A2BDF99B-7291-F4AF-ED2E-B8D47EFA249A}"/>
                </a:ext>
              </a:extLst>
            </p:cNvPr>
            <p:cNvCxnSpPr>
              <a:cxnSpLocks noChangeShapeType="1"/>
              <a:endCxn id="6" idx="0"/>
            </p:cNvCxnSpPr>
            <p:nvPr/>
          </p:nvCxnSpPr>
          <p:spPr bwMode="auto">
            <a:xfrm rot="5400000">
              <a:off x="7481050" y="3379695"/>
              <a:ext cx="376515" cy="2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12" name="Straight Connector 35">
              <a:extLst>
                <a:ext uri="{FF2B5EF4-FFF2-40B4-BE49-F238E27FC236}">
                  <a16:creationId xmlns:a16="http://schemas.microsoft.com/office/drawing/2014/main" id="{B7E9ABA7-9ED2-C944-C3EA-018EF2065EF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6835589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13" name="Straight Arrow Connector 36">
              <a:extLst>
                <a:ext uri="{FF2B5EF4-FFF2-40B4-BE49-F238E27FC236}">
                  <a16:creationId xmlns:a16="http://schemas.microsoft.com/office/drawing/2014/main" id="{9C783BB3-5830-DDE1-1565-AA3CBFC5FF8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28011" y="3904129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14" name="Flowchart: Process 13">
              <a:extLst>
                <a:ext uri="{FF2B5EF4-FFF2-40B4-BE49-F238E27FC236}">
                  <a16:creationId xmlns:a16="http://schemas.microsoft.com/office/drawing/2014/main" id="{2C6932F8-B087-2354-2F04-D62C304843DC}"/>
                </a:ext>
              </a:extLst>
            </p:cNvPr>
            <p:cNvSpPr/>
            <p:nvPr/>
          </p:nvSpPr>
          <p:spPr bwMode="auto">
            <a:xfrm>
              <a:off x="6445623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sp>
          <p:nvSpPr>
            <p:cNvPr id="29" name="TextBox 38">
              <a:extLst>
                <a:ext uri="{FF2B5EF4-FFF2-40B4-BE49-F238E27FC236}">
                  <a16:creationId xmlns:a16="http://schemas.microsoft.com/office/drawing/2014/main" id="{F1F1C944-F83C-631C-832F-4D807BF75F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64771" y="3563625"/>
              <a:ext cx="560293" cy="27699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algn="ctr"/>
              <a:r>
                <a:rPr lang="en-US" sz="1200" i="1" dirty="0"/>
                <a:t>x &gt; y</a:t>
              </a:r>
              <a:endParaRPr lang="en-SG" sz="1200" i="1" dirty="0"/>
            </a:p>
          </p:txBody>
        </p:sp>
        <p:sp>
          <p:nvSpPr>
            <p:cNvPr id="30" name="TextBox 39">
              <a:extLst>
                <a:ext uri="{FF2B5EF4-FFF2-40B4-BE49-F238E27FC236}">
                  <a16:creationId xmlns:a16="http://schemas.microsoft.com/office/drawing/2014/main" id="{9350956E-1441-08C1-C3EB-96F7B3B95F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97503" y="3577037"/>
              <a:ext cx="626421" cy="2770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/>
                <a:t>x &lt;= y</a:t>
              </a:r>
              <a:endParaRPr lang="en-SG" sz="1200" i="1" dirty="0"/>
            </a:p>
          </p:txBody>
        </p:sp>
        <p:cxnSp>
          <p:nvCxnSpPr>
            <p:cNvPr id="31" name="Straight Arrow Connector 40">
              <a:extLst>
                <a:ext uri="{FF2B5EF4-FFF2-40B4-BE49-F238E27FC236}">
                  <a16:creationId xmlns:a16="http://schemas.microsoft.com/office/drawing/2014/main" id="{B367FD6A-E937-8516-7350-8BBDD682C04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7663938" y="4503719"/>
              <a:ext cx="1" cy="225144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32" name="Straight Connector 41">
              <a:extLst>
                <a:ext uri="{FF2B5EF4-FFF2-40B4-BE49-F238E27FC236}">
                  <a16:creationId xmlns:a16="http://schemas.microsoft.com/office/drawing/2014/main" id="{E2510953-1D34-AAD7-0F11-5483AB445A8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6741459" y="4442012"/>
              <a:ext cx="161365" cy="0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3" name="Straight Arrow Connector 42">
              <a:extLst>
                <a:ext uri="{FF2B5EF4-FFF2-40B4-BE49-F238E27FC236}">
                  <a16:creationId xmlns:a16="http://schemas.microsoft.com/office/drawing/2014/main" id="{90239D6E-2DD7-6EB9-5A99-2C631AF9887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822141" y="4518774"/>
              <a:ext cx="860612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cxnSp>
          <p:nvCxnSpPr>
            <p:cNvPr id="34" name="Straight Connector 43">
              <a:extLst>
                <a:ext uri="{FF2B5EF4-FFF2-40B4-BE49-F238E27FC236}">
                  <a16:creationId xmlns:a16="http://schemas.microsoft.com/office/drawing/2014/main" id="{3056A4B6-67E3-C63C-415E-84F24557040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8198225" y="3810001"/>
              <a:ext cx="268941" cy="6725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5" name="Straight Arrow Connector 47">
              <a:extLst>
                <a:ext uri="{FF2B5EF4-FFF2-40B4-BE49-F238E27FC236}">
                  <a16:creationId xmlns:a16="http://schemas.microsoft.com/office/drawing/2014/main" id="{23EB5E70-9F40-E3DD-71B2-2B278B24575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5400000">
              <a:off x="8386482" y="3903337"/>
              <a:ext cx="188259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  <p:sp>
          <p:nvSpPr>
            <p:cNvPr id="36" name="Flowchart: Process 35">
              <a:extLst>
                <a:ext uri="{FF2B5EF4-FFF2-40B4-BE49-F238E27FC236}">
                  <a16:creationId xmlns:a16="http://schemas.microsoft.com/office/drawing/2014/main" id="{770A68DF-959C-58B8-0083-B4E64A72B63E}"/>
                </a:ext>
              </a:extLst>
            </p:cNvPr>
            <p:cNvSpPr/>
            <p:nvPr/>
          </p:nvSpPr>
          <p:spPr bwMode="auto">
            <a:xfrm>
              <a:off x="8104625" y="4024923"/>
              <a:ext cx="752504" cy="336569"/>
            </a:xfrm>
            <a:prstGeom prst="flowChartProcess">
              <a:avLst/>
            </a:prstGeom>
            <a:solidFill>
              <a:schemeClr val="accent5"/>
            </a:solidFill>
            <a:ln w="12700" cap="sq" cmpd="sng" algn="ctr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/>
            <a:lstStyle/>
            <a:p>
              <a:pPr>
                <a:defRPr/>
              </a:pPr>
              <a:endParaRPr lang="en-SG"/>
            </a:p>
          </p:txBody>
        </p:sp>
        <p:cxnSp>
          <p:nvCxnSpPr>
            <p:cNvPr id="37" name="Straight Connector 49">
              <a:extLst>
                <a:ext uri="{FF2B5EF4-FFF2-40B4-BE49-F238E27FC236}">
                  <a16:creationId xmlns:a16="http://schemas.microsoft.com/office/drawing/2014/main" id="{DACB8081-018F-E06C-0AC2-35B02F25D0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480613" y="4361329"/>
              <a:ext cx="0" cy="149509"/>
            </a:xfrm>
            <a:prstGeom prst="line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</p:cxnSp>
        <p:cxnSp>
          <p:nvCxnSpPr>
            <p:cNvPr id="38" name="Straight Arrow Connector 51">
              <a:extLst>
                <a:ext uri="{FF2B5EF4-FFF2-40B4-BE49-F238E27FC236}">
                  <a16:creationId xmlns:a16="http://schemas.microsoft.com/office/drawing/2014/main" id="{DF36DA74-8920-4436-1BAE-5BE02092D32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0800000">
              <a:off x="7646274" y="4513246"/>
              <a:ext cx="820270" cy="1588"/>
            </a:xfrm>
            <a:prstGeom prst="straightConnector1">
              <a:avLst/>
            </a:prstGeom>
            <a:noFill/>
            <a:ln w="12700" cap="sq" algn="ctr">
              <a:solidFill>
                <a:schemeClr val="tx1"/>
              </a:solidFill>
              <a:round/>
              <a:headEnd type="none" w="sm" len="sm"/>
              <a:tailEnd type="arrow" w="med" len="med"/>
            </a:ln>
          </p:spPr>
        </p:cxn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89E16F5-6646-8CAD-9002-1647C55567C1}"/>
              </a:ext>
            </a:extLst>
          </p:cNvPr>
          <p:cNvSpPr/>
          <p:nvPr/>
        </p:nvSpPr>
        <p:spPr>
          <a:xfrm>
            <a:off x="1714476" y="3262256"/>
            <a:ext cx="1956121" cy="238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288986-514B-81F0-E57F-EB28CDAFA28F}"/>
              </a:ext>
            </a:extLst>
          </p:cNvPr>
          <p:cNvSpPr/>
          <p:nvPr/>
        </p:nvSpPr>
        <p:spPr>
          <a:xfrm>
            <a:off x="1714476" y="4511659"/>
            <a:ext cx="1956121" cy="238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38F8BF3-1666-663F-62C1-D74EE4555488}"/>
              </a:ext>
            </a:extLst>
          </p:cNvPr>
          <p:cNvSpPr/>
          <p:nvPr/>
        </p:nvSpPr>
        <p:spPr>
          <a:xfrm>
            <a:off x="1722971" y="2689484"/>
            <a:ext cx="775785" cy="2387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998461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94EC1-CF9F-C7C3-9319-731D1724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EC4BB28-4D88-8214-18E2-2986A277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D83189-3D93-D7C4-DE07-B7024B50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Week4R - </a:t>
            </a:r>
            <a:fld id="{2E4790E1-2590-4AEE-892D-AB46A7688113}" type="slidenum">
              <a:rPr lang="en-US" sz="1100" smtClean="0"/>
              <a:pPr>
                <a:defRPr/>
              </a:pPr>
              <a:t>15</a:t>
            </a:fld>
            <a:endParaRPr lang="en-US" sz="1100" dirty="0"/>
          </a:p>
        </p:txBody>
      </p:sp>
      <p:sp>
        <p:nvSpPr>
          <p:cNvPr id="16" name="Rectangle 2">
            <a:extLst>
              <a:ext uri="{FF2B5EF4-FFF2-40B4-BE49-F238E27FC236}">
                <a16:creationId xmlns:a16="http://schemas.microsoft.com/office/drawing/2014/main" id="{412FC4BC-4DF9-C425-9E49-D27144E325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381000"/>
            <a:ext cx="8382000" cy="838200"/>
          </a:xfrm>
        </p:spPr>
        <p:txBody>
          <a:bodyPr>
            <a:normAutofit/>
          </a:bodyPr>
          <a:lstStyle/>
          <a:p>
            <a:pPr eaLnBrk="1" hangingPunct="1"/>
            <a:r>
              <a:rPr lang="en-GB" sz="3600" dirty="0">
                <a:solidFill>
                  <a:srgbClr val="0000FF"/>
                </a:solidFill>
              </a:rPr>
              <a:t>De Morgan's Law</a:t>
            </a:r>
          </a:p>
        </p:txBody>
      </p:sp>
      <p:sp>
        <p:nvSpPr>
          <p:cNvPr id="17" name="Content Placeholder 5">
            <a:extLst>
              <a:ext uri="{FF2B5EF4-FFF2-40B4-BE49-F238E27FC236}">
                <a16:creationId xmlns:a16="http://schemas.microsoft.com/office/drawing/2014/main" id="{8132C134-7E27-D314-AC59-A7F94BF8F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" y="1187451"/>
            <a:ext cx="8229600" cy="2794240"/>
          </a:xfrm>
        </p:spPr>
        <p:txBody>
          <a:bodyPr>
            <a:normAutofit/>
          </a:bodyPr>
          <a:lstStyle/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pt-BR" dirty="0">
                <a:solidFill>
                  <a:srgbClr val="0000FF"/>
                </a:solidFill>
              </a:rPr>
              <a:t>!(e1 &amp;&amp; e2) </a:t>
            </a:r>
            <a:r>
              <a:rPr lang="pt-BR" dirty="0"/>
              <a:t>is the same as </a:t>
            </a:r>
            <a:r>
              <a:rPr lang="pt-BR" dirty="0">
                <a:solidFill>
                  <a:srgbClr val="0000FF"/>
                </a:solidFill>
              </a:rPr>
              <a:t>(!e1) || (!e2)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pt-BR" dirty="0">
                <a:solidFill>
                  <a:srgbClr val="0000FF"/>
                </a:solidFill>
              </a:rPr>
              <a:t>!(e1 || e2) </a:t>
            </a:r>
            <a:r>
              <a:rPr lang="pt-BR" dirty="0"/>
              <a:t>is the same as </a:t>
            </a:r>
            <a:r>
              <a:rPr lang="pt-BR" dirty="0">
                <a:solidFill>
                  <a:srgbClr val="0000FF"/>
                </a:solidFill>
              </a:rPr>
              <a:t>(!e1) &amp;&amp; (!e2)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r>
              <a:rPr lang="en-US" dirty="0"/>
              <a:t>Help to quickly write the assertion for false block</a:t>
            </a:r>
          </a:p>
          <a:p>
            <a:pPr marL="347663" indent="-347663">
              <a:spcBef>
                <a:spcPts val="600"/>
              </a:spcBef>
              <a:buClr>
                <a:schemeClr val="tx1">
                  <a:lumMod val="90000"/>
                  <a:lumOff val="10000"/>
                </a:schemeClr>
              </a:buClr>
              <a:buSzPct val="100000"/>
              <a:buFont typeface="Wingdings" panose="05000000000000000000" pitchFamily="2" charset="2"/>
              <a:buChar char="§"/>
              <a:defRPr/>
            </a:pP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380D63-2E32-E0C3-294E-8F025A90EAB9}"/>
              </a:ext>
            </a:extLst>
          </p:cNvPr>
          <p:cNvSpPr txBox="1"/>
          <p:nvPr/>
        </p:nvSpPr>
        <p:spPr>
          <a:xfrm>
            <a:off x="973949" y="2997774"/>
            <a:ext cx="6526445" cy="203132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(…)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&gt;= 1995) &amp;&amp; 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&lt;= 2005)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highlight>
                <a:srgbClr val="FFFF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  <a:r>
              <a:rPr lang="es-ES" b="1" i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&gt;= 1995) &amp;&amp;    </a:t>
            </a:r>
            <a:b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&lt;= 2005))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s-E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074AC6-062E-7FC9-3217-EBB1E2ED46A5}"/>
              </a:ext>
            </a:extLst>
          </p:cNvPr>
          <p:cNvSpPr txBox="1"/>
          <p:nvPr/>
        </p:nvSpPr>
        <p:spPr>
          <a:xfrm>
            <a:off x="973947" y="5152657"/>
            <a:ext cx="6526445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(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&gt;= 1995) || </a:t>
            </a:r>
            <a:b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&lt;= 2005)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0EA2E8-1BD8-63D1-7A98-0239D6033007}"/>
              </a:ext>
            </a:extLst>
          </p:cNvPr>
          <p:cNvSpPr txBox="1"/>
          <p:nvPr/>
        </p:nvSpPr>
        <p:spPr>
          <a:xfrm>
            <a:off x="973947" y="5944917"/>
            <a:ext cx="6526445" cy="646331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i="0" dirty="0">
                <a:solidFill>
                  <a:srgbClr val="36464E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1995) || </a:t>
            </a:r>
            <a:b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b="1" i="0" dirty="0">
                <a:solidFill>
                  <a:schemeClr val="tx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i="0" dirty="0" err="1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birth_year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i="0" dirty="0">
                <a:solidFill>
                  <a:srgbClr val="FF0000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b="1" i="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2005)</a:t>
            </a:r>
            <a:r>
              <a:rPr lang="en-US" b="1" i="0" dirty="0">
                <a:solidFill>
                  <a:srgbClr val="36464E"/>
                </a:solidFill>
                <a:effectLst/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  <a:endParaRPr lang="es-ES" b="1" i="0" dirty="0">
              <a:solidFill>
                <a:schemeClr val="tx1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873AEAEA-21AD-0FED-0000-D843500028CD}"/>
              </a:ext>
            </a:extLst>
          </p:cNvPr>
          <p:cNvSpPr/>
          <p:nvPr/>
        </p:nvSpPr>
        <p:spPr>
          <a:xfrm>
            <a:off x="4028792" y="4734962"/>
            <a:ext cx="208230" cy="4176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905CC4E0-66A6-4236-53E4-C10EF0C9DC9E}"/>
              </a:ext>
            </a:extLst>
          </p:cNvPr>
          <p:cNvSpPr/>
          <p:nvPr/>
        </p:nvSpPr>
        <p:spPr>
          <a:xfrm>
            <a:off x="4028792" y="5780795"/>
            <a:ext cx="208230" cy="18231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43831424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AB727-C204-997E-5D67-21F40DA42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98C69E4F-0FED-A8CF-F9A1-3317ABB5C7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3400" y="457200"/>
            <a:ext cx="8403566" cy="6858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GB" dirty="0">
                <a:solidFill>
                  <a:srgbClr val="0000FF"/>
                </a:solidFill>
              </a:rPr>
              <a:t>Ex: CS1010 Schedule</a:t>
            </a:r>
            <a:endParaRPr lang="en-GB" sz="3100" dirty="0">
              <a:solidFill>
                <a:srgbClr val="0000FF"/>
              </a:solidFill>
            </a:endParaRPr>
          </a:p>
        </p:txBody>
      </p:sp>
      <p:sp>
        <p:nvSpPr>
          <p:cNvPr id="15" name="HighlightTextShape201406241503265130">
            <a:extLst>
              <a:ext uri="{FF2B5EF4-FFF2-40B4-BE49-F238E27FC236}">
                <a16:creationId xmlns:a16="http://schemas.microsoft.com/office/drawing/2014/main" id="{68373C2C-95FF-0CA0-3BD8-EE6B9A5FD8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3206" y="1219201"/>
            <a:ext cx="8363760" cy="13272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 marL="800100" lvl="1" indent="-342900"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  <a:buFont typeface="Wingdings" pitchFamily="2" charset="2"/>
              <a:buChar char="n"/>
            </a:pPr>
            <a:endParaRPr lang="en-US" sz="2000" dirty="0">
              <a:sym typeface="Wingdings" panose="05000000000000000000" pitchFamily="2" charset="2"/>
            </a:endParaRPr>
          </a:p>
          <a:p>
            <a:pPr>
              <a:spcBef>
                <a:spcPts val="1200"/>
              </a:spcBef>
              <a:buClr>
                <a:schemeClr val="accent4">
                  <a:lumMod val="60000"/>
                  <a:lumOff val="40000"/>
                </a:schemeClr>
              </a:buClr>
              <a:buSzPct val="75000"/>
            </a:pPr>
            <a:endParaRPr lang="en-US" sz="24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8EF61CF-265A-5CFD-E4D8-61341FF8D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9C0705-486A-FD7E-5FC1-E6522AC68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Week4R - </a:t>
            </a:r>
            <a:fld id="{2E4790E1-2590-4AEE-892D-AB46A7688113}" type="slidenum">
              <a:rPr lang="en-US" sz="1100" smtClean="0"/>
              <a:pPr>
                <a:defRPr/>
              </a:pPr>
              <a:t>16</a:t>
            </a:fld>
            <a:endParaRPr lang="en-US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593D5-BD47-1761-742E-E394CDD940D4}"/>
              </a:ext>
            </a:extLst>
          </p:cNvPr>
          <p:cNvSpPr txBox="1"/>
          <p:nvPr/>
        </p:nvSpPr>
        <p:spPr>
          <a:xfrm>
            <a:off x="651851" y="1167650"/>
            <a:ext cx="8187349" cy="2862322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91440" tIns="45720" rIns="91440" bIns="45720" rtlCol="0" anchor="t">
            <a:spAutoFit/>
          </a:bodyPr>
          <a:lstStyle/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(…)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day == 1 &amp;&amp; time &lt; 1400 }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//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Assertion_1</a:t>
            </a: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day != 1 || time &gt;= 1400 }// Assertion_2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(…){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(day == 2 &amp;&amp; time &lt; 1200)&amp;&amp; Assertion_2} 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b="1" dirty="0">
                <a:solidFill>
                  <a:schemeClr val="tx1"/>
                </a:solidFill>
                <a:highlight>
                  <a:srgbClr val="FF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// { day != 2 || time &gt;= 1400)&amp;&amp; Assertion_2}</a:t>
            </a:r>
            <a:endParaRPr lang="en-US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>
              <a:tabLst>
                <a:tab pos="347663" algn="l"/>
                <a:tab pos="682625" algn="l"/>
                <a:tab pos="1087438" algn="l"/>
                <a:tab pos="1377950" algn="l"/>
                <a:tab pos="1712913" algn="l"/>
              </a:tabLst>
            </a:pPr>
            <a:r>
              <a:rPr 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E59E4A-D552-5813-47EB-CCE9FC53CC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553911"/>
              </p:ext>
            </p:extLst>
          </p:nvPr>
        </p:nvGraphicFramePr>
        <p:xfrm>
          <a:off x="993036" y="4227310"/>
          <a:ext cx="7524099" cy="14630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484880">
                  <a:extLst>
                    <a:ext uri="{9D8B030D-6E8A-4147-A177-3AD203B41FA5}">
                      <a16:colId xmlns:a16="http://schemas.microsoft.com/office/drawing/2014/main" val="2631727857"/>
                    </a:ext>
                  </a:extLst>
                </a:gridCol>
                <a:gridCol w="3675380">
                  <a:extLst>
                    <a:ext uri="{9D8B030D-6E8A-4147-A177-3AD203B41FA5}">
                      <a16:colId xmlns:a16="http://schemas.microsoft.com/office/drawing/2014/main" val="3644794925"/>
                    </a:ext>
                  </a:extLst>
                </a:gridCol>
                <a:gridCol w="363839">
                  <a:extLst>
                    <a:ext uri="{9D8B030D-6E8A-4147-A177-3AD203B41FA5}">
                      <a16:colId xmlns:a16="http://schemas.microsoft.com/office/drawing/2014/main" val="25465771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Condition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t"/>
                      <a:r>
                        <a:rPr lang="en-US" b="1" dirty="0">
                          <a:effectLst/>
                        </a:rPr>
                        <a:t>Output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1" dirty="0"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72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C00000"/>
                          </a:solidFill>
                          <a:effectLst/>
                        </a:rPr>
                        <a:t>day is 1 and time is before 1400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C00000"/>
                          </a:solidFill>
                          <a:effectLst/>
                        </a:rPr>
                        <a:t>T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t"/>
                      <a:endParaRPr lang="en-US" b="0" dirty="0">
                        <a:solidFill>
                          <a:srgbClr val="C00000"/>
                        </a:solidFill>
                        <a:effectLst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1371937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6600"/>
                          </a:solidFill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6600"/>
                          </a:solidFill>
                          <a:effectLst/>
                        </a:rPr>
                        <a:t>If day is 2 and time is before 1200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solidFill>
                            <a:srgbClr val="006600"/>
                          </a:solidFill>
                          <a:effectLst/>
                        </a:rPr>
                        <a:t>L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781677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Else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b="0" dirty="0">
                          <a:effectLst/>
                        </a:rPr>
                        <a:t>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717937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5B8B081-D6C1-0FAF-7EED-5B1802FFD960}"/>
              </a:ext>
            </a:extLst>
          </p:cNvPr>
          <p:cNvSpPr/>
          <p:nvPr/>
        </p:nvSpPr>
        <p:spPr>
          <a:xfrm>
            <a:off x="1924049" y="1504614"/>
            <a:ext cx="3267076" cy="276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DF4802B-245E-6853-B145-D53110DBA0EE}"/>
              </a:ext>
            </a:extLst>
          </p:cNvPr>
          <p:cNvSpPr/>
          <p:nvPr/>
        </p:nvSpPr>
        <p:spPr>
          <a:xfrm flipV="1">
            <a:off x="1924049" y="2603203"/>
            <a:ext cx="3705225" cy="2762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74816D-43EE-83DD-8200-F451C7AFC190}"/>
              </a:ext>
            </a:extLst>
          </p:cNvPr>
          <p:cNvSpPr/>
          <p:nvPr/>
        </p:nvSpPr>
        <p:spPr>
          <a:xfrm>
            <a:off x="1924049" y="3143478"/>
            <a:ext cx="3705224" cy="276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CF77D1B-3951-9EB2-A24E-C0F1D79EBC49}"/>
              </a:ext>
            </a:extLst>
          </p:cNvPr>
          <p:cNvSpPr/>
          <p:nvPr/>
        </p:nvSpPr>
        <p:spPr>
          <a:xfrm>
            <a:off x="1924049" y="2033149"/>
            <a:ext cx="3429002" cy="276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D622AA2-B7FC-6179-232A-B3DFE7720922}"/>
              </a:ext>
            </a:extLst>
          </p:cNvPr>
          <p:cNvSpPr/>
          <p:nvPr/>
        </p:nvSpPr>
        <p:spPr>
          <a:xfrm flipV="1">
            <a:off x="4700010" y="3705588"/>
            <a:ext cx="3705225" cy="2762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4BA10C8-4CF3-4147-AB42-C2E6D5AF1AEE}"/>
              </a:ext>
            </a:extLst>
          </p:cNvPr>
          <p:cNvSpPr/>
          <p:nvPr/>
        </p:nvSpPr>
        <p:spPr>
          <a:xfrm flipV="1">
            <a:off x="5629272" y="2592286"/>
            <a:ext cx="1914527" cy="27622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011C60-C2F1-BBAA-5DC2-ED030A53C3DF}"/>
              </a:ext>
            </a:extLst>
          </p:cNvPr>
          <p:cNvSpPr/>
          <p:nvPr/>
        </p:nvSpPr>
        <p:spPr>
          <a:xfrm>
            <a:off x="5648933" y="3125305"/>
            <a:ext cx="1914527" cy="2762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230162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3" grpId="0" animBg="1"/>
      <p:bldP spid="14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ighlightTextShape201406241503265130"/>
          <p:cNvSpPr>
            <a:spLocks noChangeArrowheads="1"/>
          </p:cNvSpPr>
          <p:nvPr/>
        </p:nvSpPr>
        <p:spPr bwMode="auto">
          <a:xfrm>
            <a:off x="1341033" y="1402461"/>
            <a:ext cx="6469467" cy="1352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ctr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</a:pPr>
            <a:r>
              <a:rPr lang="en-US" sz="6000" dirty="0"/>
              <a:t>Think </a:t>
            </a:r>
            <a:r>
              <a:rPr lang="en-US" sz="6000" dirty="0">
                <a:solidFill>
                  <a:srgbClr val="0000FF"/>
                </a:solidFill>
              </a:rPr>
              <a:t>logically</a:t>
            </a:r>
            <a:r>
              <a:rPr lang="en-US" sz="6000" dirty="0"/>
              <a:t>!</a:t>
            </a:r>
            <a:br>
              <a:rPr lang="en-US" sz="6000" dirty="0"/>
            </a:br>
            <a:br>
              <a:rPr lang="en-US" sz="6000" dirty="0"/>
            </a:br>
            <a:r>
              <a:rPr lang="en-US" sz="6000" dirty="0"/>
              <a:t>Clarify your doubts before </a:t>
            </a:r>
            <a:r>
              <a:rPr lang="en-US" sz="6000" dirty="0">
                <a:solidFill>
                  <a:srgbClr val="0000FF"/>
                </a:solidFill>
              </a:rPr>
              <a:t>PE0</a:t>
            </a:r>
            <a:r>
              <a:rPr lang="en-US" sz="6000" dirty="0"/>
              <a:t>!</a:t>
            </a:r>
            <a:endParaRPr lang="en-US" sz="3200" dirty="0"/>
          </a:p>
          <a:p>
            <a:pPr algn="ctr" eaLnBrk="1" hangingPunct="1">
              <a:spcBef>
                <a:spcPts val="600"/>
              </a:spcBef>
              <a:buClr>
                <a:schemeClr val="bg1">
                  <a:lumMod val="50000"/>
                </a:schemeClr>
              </a:buClr>
              <a:buSzPct val="120000"/>
            </a:pPr>
            <a:endParaRPr lang="en-GB" sz="280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4C112B7-EA9A-0591-6160-10748A658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CS1010: Programming Methodology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713552-50D7-1D8D-9EAB-D3900CECE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sz="1100" dirty="0"/>
              <a:t>Week4R - </a:t>
            </a:r>
            <a:fld id="{2E4790E1-2590-4AEE-892D-AB46A7688113}" type="slidenum">
              <a:rPr lang="en-US" sz="1100" smtClean="0"/>
              <a:pPr>
                <a:defRPr/>
              </a:pPr>
              <a:t>17</a:t>
            </a:fld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078418712"/>
      </p:ext>
    </p:extLst>
  </p:cSld>
  <p:clrMapOvr>
    <a:masterClrMapping/>
  </p:clrMapOvr>
  <p:transition>
    <p:fade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</Template>
  <TotalTime>13469</TotalTime>
  <Words>1520</Words>
  <Application>Microsoft Office PowerPoint</Application>
  <PresentationFormat>On-screen Show (4:3)</PresentationFormat>
  <Paragraphs>419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Courier</vt:lpstr>
      <vt:lpstr>Arial</vt:lpstr>
      <vt:lpstr>Calibri</vt:lpstr>
      <vt:lpstr>Courier New</vt:lpstr>
      <vt:lpstr>Garamond</vt:lpstr>
      <vt:lpstr>Times New Roman</vt:lpstr>
      <vt:lpstr>Wingdings</vt:lpstr>
      <vt:lpstr>Clarity</vt:lpstr>
      <vt:lpstr>PowerPoint Presentation</vt:lpstr>
      <vt:lpstr>Control Structure: Selection</vt:lpstr>
      <vt:lpstr>if-else Statements</vt:lpstr>
      <vt:lpstr>if-else Statements</vt:lpstr>
      <vt:lpstr>if-else Statements</vt:lpstr>
      <vt:lpstr>Nested if-else Statements </vt:lpstr>
      <vt:lpstr>Ex: CS1010 Schedule</vt:lpstr>
      <vt:lpstr>Ex: CS1010 Schedule</vt:lpstr>
      <vt:lpstr>if-(else-if-)else… Statements </vt:lpstr>
      <vt:lpstr>Ex: CS1010 Schedule</vt:lpstr>
      <vt:lpstr>Ex: CS1010 Schedule</vt:lpstr>
      <vt:lpstr>Boolean Values</vt:lpstr>
      <vt:lpstr>Short-Circuit Evaluation</vt:lpstr>
      <vt:lpstr>Assertion</vt:lpstr>
      <vt:lpstr>De Morgan's Law</vt:lpstr>
      <vt:lpstr>Ex: CS1010 Schedule</vt:lpstr>
      <vt:lpstr>PowerPoint Presentation</vt:lpstr>
    </vt:vector>
  </TitlesOfParts>
  <Company>SoC, 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CS1010: Programming Methodology</dc:title>
  <dc:subject>Week 1</dc:subject>
  <dc:creator>Aaron Tan</dc:creator>
  <cp:lastModifiedBy>Zhao Jin</cp:lastModifiedBy>
  <cp:revision>1228</cp:revision>
  <cp:lastPrinted>2014-06-20T04:24:53Z</cp:lastPrinted>
  <dcterms:created xsi:type="dcterms:W3CDTF">1998-09-05T15:03:32Z</dcterms:created>
  <dcterms:modified xsi:type="dcterms:W3CDTF">2026-02-09T06:35:00Z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emplateType">
    <vt:i4>1</vt:i4>
  </property>
  <property fmtid="{D5CDD505-2E9C-101B-9397-08002B2CF9AE}" pid="3" name="GraphicType">
    <vt:i4>1</vt:i4>
  </property>
  <property fmtid="{D5CDD505-2E9C-101B-9397-08002B2CF9AE}" pid="4" name="Compression">
    <vt:i4>100</vt:i4>
  </property>
  <property fmtid="{D5CDD505-2E9C-101B-9397-08002B2CF9AE}" pid="5" name="ScreenSize">
    <vt:i4>3</vt:i4>
  </property>
  <property fmtid="{D5CDD505-2E9C-101B-9397-08002B2CF9AE}" pid="6" name="ScreenUsage">
    <vt:i4>3</vt:i4>
  </property>
  <property fmtid="{D5CDD505-2E9C-101B-9397-08002B2CF9AE}" pid="7" name="MailAddress">
    <vt:lpwstr>tantc@comp.nus.edu.sg</vt:lpwstr>
  </property>
  <property fmtid="{D5CDD505-2E9C-101B-9397-08002B2CF9AE}" pid="8" name="HomePage">
    <vt:lpwstr>http://www.comp.nus.edu.sg/~tantc</vt:lpwstr>
  </property>
  <property fmtid="{D5CDD505-2E9C-101B-9397-08002B2CF9AE}" pid="9" name="Other">
    <vt:lpwstr/>
  </property>
  <property fmtid="{D5CDD505-2E9C-101B-9397-08002B2CF9AE}" pid="10" name="DownloadOriginal">
    <vt:bool>false</vt:bool>
  </property>
  <property fmtid="{D5CDD505-2E9C-101B-9397-08002B2CF9AE}" pid="11" name="DownloadIEButton">
    <vt:bool>false</vt:bool>
  </property>
  <property fmtid="{D5CDD505-2E9C-101B-9397-08002B2CF9AE}" pid="12" name="UseBrowserColor">
    <vt:bool>true</vt:bool>
  </property>
  <property fmtid="{D5CDD505-2E9C-101B-9397-08002B2CF9AE}" pid="13" name="BackColor">
    <vt:i4>15132390</vt:i4>
  </property>
  <property fmtid="{D5CDD505-2E9C-101B-9397-08002B2CF9AE}" pid="14" name="TextColor">
    <vt:i4>0</vt:i4>
  </property>
  <property fmtid="{D5CDD505-2E9C-101B-9397-08002B2CF9AE}" pid="15" name="LinkColor">
    <vt:i4>16711782</vt:i4>
  </property>
  <property fmtid="{D5CDD505-2E9C-101B-9397-08002B2CF9AE}" pid="16" name="VisitedColor">
    <vt:i4>10040268</vt:i4>
  </property>
  <property fmtid="{D5CDD505-2E9C-101B-9397-08002B2CF9AE}" pid="17" name="TransparentButton">
    <vt:i4>0</vt:i4>
  </property>
  <property fmtid="{D5CDD505-2E9C-101B-9397-08002B2CF9AE}" pid="18" name="ButtonType">
    <vt:i4>3</vt:i4>
  </property>
  <property fmtid="{D5CDD505-2E9C-101B-9397-08002B2CF9AE}" pid="19" name="ShowNotes">
    <vt:bool>false</vt:bool>
  </property>
  <property fmtid="{D5CDD505-2E9C-101B-9397-08002B2CF9AE}" pid="20" name="NavBtnPos">
    <vt:i4>1</vt:i4>
  </property>
  <property fmtid="{D5CDD505-2E9C-101B-9397-08002B2CF9AE}" pid="21" name="OutputDir">
    <vt:lpwstr>C:\My Documents</vt:lpwstr>
  </property>
</Properties>
</file>