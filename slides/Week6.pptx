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30"/>
  </p:notesMasterIdLst>
  <p:handoutMasterIdLst>
    <p:handoutMasterId r:id="rId31"/>
  </p:handoutMasterIdLst>
  <p:sldIdLst>
    <p:sldId id="256" r:id="rId2"/>
    <p:sldId id="468" r:id="rId3"/>
    <p:sldId id="553" r:id="rId4"/>
    <p:sldId id="602" r:id="rId5"/>
    <p:sldId id="601" r:id="rId6"/>
    <p:sldId id="604" r:id="rId7"/>
    <p:sldId id="603" r:id="rId8"/>
    <p:sldId id="605" r:id="rId9"/>
    <p:sldId id="606" r:id="rId10"/>
    <p:sldId id="607" r:id="rId11"/>
    <p:sldId id="608" r:id="rId12"/>
    <p:sldId id="609" r:id="rId13"/>
    <p:sldId id="641" r:id="rId14"/>
    <p:sldId id="642" r:id="rId15"/>
    <p:sldId id="643" r:id="rId16"/>
    <p:sldId id="617" r:id="rId17"/>
    <p:sldId id="564" r:id="rId18"/>
    <p:sldId id="645" r:id="rId19"/>
    <p:sldId id="619" r:id="rId20"/>
    <p:sldId id="639" r:id="rId21"/>
    <p:sldId id="638" r:id="rId22"/>
    <p:sldId id="636" r:id="rId23"/>
    <p:sldId id="622" r:id="rId24"/>
    <p:sldId id="640" r:id="rId25"/>
    <p:sldId id="635" r:id="rId26"/>
    <p:sldId id="637" r:id="rId27"/>
    <p:sldId id="526" r:id="rId28"/>
    <p:sldId id="646" r:id="rId2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CEAEA"/>
    <a:srgbClr val="006600"/>
    <a:srgbClr val="FFFF99"/>
    <a:srgbClr val="00CCFF"/>
    <a:srgbClr val="0099FF"/>
    <a:srgbClr val="6699FF"/>
    <a:srgbClr val="0066FF"/>
    <a:srgbClr val="CCFF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1D2A12-E498-4591-8453-6D1E333D30CC}" v="231" dt="2026-02-19T02:41:15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536" autoAdjust="0"/>
    <p:restoredTop sz="96003" autoAdjust="0"/>
  </p:normalViewPr>
  <p:slideViewPr>
    <p:cSldViewPr snapToGrid="0">
      <p:cViewPr varScale="1">
        <p:scale>
          <a:sx n="110" d="100"/>
          <a:sy n="110" d="100"/>
        </p:scale>
        <p:origin x="59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">
      <pc:chgData name="Zhao Jin" userId="cd05a825-544c-438a-9ba1-08e63db50b47" providerId="ADAL" clId="{5DF3A229-1965-414E-AF54-F4C37AC7DF68}" dt="2026-02-19T02:44:26.227" v="767" actId="403"/>
      <pc:docMkLst>
        <pc:docMk/>
      </pc:docMkLst>
      <pc:sldChg chg="modSp mod">
        <pc:chgData name="Zhao Jin" userId="cd05a825-544c-438a-9ba1-08e63db50b47" providerId="ADAL" clId="{5DF3A229-1965-414E-AF54-F4C37AC7DF68}" dt="2026-02-19T02:40:54.292" v="525" actId="5793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2-19T02:40:54.292" v="525" actId="5793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 modAnim">
        <pc:chgData name="Zhao Jin" userId="cd05a825-544c-438a-9ba1-08e63db50b47" providerId="ADAL" clId="{5DF3A229-1965-414E-AF54-F4C37AC7DF68}" dt="2026-02-19T02:20:04.324" v="364" actId="1076"/>
        <pc:sldMkLst>
          <pc:docMk/>
          <pc:sldMk cId="1427618944" sldId="553"/>
        </pc:sldMkLst>
        <pc:spChg chg="mod">
          <ac:chgData name="Zhao Jin" userId="cd05a825-544c-438a-9ba1-08e63db50b47" providerId="ADAL" clId="{5DF3A229-1965-414E-AF54-F4C37AC7DF68}" dt="2026-02-19T02:20:04.324" v="364" actId="1076"/>
          <ac:spMkLst>
            <pc:docMk/>
            <pc:sldMk cId="1427618944" sldId="553"/>
            <ac:spMk id="6" creationId="{782602F1-4498-910D-BC7E-E2B3F4609A47}"/>
          </ac:spMkLst>
        </pc:spChg>
        <pc:spChg chg="mod">
          <ac:chgData name="Zhao Jin" userId="cd05a825-544c-438a-9ba1-08e63db50b47" providerId="ADAL" clId="{5DF3A229-1965-414E-AF54-F4C37AC7DF68}" dt="2026-02-16T05:09:11.474" v="3" actId="5793"/>
          <ac:spMkLst>
            <pc:docMk/>
            <pc:sldMk cId="1427618944" sldId="553"/>
            <ac:spMk id="8" creationId="{00000000-0000-0000-0000-000000000000}"/>
          </ac:spMkLst>
        </pc:spChg>
      </pc:sldChg>
      <pc:sldChg chg="addSp modSp mod modAnim">
        <pc:chgData name="Zhao Jin" userId="cd05a825-544c-438a-9ba1-08e63db50b47" providerId="ADAL" clId="{5DF3A229-1965-414E-AF54-F4C37AC7DF68}" dt="2026-02-19T02:38:22.772" v="517"/>
        <pc:sldMkLst>
          <pc:docMk/>
          <pc:sldMk cId="894186310" sldId="564"/>
        </pc:sldMkLst>
        <pc:spChg chg="add mod">
          <ac:chgData name="Zhao Jin" userId="cd05a825-544c-438a-9ba1-08e63db50b47" providerId="ADAL" clId="{5DF3A229-1965-414E-AF54-F4C37AC7DF68}" dt="2026-02-19T02:38:18.335" v="516" actId="692"/>
          <ac:spMkLst>
            <pc:docMk/>
            <pc:sldMk cId="894186310" sldId="564"/>
            <ac:spMk id="5" creationId="{4E583137-1FEF-B8C7-5EE8-D19957E733C2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2-19T02:23:10.770" v="376"/>
        <pc:sldMkLst>
          <pc:docMk/>
          <pc:sldMk cId="2765734217" sldId="601"/>
        </pc:sldMkLst>
        <pc:spChg chg="mod">
          <ac:chgData name="Zhao Jin" userId="cd05a825-544c-438a-9ba1-08e63db50b47" providerId="ADAL" clId="{5DF3A229-1965-414E-AF54-F4C37AC7DF68}" dt="2026-02-16T05:09:55.049" v="21" actId="207"/>
          <ac:spMkLst>
            <pc:docMk/>
            <pc:sldMk cId="2765734217" sldId="601"/>
            <ac:spMk id="84" creationId="{C4E05674-68A2-0D4E-8B47-F7A2C6A6B76F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2-19T02:21:26.196" v="368"/>
        <pc:sldMkLst>
          <pc:docMk/>
          <pc:sldMk cId="193223856" sldId="602"/>
        </pc:sldMkLst>
        <pc:spChg chg="mod">
          <ac:chgData name="Zhao Jin" userId="cd05a825-544c-438a-9ba1-08e63db50b47" providerId="ADAL" clId="{5DF3A229-1965-414E-AF54-F4C37AC7DF68}" dt="2026-02-19T02:18:53.982" v="316" actId="1035"/>
          <ac:spMkLst>
            <pc:docMk/>
            <pc:sldMk cId="193223856" sldId="602"/>
            <ac:spMk id="6" creationId="{6BCCF1FD-7C45-41D0-AB05-C3F94D8F0496}"/>
          </ac:spMkLst>
        </pc:spChg>
        <pc:spChg chg="mod">
          <ac:chgData name="Zhao Jin" userId="cd05a825-544c-438a-9ba1-08e63db50b47" providerId="ADAL" clId="{5DF3A229-1965-414E-AF54-F4C37AC7DF68}" dt="2026-02-19T02:18:39.429" v="309" actId="20577"/>
          <ac:spMkLst>
            <pc:docMk/>
            <pc:sldMk cId="193223856" sldId="602"/>
            <ac:spMk id="8" creationId="{00000000-0000-0000-0000-000000000000}"/>
          </ac:spMkLst>
        </pc:spChg>
      </pc:sldChg>
      <pc:sldChg chg="addSp delSp modSp mod modAnim">
        <pc:chgData name="Zhao Jin" userId="cd05a825-544c-438a-9ba1-08e63db50b47" providerId="ADAL" clId="{5DF3A229-1965-414E-AF54-F4C37AC7DF68}" dt="2026-02-19T02:33:25.141" v="478"/>
        <pc:sldMkLst>
          <pc:docMk/>
          <pc:sldMk cId="3367516905" sldId="603"/>
        </pc:sldMkLst>
        <pc:spChg chg="del">
          <ac:chgData name="Zhao Jin" userId="cd05a825-544c-438a-9ba1-08e63db50b47" providerId="ADAL" clId="{5DF3A229-1965-414E-AF54-F4C37AC7DF68}" dt="2026-02-19T02:33:18.990" v="475" actId="478"/>
          <ac:spMkLst>
            <pc:docMk/>
            <pc:sldMk cId="3367516905" sldId="603"/>
            <ac:spMk id="15" creationId="{6058EEA1-8773-4821-B3B0-5436B0F6DC30}"/>
          </ac:spMkLst>
        </pc:spChg>
        <pc:picChg chg="add mod">
          <ac:chgData name="Zhao Jin" userId="cd05a825-544c-438a-9ba1-08e63db50b47" providerId="ADAL" clId="{5DF3A229-1965-414E-AF54-F4C37AC7DF68}" dt="2026-02-19T02:33:22.539" v="476"/>
          <ac:picMkLst>
            <pc:docMk/>
            <pc:sldMk cId="3367516905" sldId="603"/>
            <ac:picMk id="3" creationId="{3BF0CE0F-7A7B-C32F-DBCB-34C96CB9A5F9}"/>
          </ac:picMkLst>
        </pc:picChg>
        <pc:picChg chg="del mod">
          <ac:chgData name="Zhao Jin" userId="cd05a825-544c-438a-9ba1-08e63db50b47" providerId="ADAL" clId="{5DF3A229-1965-414E-AF54-F4C37AC7DF68}" dt="2026-02-19T02:33:23.699" v="477" actId="478"/>
          <ac:picMkLst>
            <pc:docMk/>
            <pc:sldMk cId="3367516905" sldId="603"/>
            <ac:picMk id="4" creationId="{C893E5D5-CCC6-1A54-C7F5-B261FADE948A}"/>
          </ac:picMkLst>
        </pc:picChg>
      </pc:sldChg>
      <pc:sldChg chg="addSp delSp modSp mod addAnim delAnim modAnim">
        <pc:chgData name="Zhao Jin" userId="cd05a825-544c-438a-9ba1-08e63db50b47" providerId="ADAL" clId="{5DF3A229-1965-414E-AF54-F4C37AC7DF68}" dt="2026-02-19T02:33:01.263" v="474"/>
        <pc:sldMkLst>
          <pc:docMk/>
          <pc:sldMk cId="600747522" sldId="604"/>
        </pc:sldMkLst>
        <pc:spChg chg="mod">
          <ac:chgData name="Zhao Jin" userId="cd05a825-544c-438a-9ba1-08e63db50b47" providerId="ADAL" clId="{5DF3A229-1965-414E-AF54-F4C37AC7DF68}" dt="2026-02-16T05:10:06.679" v="26" actId="207"/>
          <ac:spMkLst>
            <pc:docMk/>
            <pc:sldMk cId="600747522" sldId="604"/>
            <ac:spMk id="11" creationId="{77437CA0-C20C-4626-A0E0-998E2B6D678A}"/>
          </ac:spMkLst>
        </pc:spChg>
        <pc:spChg chg="del mod">
          <ac:chgData name="Zhao Jin" userId="cd05a825-544c-438a-9ba1-08e63db50b47" providerId="ADAL" clId="{5DF3A229-1965-414E-AF54-F4C37AC7DF68}" dt="2026-02-19T02:27:52.449" v="437" actId="478"/>
          <ac:spMkLst>
            <pc:docMk/>
            <pc:sldMk cId="600747522" sldId="604"/>
            <ac:spMk id="15" creationId="{6058EEA1-8773-4821-B3B0-5436B0F6DC30}"/>
          </ac:spMkLst>
        </pc:spChg>
        <pc:picChg chg="mod modCrop">
          <ac:chgData name="Zhao Jin" userId="cd05a825-544c-438a-9ba1-08e63db50b47" providerId="ADAL" clId="{5DF3A229-1965-414E-AF54-F4C37AC7DF68}" dt="2026-02-19T02:26:52.931" v="428" actId="1076"/>
          <ac:picMkLst>
            <pc:docMk/>
            <pc:sldMk cId="600747522" sldId="604"/>
            <ac:picMk id="3" creationId="{D1A42C95-4840-4615-9807-715729F687F8}"/>
          </ac:picMkLst>
        </pc:picChg>
        <pc:picChg chg="mod ord">
          <ac:chgData name="Zhao Jin" userId="cd05a825-544c-438a-9ba1-08e63db50b47" providerId="ADAL" clId="{5DF3A229-1965-414E-AF54-F4C37AC7DF68}" dt="2026-02-19T02:28:18.782" v="443" actId="1076"/>
          <ac:picMkLst>
            <pc:docMk/>
            <pc:sldMk cId="600747522" sldId="604"/>
            <ac:picMk id="13" creationId="{3731ABF8-9D8D-EC49-3470-44E5819FF8D7}"/>
          </ac:picMkLst>
        </pc:picChg>
        <pc:picChg chg="add mod modCrop">
          <ac:chgData name="Zhao Jin" userId="cd05a825-544c-438a-9ba1-08e63db50b47" providerId="ADAL" clId="{5DF3A229-1965-414E-AF54-F4C37AC7DF68}" dt="2026-02-19T02:26:48.786" v="426" actId="1076"/>
          <ac:picMkLst>
            <pc:docMk/>
            <pc:sldMk cId="600747522" sldId="604"/>
            <ac:picMk id="14" creationId="{3869DA3C-08EE-018E-F829-581A400139FE}"/>
          </ac:picMkLst>
        </pc:picChg>
        <pc:picChg chg="add mod">
          <ac:chgData name="Zhao Jin" userId="cd05a825-544c-438a-9ba1-08e63db50b47" providerId="ADAL" clId="{5DF3A229-1965-414E-AF54-F4C37AC7DF68}" dt="2026-02-19T02:28:17.146" v="442" actId="1076"/>
          <ac:picMkLst>
            <pc:docMk/>
            <pc:sldMk cId="600747522" sldId="604"/>
            <ac:picMk id="16" creationId="{093AA06F-6AC3-FC99-D556-74E60C0F06F1}"/>
          </ac:picMkLst>
        </pc:picChg>
        <pc:picChg chg="add mod">
          <ac:chgData name="Zhao Jin" userId="cd05a825-544c-438a-9ba1-08e63db50b47" providerId="ADAL" clId="{5DF3A229-1965-414E-AF54-F4C37AC7DF68}" dt="2026-02-19T02:32:09.236" v="466" actId="1076"/>
          <ac:picMkLst>
            <pc:docMk/>
            <pc:sldMk cId="600747522" sldId="604"/>
            <ac:picMk id="18" creationId="{292179CE-60D9-5B7F-23DB-DE4CADF51505}"/>
          </ac:picMkLst>
        </pc:picChg>
        <pc:cxnChg chg="add mod">
          <ac:chgData name="Zhao Jin" userId="cd05a825-544c-438a-9ba1-08e63db50b47" providerId="ADAL" clId="{5DF3A229-1965-414E-AF54-F4C37AC7DF68}" dt="2026-02-19T02:25:04.618" v="407" actId="1076"/>
          <ac:cxnSpMkLst>
            <pc:docMk/>
            <pc:sldMk cId="600747522" sldId="604"/>
            <ac:cxnSpMk id="6" creationId="{62C001D3-8A63-BC2D-0AA0-D55835B660DD}"/>
          </ac:cxnSpMkLst>
        </pc:cxnChg>
        <pc:cxnChg chg="ord">
          <ac:chgData name="Zhao Jin" userId="cd05a825-544c-438a-9ba1-08e63db50b47" providerId="ADAL" clId="{5DF3A229-1965-414E-AF54-F4C37AC7DF68}" dt="2026-02-19T02:30:09.256" v="458" actId="166"/>
          <ac:cxnSpMkLst>
            <pc:docMk/>
            <pc:sldMk cId="600747522" sldId="604"/>
            <ac:cxnSpMk id="10" creationId="{1EAE10E3-8B14-B995-93FE-BD466BD11649}"/>
          </ac:cxnSpMkLst>
        </pc:cxnChg>
      </pc:sldChg>
      <pc:sldChg chg="addSp delSp modSp mod modAnim">
        <pc:chgData name="Zhao Jin" userId="cd05a825-544c-438a-9ba1-08e63db50b47" providerId="ADAL" clId="{5DF3A229-1965-414E-AF54-F4C37AC7DF68}" dt="2026-02-19T02:34:27.347" v="487"/>
        <pc:sldMkLst>
          <pc:docMk/>
          <pc:sldMk cId="934825191" sldId="605"/>
        </pc:sldMkLst>
        <pc:spChg chg="mod">
          <ac:chgData name="Zhao Jin" userId="cd05a825-544c-438a-9ba1-08e63db50b47" providerId="ADAL" clId="{5DF3A229-1965-414E-AF54-F4C37AC7DF68}" dt="2026-02-19T02:34:07.189" v="483"/>
          <ac:spMkLst>
            <pc:docMk/>
            <pc:sldMk cId="934825191" sldId="605"/>
            <ac:spMk id="11" creationId="{77437CA0-C20C-4626-A0E0-998E2B6D678A}"/>
          </ac:spMkLst>
        </pc:spChg>
        <pc:spChg chg="del">
          <ac:chgData name="Zhao Jin" userId="cd05a825-544c-438a-9ba1-08e63db50b47" providerId="ADAL" clId="{5DF3A229-1965-414E-AF54-F4C37AC7DF68}" dt="2026-02-19T02:33:36.997" v="479" actId="478"/>
          <ac:spMkLst>
            <pc:docMk/>
            <pc:sldMk cId="934825191" sldId="605"/>
            <ac:spMk id="13" creationId="{35357FA8-4662-4E00-A4CC-337EA26A680D}"/>
          </ac:spMkLst>
        </pc:spChg>
        <pc:picChg chg="del">
          <ac:chgData name="Zhao Jin" userId="cd05a825-544c-438a-9ba1-08e63db50b47" providerId="ADAL" clId="{5DF3A229-1965-414E-AF54-F4C37AC7DF68}" dt="2026-02-19T02:33:40.984" v="480" actId="478"/>
          <ac:picMkLst>
            <pc:docMk/>
            <pc:sldMk cId="934825191" sldId="605"/>
            <ac:picMk id="4" creationId="{409A92A3-5250-CC28-21BB-645F1E244B8C}"/>
          </ac:picMkLst>
        </pc:picChg>
        <pc:picChg chg="add mod">
          <ac:chgData name="Zhao Jin" userId="cd05a825-544c-438a-9ba1-08e63db50b47" providerId="ADAL" clId="{5DF3A229-1965-414E-AF54-F4C37AC7DF68}" dt="2026-02-19T02:33:44.901" v="481"/>
          <ac:picMkLst>
            <pc:docMk/>
            <pc:sldMk cId="934825191" sldId="605"/>
            <ac:picMk id="5" creationId="{3F64B18E-9DA3-77F7-C514-86E603A10DAE}"/>
          </ac:picMkLst>
        </pc:picChg>
        <pc:picChg chg="add mod">
          <ac:chgData name="Zhao Jin" userId="cd05a825-544c-438a-9ba1-08e63db50b47" providerId="ADAL" clId="{5DF3A229-1965-414E-AF54-F4C37AC7DF68}" dt="2026-02-19T02:34:27.347" v="487"/>
          <ac:picMkLst>
            <pc:docMk/>
            <pc:sldMk cId="934825191" sldId="605"/>
            <ac:picMk id="6" creationId="{8225D593-8549-65F6-020E-A83A8A91E08E}"/>
          </ac:picMkLst>
        </pc:picChg>
      </pc:sldChg>
      <pc:sldChg chg="addSp delSp modSp mod">
        <pc:chgData name="Zhao Jin" userId="cd05a825-544c-438a-9ba1-08e63db50b47" providerId="ADAL" clId="{5DF3A229-1965-414E-AF54-F4C37AC7DF68}" dt="2026-02-19T02:34:29.780" v="488"/>
        <pc:sldMkLst>
          <pc:docMk/>
          <pc:sldMk cId="640598186" sldId="606"/>
        </pc:sldMkLst>
        <pc:spChg chg="mod">
          <ac:chgData name="Zhao Jin" userId="cd05a825-544c-438a-9ba1-08e63db50b47" providerId="ADAL" clId="{5DF3A229-1965-414E-AF54-F4C37AC7DF68}" dt="2026-02-16T05:10:23.725" v="31" actId="207"/>
          <ac:spMkLst>
            <pc:docMk/>
            <pc:sldMk cId="640598186" sldId="606"/>
            <ac:spMk id="11" creationId="{77437CA0-C20C-4626-A0E0-998E2B6D678A}"/>
          </ac:spMkLst>
        </pc:spChg>
        <pc:spChg chg="del">
          <ac:chgData name="Zhao Jin" userId="cd05a825-544c-438a-9ba1-08e63db50b47" providerId="ADAL" clId="{5DF3A229-1965-414E-AF54-F4C37AC7DF68}" dt="2026-02-19T02:34:13.179" v="484" actId="478"/>
          <ac:spMkLst>
            <pc:docMk/>
            <pc:sldMk cId="640598186" sldId="606"/>
            <ac:spMk id="15" creationId="{6058EEA1-8773-4821-B3B0-5436B0F6DC30}"/>
          </ac:spMkLst>
        </pc:spChg>
        <pc:picChg chg="del mod">
          <ac:chgData name="Zhao Jin" userId="cd05a825-544c-438a-9ba1-08e63db50b47" providerId="ADAL" clId="{5DF3A229-1965-414E-AF54-F4C37AC7DF68}" dt="2026-02-19T02:34:22.578" v="486" actId="478"/>
          <ac:picMkLst>
            <pc:docMk/>
            <pc:sldMk cId="640598186" sldId="606"/>
            <ac:picMk id="4" creationId="{BA4355B6-666A-3EC4-3D3C-7661C7D7FAB8}"/>
          </ac:picMkLst>
        </pc:picChg>
        <pc:picChg chg="add mod">
          <ac:chgData name="Zhao Jin" userId="cd05a825-544c-438a-9ba1-08e63db50b47" providerId="ADAL" clId="{5DF3A229-1965-414E-AF54-F4C37AC7DF68}" dt="2026-02-19T02:34:29.780" v="488"/>
          <ac:picMkLst>
            <pc:docMk/>
            <pc:sldMk cId="640598186" sldId="606"/>
            <ac:picMk id="6" creationId="{45BFDC36-E3FE-97B0-F7DD-6C10D99F178D}"/>
          </ac:picMkLst>
        </pc:picChg>
      </pc:sldChg>
      <pc:sldChg chg="addSp modSp mod addAnim delAnim modAnim">
        <pc:chgData name="Zhao Jin" userId="cd05a825-544c-438a-9ba1-08e63db50b47" providerId="ADAL" clId="{5DF3A229-1965-414E-AF54-F4C37AC7DF68}" dt="2026-02-19T02:35:17.630" v="499"/>
        <pc:sldMkLst>
          <pc:docMk/>
          <pc:sldMk cId="3642427802" sldId="607"/>
        </pc:sldMkLst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2" creationId="{8E5434C3-669A-8AA8-3381-1A6C1E843EAA}"/>
          </ac:picMkLst>
        </pc:picChg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4" creationId="{0406AC9C-45DA-1B75-552B-971E4083885D}"/>
          </ac:picMkLst>
        </pc:picChg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5" creationId="{FDED8B56-2BA3-C6FA-36E1-783FFCBC3AD5}"/>
          </ac:picMkLst>
        </pc:picChg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9" creationId="{BD6CE2B6-62BF-DCAE-E514-B5DEBF8F4B10}"/>
          </ac:picMkLst>
        </pc:picChg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10" creationId="{0EBDBE63-ACB6-8792-3215-ED70A5A6FFF3}"/>
          </ac:picMkLst>
        </pc:picChg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13" creationId="{F95E0B42-D548-8BB2-F1E0-005CF0057580}"/>
          </ac:picMkLst>
        </pc:picChg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14" creationId="{CB356C64-F8A5-983D-6729-6C27D0C1250F}"/>
          </ac:picMkLst>
        </pc:picChg>
        <pc:picChg chg="add mod">
          <ac:chgData name="Zhao Jin" userId="cd05a825-544c-438a-9ba1-08e63db50b47" providerId="ADAL" clId="{5DF3A229-1965-414E-AF54-F4C37AC7DF68}" dt="2026-02-19T02:34:45.871" v="497" actId="1076"/>
          <ac:picMkLst>
            <pc:docMk/>
            <pc:sldMk cId="3642427802" sldId="607"/>
            <ac:picMk id="15" creationId="{86CA064A-DEBC-771C-FCC3-49CDEDA646C6}"/>
          </ac:picMkLst>
        </pc:picChg>
      </pc:sldChg>
      <pc:sldChg chg="addSp modSp mod modAnim">
        <pc:chgData name="Zhao Jin" userId="cd05a825-544c-438a-9ba1-08e63db50b47" providerId="ADAL" clId="{5DF3A229-1965-414E-AF54-F4C37AC7DF68}" dt="2026-02-16T05:12:33.223" v="134" actId="20577"/>
        <pc:sldMkLst>
          <pc:docMk/>
          <pc:sldMk cId="3503582036" sldId="622"/>
        </pc:sldMkLst>
        <pc:spChg chg="add mod">
          <ac:chgData name="Zhao Jin" userId="cd05a825-544c-438a-9ba1-08e63db50b47" providerId="ADAL" clId="{5DF3A229-1965-414E-AF54-F4C37AC7DF68}" dt="2026-02-16T05:12:33.223" v="134" actId="20577"/>
          <ac:spMkLst>
            <pc:docMk/>
            <pc:sldMk cId="3503582036" sldId="622"/>
            <ac:spMk id="9" creationId="{007B0F2B-6A05-2556-6F20-5D1194837053}"/>
          </ac:spMkLst>
        </pc:spChg>
        <pc:spChg chg="mod">
          <ac:chgData name="Zhao Jin" userId="cd05a825-544c-438a-9ba1-08e63db50b47" providerId="ADAL" clId="{5DF3A229-1965-414E-AF54-F4C37AC7DF68}" dt="2026-02-16T05:11:17.208" v="37" actId="20577"/>
          <ac:spMkLst>
            <pc:docMk/>
            <pc:sldMk cId="3503582036" sldId="622"/>
            <ac:spMk id="40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16T05:12:30.965" v="133" actId="20577"/>
          <ac:spMkLst>
            <pc:docMk/>
            <pc:sldMk cId="3503582036" sldId="622"/>
            <ac:spMk id="43" creationId="{00000000-0000-0000-0000-000000000000}"/>
          </ac:spMkLst>
        </pc:spChg>
        <pc:cxnChg chg="add mod">
          <ac:chgData name="Zhao Jin" userId="cd05a825-544c-438a-9ba1-08e63db50b47" providerId="ADAL" clId="{5DF3A229-1965-414E-AF54-F4C37AC7DF68}" dt="2026-02-16T05:11:51.934" v="41" actId="14100"/>
          <ac:cxnSpMkLst>
            <pc:docMk/>
            <pc:sldMk cId="3503582036" sldId="622"/>
            <ac:cxnSpMk id="5" creationId="{1D5DDA06-7BD2-87CE-073A-48BF7D66D747}"/>
          </ac:cxnSpMkLst>
        </pc:cxnChg>
      </pc:sldChg>
      <pc:sldChg chg="addAnim delAnim modAnim">
        <pc:chgData name="Zhao Jin" userId="cd05a825-544c-438a-9ba1-08e63db50b47" providerId="ADAL" clId="{5DF3A229-1965-414E-AF54-F4C37AC7DF68}" dt="2026-02-19T02:36:03.181" v="502"/>
        <pc:sldMkLst>
          <pc:docMk/>
          <pc:sldMk cId="2900383044" sldId="642"/>
        </pc:sldMkLst>
      </pc:sldChg>
      <pc:sldChg chg="del">
        <pc:chgData name="Zhao Jin" userId="cd05a825-544c-438a-9ba1-08e63db50b47" providerId="ADAL" clId="{5DF3A229-1965-414E-AF54-F4C37AC7DF68}" dt="2026-02-19T02:37:57.608" v="507" actId="47"/>
        <pc:sldMkLst>
          <pc:docMk/>
          <pc:sldMk cId="719017714" sldId="644"/>
        </pc:sldMkLst>
      </pc:sldChg>
      <pc:sldChg chg="addSp delSp modSp add mod">
        <pc:chgData name="Zhao Jin" userId="cd05a825-544c-438a-9ba1-08e63db50b47" providerId="ADAL" clId="{5DF3A229-1965-414E-AF54-F4C37AC7DF68}" dt="2026-02-19T02:44:26.227" v="767" actId="403"/>
        <pc:sldMkLst>
          <pc:docMk/>
          <pc:sldMk cId="1414353441" sldId="646"/>
        </pc:sldMkLst>
        <pc:spChg chg="add del mod">
          <ac:chgData name="Zhao Jin" userId="cd05a825-544c-438a-9ba1-08e63db50b47" providerId="ADAL" clId="{5DF3A229-1965-414E-AF54-F4C37AC7DF68}" dt="2026-02-19T02:41:14.299" v="536" actId="478"/>
          <ac:spMkLst>
            <pc:docMk/>
            <pc:sldMk cId="1414353441" sldId="646"/>
            <ac:spMk id="4" creationId="{6720BEB0-278B-39C4-726C-92BE95BEC6F5}"/>
          </ac:spMkLst>
        </pc:spChg>
        <pc:spChg chg="add mod">
          <ac:chgData name="Zhao Jin" userId="cd05a825-544c-438a-9ba1-08e63db50b47" providerId="ADAL" clId="{5DF3A229-1965-414E-AF54-F4C37AC7DF68}" dt="2026-02-19T02:41:21.837" v="562" actId="20577"/>
          <ac:spMkLst>
            <pc:docMk/>
            <pc:sldMk cId="1414353441" sldId="646"/>
            <ac:spMk id="5" creationId="{5FFB8BAB-4C2A-0B3D-48A1-99993A14B541}"/>
          </ac:spMkLst>
        </pc:spChg>
        <pc:spChg chg="add mod">
          <ac:chgData name="Zhao Jin" userId="cd05a825-544c-438a-9ba1-08e63db50b47" providerId="ADAL" clId="{5DF3A229-1965-414E-AF54-F4C37AC7DF68}" dt="2026-02-19T02:44:26.227" v="767" actId="403"/>
          <ac:spMkLst>
            <pc:docMk/>
            <pc:sldMk cId="1414353441" sldId="646"/>
            <ac:spMk id="7" creationId="{68FE83B9-5DAF-C4E0-7BA6-EE8195BF0690}"/>
          </ac:spMkLst>
        </pc:spChg>
        <pc:spChg chg="del">
          <ac:chgData name="Zhao Jin" userId="cd05a825-544c-438a-9ba1-08e63db50b47" providerId="ADAL" clId="{5DF3A229-1965-414E-AF54-F4C37AC7DF68}" dt="2026-02-19T02:41:07.389" v="527" actId="478"/>
          <ac:spMkLst>
            <pc:docMk/>
            <pc:sldMk cId="1414353441" sldId="646"/>
            <ac:spMk id="13" creationId="{2B3535DD-BA32-5FAB-EAAA-C33E0E6874AE}"/>
          </ac:spMkLst>
        </pc:spChg>
        <pc:spChg chg="del mod">
          <ac:chgData name="Zhao Jin" userId="cd05a825-544c-438a-9ba1-08e63db50b47" providerId="ADAL" clId="{5DF3A229-1965-414E-AF54-F4C37AC7DF68}" dt="2026-02-19T02:41:12.675" v="535" actId="478"/>
          <ac:spMkLst>
            <pc:docMk/>
            <pc:sldMk cId="1414353441" sldId="646"/>
            <ac:spMk id="24578" creationId="{16462715-1048-7E21-8905-4168B1C1E2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615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040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646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284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284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698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B4A2-B6D2-ACE1-DD4B-31BE5DE9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6FF1ACC-74A5-184F-21F0-1600841BDD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223F143-7288-1654-4702-14FB6A9981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0863C80-2C56-BD60-B61C-56F749917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05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F384-7023-6323-3FFD-5BF56087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E2FFD40-8B9D-E71F-8B03-AB4924DD41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784B40D-F350-E294-988D-C3968448E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F07A411-C578-230A-6E5A-EA26B3B2B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80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85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46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08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54AD-F18B-B313-0528-7D9B5390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56EA589-B5E5-78DB-ED1D-ABE89110AF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135A176-E1BC-6319-FCDC-32A75284A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2B190CC-EC59-2B86-1FA7-600338C11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967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64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7E54-E002-CEC6-6147-199F85A9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4381458-D634-6B46-B7EC-892F6D6E5F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78C85AC-1A2D-E226-2FB3-10E3FD817B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D4F0585-E4FE-7F2C-E2D8-75A27A66E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9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DF047-6678-2651-6921-9081E56A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CB5DAA5-6A34-D388-405E-EA5D755CCE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4F70E0D-79B3-D2F1-44EE-DC7B4449D1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9458400-76E1-00CD-6D39-49676B36C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26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422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93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0F64-F28F-9CCD-64C5-122B6791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9017B0B-5BC6-7D50-06EC-7FA59CA065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DC81158-FBA3-E040-0DDD-22C7192D0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9CA068D-09CD-7973-64C7-256446D74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123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40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547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3B2B-BF7B-C90E-EA01-098BC2A0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6FEA5C-0438-DFD0-5C5C-493B701823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8FE9C7D-056E-9D11-6989-F0A6469577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DDA9328-FE7C-9339-034A-6F0A5F15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22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13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Call Stack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B4DA49F8-E18F-52EC-1CF6-52AD84D6D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B6C58-B228-D947-3E1F-039D749A4DE2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13: Call Stack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Stack Frame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>
                <a:latin typeface="+mj-lt"/>
              </a:rPr>
              <a:t>Call Stack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CE0239-B380-084D-6ECC-36B22CDE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Variable Declaration - redux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Type declaration </a:t>
            </a:r>
            <a:r>
              <a:rPr lang="en-US" sz="2800" dirty="0">
                <a:solidFill>
                  <a:srgbClr val="0000FF"/>
                </a:solidFill>
              </a:rPr>
              <a:t>for variables (before use)</a:t>
            </a:r>
            <a:r>
              <a:rPr lang="en-US" sz="2800" dirty="0"/>
              <a:t> is compulsory in C so that the computer can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Allocate</a:t>
            </a:r>
            <a:r>
              <a:rPr lang="en-US" sz="2400" dirty="0"/>
              <a:t> the right amount of space in memory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Handle</a:t>
            </a:r>
            <a:r>
              <a:rPr lang="en-US" sz="2400" dirty="0"/>
              <a:t> the value accordingly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Where do we </a:t>
            </a:r>
            <a:r>
              <a:rPr lang="en-US" sz="2800" dirty="0">
                <a:solidFill>
                  <a:srgbClr val="0000FF"/>
                </a:solidFill>
              </a:rPr>
              <a:t>declare variables</a:t>
            </a:r>
            <a:r>
              <a:rPr lang="en-US" sz="2800" dirty="0"/>
              <a:t>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In the body of the functions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In the header of the functions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CCA737-8DA3-91EA-087A-C6898AEA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[TextBox 14]">
            <a:extLst>
              <a:ext uri="{FF2B5EF4-FFF2-40B4-BE49-F238E27FC236}">
                <a16:creationId xmlns:a16="http://schemas.microsoft.com/office/drawing/2014/main" id="{782602F1-4498-910D-BC7E-E2B3F4609A47}"/>
              </a:ext>
            </a:extLst>
          </p:cNvPr>
          <p:cNvSpPr txBox="1"/>
          <p:nvPr/>
        </p:nvSpPr>
        <p:spPr>
          <a:xfrm>
            <a:off x="5884468" y="4167908"/>
            <a:ext cx="2906241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b="1" dirty="0">
                <a:solidFill>
                  <a:schemeClr val="tx1"/>
                </a:solidFill>
                <a:latin typeface="Courier New" pitchFamily="49" charset="0"/>
              </a:rPr>
              <a:t> square(</a:t>
            </a:r>
            <a:r>
              <a:rPr lang="en-GB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GB" b="1" dirty="0">
                <a:solidFill>
                  <a:schemeClr val="tx1"/>
                </a:solidFill>
                <a:latin typeface="Courier New" pitchFamily="49" charset="0"/>
              </a:rPr>
              <a:t>x) {</a:t>
            </a:r>
            <a:br>
              <a:rPr lang="en-GB" b="1" dirty="0">
                <a:solidFill>
                  <a:srgbClr val="C00000"/>
                </a:solidFill>
                <a:latin typeface="Courier New" pitchFamily="49" charset="0"/>
              </a:rPr>
            </a:br>
            <a:r>
              <a:rPr lang="en-GB" b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GB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b="1" dirty="0">
                <a:latin typeface="Courier New" pitchFamily="49" charset="0"/>
              </a:rPr>
              <a:t> result;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b="1" dirty="0">
                <a:latin typeface="Courier New" pitchFamily="49" charset="0"/>
              </a:rPr>
              <a:t>   …</a:t>
            </a:r>
            <a:br>
              <a:rPr lang="en-GB" b="1" dirty="0">
                <a:latin typeface="Courier New" pitchFamily="49" charset="0"/>
              </a:rPr>
            </a:br>
            <a:r>
              <a:rPr lang="en-GB" b="1" dirty="0">
                <a:latin typeface="Courier New" pitchFamily="49" charset="0"/>
              </a:rPr>
              <a:t>	</a:t>
            </a:r>
            <a:r>
              <a:rPr lang="en-GB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GB" b="1" dirty="0">
                <a:latin typeface="Courier New" pitchFamily="49" charset="0"/>
              </a:rPr>
              <a:t> result;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Function Call - redux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happens when a function is called?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The statements in the function will be executed based on the inputs (if any)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happens when the main() function below is called (by the operating system)?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Variable x is declared and initialized.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Variable y is declared.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CF1FD-7C45-41D0-AB05-C3F94D8F0496}"/>
              </a:ext>
            </a:extLst>
          </p:cNvPr>
          <p:cNvSpPr txBox="1"/>
          <p:nvPr/>
        </p:nvSpPr>
        <p:spPr>
          <a:xfrm>
            <a:off x="6565736" y="3387438"/>
            <a:ext cx="2108527" cy="1754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B816B6-7492-D7CE-9820-85AAE3F3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32238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Stack Frame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624993" y="1180666"/>
            <a:ext cx="7778227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What happens (in the memory) when you call this function…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Stack Frame </a:t>
            </a:r>
            <a:r>
              <a:rPr lang="en-US" dirty="0"/>
              <a:t>is created for main()</a:t>
            </a:r>
            <a:endParaRPr lang="en-US" dirty="0">
              <a:solidFill>
                <a:srgbClr val="0000FF"/>
              </a:solidFill>
            </a:endParaRP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Some space (4 bytes) is allocated for variable x in the frame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value 1 is stored into this space.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Some space (4 bytes) is allocated for variable y in the frame.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Stack Frame: The memory allocated to a function for storing variables (among other things).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1052459" y="2151397"/>
            <a:ext cx="2108527" cy="1754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9" name="Picture 8" descr="Diagram&#10;&#10;Description automatically generated with low confidence">
            <a:extLst>
              <a:ext uri="{FF2B5EF4-FFF2-40B4-BE49-F238E27FC236}">
                <a16:creationId xmlns:a16="http://schemas.microsoft.com/office/drawing/2014/main" id="{81880B36-0DB4-41E7-A0EF-F81E54E2ED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9" t="55443" r="22138" b="1985"/>
          <a:stretch/>
        </p:blipFill>
        <p:spPr>
          <a:xfrm>
            <a:off x="3626070" y="2096218"/>
            <a:ext cx="4679732" cy="155169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BFF22F-78B8-4550-8E4C-E82EAB50BFD9}"/>
              </a:ext>
            </a:extLst>
          </p:cNvPr>
          <p:cNvCxnSpPr/>
          <p:nvPr/>
        </p:nvCxnSpPr>
        <p:spPr>
          <a:xfrm flipV="1">
            <a:off x="2857500" y="2583733"/>
            <a:ext cx="1048407" cy="58332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59D70C-B534-455C-8A9E-37DD90420FE7}"/>
              </a:ext>
            </a:extLst>
          </p:cNvPr>
          <p:cNvCxnSpPr>
            <a:cxnSpLocks/>
          </p:cNvCxnSpPr>
          <p:nvPr/>
        </p:nvCxnSpPr>
        <p:spPr>
          <a:xfrm>
            <a:off x="2923997" y="2872063"/>
            <a:ext cx="981910" cy="34504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608D3-BA78-26FF-8C69-43B97A68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D35FB-D5C0-DE5E-A61C-35B8237618DC}"/>
              </a:ext>
            </a:extLst>
          </p:cNvPr>
          <p:cNvSpPr/>
          <p:nvPr/>
        </p:nvSpPr>
        <p:spPr>
          <a:xfrm>
            <a:off x="3922226" y="2882214"/>
            <a:ext cx="2239837" cy="675798"/>
          </a:xfrm>
          <a:prstGeom prst="rect">
            <a:avLst/>
          </a:prstGeom>
          <a:solidFill>
            <a:srgbClr val="EC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02365E-BE5D-A4DC-8901-DF13C5A55BA8}"/>
              </a:ext>
            </a:extLst>
          </p:cNvPr>
          <p:cNvSpPr/>
          <p:nvPr/>
        </p:nvSpPr>
        <p:spPr>
          <a:xfrm>
            <a:off x="3922225" y="2232209"/>
            <a:ext cx="2239837" cy="639854"/>
          </a:xfrm>
          <a:prstGeom prst="rect">
            <a:avLst/>
          </a:prstGeom>
          <a:solidFill>
            <a:srgbClr val="EC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" name="Picture 2" descr="A waffle with many square holes&#10;&#10;AI-generated content may be incorrect.">
            <a:extLst>
              <a:ext uri="{FF2B5EF4-FFF2-40B4-BE49-F238E27FC236}">
                <a16:creationId xmlns:a16="http://schemas.microsoft.com/office/drawing/2014/main" id="{380E6ECF-BFC2-D0F0-542B-970C2B7C24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361570"/>
            <a:ext cx="691692" cy="69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342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Stack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Stack Frame </a:t>
            </a:r>
            <a:r>
              <a:rPr lang="en-US" dirty="0"/>
              <a:t>is added to the </a:t>
            </a:r>
            <a:r>
              <a:rPr lang="en-US" dirty="0">
                <a:solidFill>
                  <a:srgbClr val="0000FF"/>
                </a:solidFill>
              </a:rPr>
              <a:t>Call Stack </a:t>
            </a:r>
            <a:r>
              <a:rPr lang="en-US" dirty="0"/>
              <a:t>when a function is called </a:t>
            </a:r>
            <a:r>
              <a:rPr lang="en-US" dirty="0">
                <a:highlight>
                  <a:srgbClr val="FFFF00"/>
                </a:highlight>
              </a:rPr>
              <a:t>with the 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</a:rPr>
              <a:t>values </a:t>
            </a:r>
            <a:r>
              <a:rPr lang="en-US" dirty="0">
                <a:highlight>
                  <a:srgbClr val="FFFF00"/>
                </a:highlight>
              </a:rPr>
              <a:t>of the arguments copied over</a:t>
            </a:r>
            <a:r>
              <a:rPr lang="en-US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37CA0-C20C-4626-A0E0-998E2B6D678A}"/>
              </a:ext>
            </a:extLst>
          </p:cNvPr>
          <p:cNvSpPr txBox="1"/>
          <p:nvPr/>
        </p:nvSpPr>
        <p:spPr>
          <a:xfrm>
            <a:off x="1004075" y="2168972"/>
            <a:ext cx="3846599" cy="36933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sum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D1A42C95-4840-4615-9807-715729F687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2" t="55200" r="22545"/>
          <a:stretch>
            <a:fillRect/>
          </a:stretch>
        </p:blipFill>
        <p:spPr>
          <a:xfrm>
            <a:off x="3737695" y="4876800"/>
            <a:ext cx="4505499" cy="160019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038EAF-AF17-4A89-988D-17592CF9D3C5}"/>
              </a:ext>
            </a:extLst>
          </p:cNvPr>
          <p:cNvCxnSpPr>
            <a:cxnSpLocks/>
          </p:cNvCxnSpPr>
          <p:nvPr/>
        </p:nvCxnSpPr>
        <p:spPr>
          <a:xfrm>
            <a:off x="529458" y="2618566"/>
            <a:ext cx="78200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822D7A-4E90-BE15-B8F9-DD94E9C0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836CB0-D4F5-A853-9090-1FFB00D8EE48}"/>
              </a:ext>
            </a:extLst>
          </p:cNvPr>
          <p:cNvCxnSpPr>
            <a:cxnSpLocks/>
          </p:cNvCxnSpPr>
          <p:nvPr/>
        </p:nvCxnSpPr>
        <p:spPr>
          <a:xfrm flipV="1">
            <a:off x="2534856" y="2488557"/>
            <a:ext cx="530957" cy="246268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E3994A-05D5-3E99-9D62-CA5690DFC342}"/>
              </a:ext>
            </a:extLst>
          </p:cNvPr>
          <p:cNvSpPr txBox="1"/>
          <p:nvPr/>
        </p:nvSpPr>
        <p:spPr>
          <a:xfrm>
            <a:off x="5486401" y="2033397"/>
            <a:ext cx="230244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a.k.a. </a:t>
            </a:r>
            <a:r>
              <a:rPr lang="en-US" b="1" dirty="0"/>
              <a:t>Call By Value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C001D3-8A63-BC2D-0AA0-D55835B660DD}"/>
              </a:ext>
            </a:extLst>
          </p:cNvPr>
          <p:cNvCxnSpPr>
            <a:cxnSpLocks/>
          </p:cNvCxnSpPr>
          <p:nvPr/>
        </p:nvCxnSpPr>
        <p:spPr>
          <a:xfrm>
            <a:off x="457200" y="5119311"/>
            <a:ext cx="78200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diagram&#10;&#10;Description automatically generated">
            <a:extLst>
              <a:ext uri="{FF2B5EF4-FFF2-40B4-BE49-F238E27FC236}">
                <a16:creationId xmlns:a16="http://schemas.microsoft.com/office/drawing/2014/main" id="{3869DA3C-08EE-018E-F829-581A400139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2" r="22545" b="44964"/>
          <a:stretch>
            <a:fillRect/>
          </a:stretch>
        </p:blipFill>
        <p:spPr>
          <a:xfrm>
            <a:off x="3737694" y="2945465"/>
            <a:ext cx="4505499" cy="1965834"/>
          </a:xfrm>
          <a:prstGeom prst="rect">
            <a:avLst/>
          </a:prstGeom>
        </p:spPr>
      </p:pic>
      <p:pic>
        <p:nvPicPr>
          <p:cNvPr id="13" name="Picture 12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3731ABF8-9D8D-EC49-3470-44E5819FF8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8253627" y="3773646"/>
            <a:ext cx="695539" cy="704225"/>
          </a:xfrm>
          <a:prstGeom prst="rect">
            <a:avLst/>
          </a:prstGeom>
        </p:spPr>
      </p:pic>
      <p:pic>
        <p:nvPicPr>
          <p:cNvPr id="16" name="Picture 15" descr="A waffle with many square holes&#10;&#10;AI-generated content may be incorrect.">
            <a:extLst>
              <a:ext uri="{FF2B5EF4-FFF2-40B4-BE49-F238E27FC236}">
                <a16:creationId xmlns:a16="http://schemas.microsoft.com/office/drawing/2014/main" id="{093AA06F-6AC3-FC99-D556-74E60C0F0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627" y="5286943"/>
            <a:ext cx="691692" cy="69169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AE10E3-8B14-B995-93FE-BD466BD11649}"/>
              </a:ext>
            </a:extLst>
          </p:cNvPr>
          <p:cNvCxnSpPr>
            <a:cxnSpLocks/>
          </p:cNvCxnSpPr>
          <p:nvPr/>
        </p:nvCxnSpPr>
        <p:spPr>
          <a:xfrm flipV="1">
            <a:off x="3065813" y="2488557"/>
            <a:ext cx="1054774" cy="243681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92179CE-60D9-5B7F-23DB-DE4CADF515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1428" y="3209179"/>
            <a:ext cx="2835494" cy="56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475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0E6B3F9-DCBC-DF20-8B9D-D6063B687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Stack Frame </a:t>
            </a:r>
            <a:r>
              <a:rPr lang="en-US" dirty="0"/>
              <a:t>is added to the </a:t>
            </a:r>
            <a:r>
              <a:rPr lang="en-US" dirty="0">
                <a:solidFill>
                  <a:srgbClr val="0000FF"/>
                </a:solidFill>
              </a:rPr>
              <a:t>Call Stack </a:t>
            </a:r>
            <a:r>
              <a:rPr lang="en-US" dirty="0"/>
              <a:t>when a function is called with the values of the arguments copied over.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Stack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37CA0-C20C-4626-A0E0-998E2B6D678A}"/>
              </a:ext>
            </a:extLst>
          </p:cNvPr>
          <p:cNvSpPr txBox="1"/>
          <p:nvPr/>
        </p:nvSpPr>
        <p:spPr>
          <a:xfrm>
            <a:off x="1004075" y="2168972"/>
            <a:ext cx="3846599" cy="36933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sum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242BC886-F834-413A-AE89-A5BA4EA260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7" r="22000"/>
          <a:stretch/>
        </p:blipFill>
        <p:spPr>
          <a:xfrm>
            <a:off x="3796707" y="2911653"/>
            <a:ext cx="4493623" cy="357187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0E7FFF-A963-44C1-90E8-1FD6843962A5}"/>
              </a:ext>
            </a:extLst>
          </p:cNvPr>
          <p:cNvCxnSpPr>
            <a:cxnSpLocks/>
          </p:cNvCxnSpPr>
          <p:nvPr/>
        </p:nvCxnSpPr>
        <p:spPr>
          <a:xfrm>
            <a:off x="533400" y="2905949"/>
            <a:ext cx="78200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D0644B-FF1A-C055-B8D7-86B9BC82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3" name="Picture 2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3BF0CE0F-7A7B-C32F-DBCB-34C96CB9A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8253627" y="3773646"/>
            <a:ext cx="695539" cy="70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1690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Stack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Stack Frame </a:t>
            </a:r>
            <a:r>
              <a:rPr lang="en-US" dirty="0"/>
              <a:t>is removed from the </a:t>
            </a:r>
            <a:r>
              <a:rPr lang="en-US" dirty="0">
                <a:solidFill>
                  <a:srgbClr val="0000FF"/>
                </a:solidFill>
              </a:rPr>
              <a:t>Call Stack </a:t>
            </a:r>
            <a:r>
              <a:rPr lang="en-US" dirty="0"/>
              <a:t>after the function has completed.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37CA0-C20C-4626-A0E0-998E2B6D678A}"/>
              </a:ext>
            </a:extLst>
          </p:cNvPr>
          <p:cNvSpPr txBox="1"/>
          <p:nvPr/>
        </p:nvSpPr>
        <p:spPr>
          <a:xfrm>
            <a:off x="1004075" y="2168972"/>
            <a:ext cx="3846599" cy="36933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sum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0E7FFF-A963-44C1-90E8-1FD6843962A5}"/>
              </a:ext>
            </a:extLst>
          </p:cNvPr>
          <p:cNvCxnSpPr>
            <a:cxnSpLocks/>
          </p:cNvCxnSpPr>
          <p:nvPr/>
        </p:nvCxnSpPr>
        <p:spPr>
          <a:xfrm>
            <a:off x="457200" y="5109218"/>
            <a:ext cx="78200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C110457-59E1-495F-BA30-0588411DBE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7" t="54206" r="22666"/>
          <a:stretch/>
        </p:blipFill>
        <p:spPr>
          <a:xfrm>
            <a:off x="3796937" y="4847599"/>
            <a:ext cx="4432663" cy="163570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22162-C52E-B8FF-16C1-46C4EE7D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5" name="Picture 4" descr="A waffle with many square holes&#10;&#10;AI-generated content may be incorrect.">
            <a:extLst>
              <a:ext uri="{FF2B5EF4-FFF2-40B4-BE49-F238E27FC236}">
                <a16:creationId xmlns:a16="http://schemas.microsoft.com/office/drawing/2014/main" id="{3F64B18E-9DA3-77F7-C514-86E603A10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627" y="5286943"/>
            <a:ext cx="691692" cy="69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2519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Stack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Each </a:t>
            </a:r>
            <a:r>
              <a:rPr lang="en-US" dirty="0">
                <a:solidFill>
                  <a:srgbClr val="0000FF"/>
                </a:solidFill>
              </a:rPr>
              <a:t>Stack Frame </a:t>
            </a:r>
            <a:r>
              <a:rPr lang="en-US" dirty="0"/>
              <a:t>is independent from another.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37CA0-C20C-4626-A0E0-998E2B6D678A}"/>
              </a:ext>
            </a:extLst>
          </p:cNvPr>
          <p:cNvSpPr txBox="1"/>
          <p:nvPr/>
        </p:nvSpPr>
        <p:spPr>
          <a:xfrm>
            <a:off x="1004075" y="2168972"/>
            <a:ext cx="3846599" cy="36933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242BC886-F834-413A-AE89-A5BA4EA260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7" r="22000"/>
          <a:stretch/>
        </p:blipFill>
        <p:spPr>
          <a:xfrm>
            <a:off x="3796707" y="2911653"/>
            <a:ext cx="4493623" cy="357187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0E7FFF-A963-44C1-90E8-1FD6843962A5}"/>
              </a:ext>
            </a:extLst>
          </p:cNvPr>
          <p:cNvCxnSpPr>
            <a:cxnSpLocks/>
          </p:cNvCxnSpPr>
          <p:nvPr/>
        </p:nvCxnSpPr>
        <p:spPr>
          <a:xfrm>
            <a:off x="533400" y="2905949"/>
            <a:ext cx="78200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1C58C27-3B14-42B9-A7E7-EA4CB9CA7257}"/>
              </a:ext>
            </a:extLst>
          </p:cNvPr>
          <p:cNvSpPr txBox="1"/>
          <p:nvPr/>
        </p:nvSpPr>
        <p:spPr>
          <a:xfrm>
            <a:off x="5956667" y="3244334"/>
            <a:ext cx="619046" cy="369332"/>
          </a:xfrm>
          <a:prstGeom prst="rect">
            <a:avLst/>
          </a:prstGeom>
          <a:solidFill>
            <a:srgbClr val="ECEAE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099946CC-D55C-427B-87A8-2A28E4640B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48" t="78185" r="45293" b="14941"/>
          <a:stretch/>
        </p:blipFill>
        <p:spPr>
          <a:xfrm>
            <a:off x="6009650" y="3281926"/>
            <a:ext cx="160867" cy="24553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F3781-DFEA-9EEC-A834-82005A0B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6" name="Picture 5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45BFDC36-E3FE-97B0-F7DD-6C10D99F17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8253627" y="3773646"/>
            <a:ext cx="695539" cy="70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9818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98A8-DD65-7367-147F-9F8EC0A9F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11BAED5-69AE-138E-C135-F64EBA71D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C8CD3-15D3-AB0A-CC6D-BE87B446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A9FD7083-C28D-DA5E-D8E7-0CFBD41B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53DB4126-ECC8-1652-B1CE-482C4DA07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What happens when you call factorial(5) with the following function?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4B077-577B-F8AB-A6AE-4B3CE0C0062E}"/>
              </a:ext>
            </a:extLst>
          </p:cNvPr>
          <p:cNvSpPr txBox="1"/>
          <p:nvPr/>
        </p:nvSpPr>
        <p:spPr>
          <a:xfrm>
            <a:off x="1004076" y="2168972"/>
            <a:ext cx="5614008" cy="23083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answer = n * factorial(n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977CC-F841-30B0-222E-330C0BBF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2767D-0A7C-2482-EA26-050EED4B5DE4}"/>
              </a:ext>
            </a:extLst>
          </p:cNvPr>
          <p:cNvSpPr txBox="1"/>
          <p:nvPr/>
        </p:nvSpPr>
        <p:spPr>
          <a:xfrm>
            <a:off x="6295056" y="2445971"/>
            <a:ext cx="2391743" cy="1754326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Infinite recursion. </a:t>
            </a:r>
          </a:p>
          <a:p>
            <a:endParaRPr lang="en-US" dirty="0"/>
          </a:p>
          <a:p>
            <a:r>
              <a:rPr lang="en-US" dirty="0"/>
              <a:t>May cause </a:t>
            </a:r>
            <a:r>
              <a:rPr lang="en-US" dirty="0">
                <a:solidFill>
                  <a:srgbClr val="0000FF"/>
                </a:solidFill>
              </a:rPr>
              <a:t>stack overflow</a:t>
            </a:r>
            <a:r>
              <a:rPr lang="en-US" dirty="0"/>
              <a:t> as signaled by segmentation fault or crashing…</a:t>
            </a:r>
          </a:p>
        </p:txBody>
      </p:sp>
      <p:pic>
        <p:nvPicPr>
          <p:cNvPr id="2" name="Picture 1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8E5434C3-669A-8AA8-3381-1A6C1E843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6794286" y="4302522"/>
            <a:ext cx="695539" cy="704225"/>
          </a:xfrm>
          <a:prstGeom prst="rect">
            <a:avLst/>
          </a:prstGeom>
        </p:spPr>
      </p:pic>
      <p:pic>
        <p:nvPicPr>
          <p:cNvPr id="4" name="Picture 3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0406AC9C-45DA-1B75-552B-971E40838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6946686" y="4454922"/>
            <a:ext cx="695539" cy="704225"/>
          </a:xfrm>
          <a:prstGeom prst="rect">
            <a:avLst/>
          </a:prstGeom>
        </p:spPr>
      </p:pic>
      <p:pic>
        <p:nvPicPr>
          <p:cNvPr id="5" name="Picture 4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FDED8B56-2BA3-C6FA-36E1-783FFCBC3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7099086" y="4607322"/>
            <a:ext cx="695539" cy="704225"/>
          </a:xfrm>
          <a:prstGeom prst="rect">
            <a:avLst/>
          </a:prstGeom>
        </p:spPr>
      </p:pic>
      <p:pic>
        <p:nvPicPr>
          <p:cNvPr id="9" name="Picture 8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BD6CE2B6-62BF-DCAE-E514-B5DEBF8F4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7251486" y="4759722"/>
            <a:ext cx="695539" cy="704225"/>
          </a:xfrm>
          <a:prstGeom prst="rect">
            <a:avLst/>
          </a:prstGeom>
        </p:spPr>
      </p:pic>
      <p:pic>
        <p:nvPicPr>
          <p:cNvPr id="10" name="Picture 9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0EBDBE63-ACB6-8792-3215-ED70A5A6F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7403886" y="4912122"/>
            <a:ext cx="695539" cy="704225"/>
          </a:xfrm>
          <a:prstGeom prst="rect">
            <a:avLst/>
          </a:prstGeom>
        </p:spPr>
      </p:pic>
      <p:pic>
        <p:nvPicPr>
          <p:cNvPr id="13" name="Picture 12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F95E0B42-D548-8BB2-F1E0-005CF0057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7556286" y="5064522"/>
            <a:ext cx="695539" cy="704225"/>
          </a:xfrm>
          <a:prstGeom prst="rect">
            <a:avLst/>
          </a:prstGeom>
        </p:spPr>
      </p:pic>
      <p:pic>
        <p:nvPicPr>
          <p:cNvPr id="14" name="Picture 13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CB356C64-F8A5-983D-6729-6C27D0C12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7708686" y="5216922"/>
            <a:ext cx="695539" cy="704225"/>
          </a:xfrm>
          <a:prstGeom prst="rect">
            <a:avLst/>
          </a:prstGeom>
        </p:spPr>
      </p:pic>
      <p:pic>
        <p:nvPicPr>
          <p:cNvPr id="15" name="Picture 14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86CA064A-DEBC-771C-FCC3-49CDEDA64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7861086" y="5369322"/>
            <a:ext cx="695539" cy="70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278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14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Fixed-Length Array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00AFD87E-4140-DA13-C177-8179A510C0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C62017-F5BC-C7C2-DB29-3938B809BFDA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Unit 15: Array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Fixed-Length Array</a:t>
            </a:r>
            <a:r>
              <a:rPr lang="en-GB" sz="2800" dirty="0">
                <a:latin typeface="+mj-lt"/>
              </a:rPr>
              <a:t> 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Array as Lookup Table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Array as List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Common Mistakes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Array and Pointer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Function Definition / Call with Array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8CF685-973B-08CF-8432-4E4095D8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8D4A18-A800-B567-3285-EFC0CD3E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598567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A66-0DF6-EAAC-3A13-C7AED68A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B49EB73-B4C3-DC42-99F8-82C42D3FD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Variables – re-redux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FBCE43F-C67B-6223-7E44-C08A44D182C9}"/>
              </a:ext>
            </a:extLst>
          </p:cNvPr>
          <p:cNvSpPr txBox="1">
            <a:spLocks noChangeArrowheads="1"/>
          </p:cNvSpPr>
          <p:nvPr/>
        </p:nvSpPr>
        <p:spPr>
          <a:xfrm>
            <a:off x="686898" y="5302573"/>
            <a:ext cx="8259762" cy="1555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sz="2000">
              <a:solidFill>
                <a:srgbClr val="0000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F70437-B74D-1BF3-114C-17C9FB41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4F2B7C-53BA-D07A-2045-92DF233B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93C2B2-B910-A777-54E8-8FB949A08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are the limitations of the variables we have learn so far?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It can only hold </a:t>
            </a:r>
            <a:r>
              <a:rPr lang="en-US" sz="2400" dirty="0">
                <a:solidFill>
                  <a:srgbClr val="0000FF"/>
                </a:solidFill>
              </a:rPr>
              <a:t>a single value</a:t>
            </a:r>
            <a:r>
              <a:rPr lang="en-US" sz="2400" dirty="0"/>
              <a:t>.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happens if we need to hold many different values of the same type for processing?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E.g.,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Marks of a class of 100 students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Number of days in each month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Postal codes in Singapore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95184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Fixed-Length Array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457199" y="1213945"/>
            <a:ext cx="8008883" cy="1019301"/>
          </a:xfrm>
        </p:spPr>
        <p:txBody>
          <a:bodyPr>
            <a:no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800" dirty="0"/>
              <a:t>A collection of data of a particular type, each accessible through an index.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dirty="0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dirty="0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br>
              <a:rPr lang="en-GB" sz="1200" dirty="0">
                <a:latin typeface="Arial" pitchFamily="34" charset="0"/>
                <a:cs typeface="Arial" pitchFamily="34" charset="0"/>
              </a:rPr>
            </a:b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 Element type can be any data type (e.g., </a:t>
            </a:r>
            <a:r>
              <a:rPr lang="en-GB" sz="2400" dirty="0">
                <a:solidFill>
                  <a:srgbClr val="0000FF"/>
                </a:solidFill>
              </a:rPr>
              <a:t>long</a:t>
            </a:r>
            <a:r>
              <a:rPr lang="en-GB" sz="2400" dirty="0"/>
              <a:t>, </a:t>
            </a:r>
            <a:r>
              <a:rPr lang="en-GB" sz="2400" dirty="0">
                <a:solidFill>
                  <a:srgbClr val="0000FF"/>
                </a:solidFill>
              </a:rPr>
              <a:t>double,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0000FF"/>
                </a:solidFill>
              </a:rPr>
              <a:t>char</a:t>
            </a:r>
            <a:r>
              <a:rPr lang="en-GB" sz="2400" dirty="0"/>
              <a:t>)</a:t>
            </a:r>
          </a:p>
          <a:p>
            <a:pPr lvl="1">
              <a:spcBef>
                <a:spcPts val="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 Array </a:t>
            </a:r>
            <a:r>
              <a:rPr lang="en-GB" sz="2400" dirty="0">
                <a:solidFill>
                  <a:srgbClr val="0000FF"/>
                </a:solidFill>
              </a:rPr>
              <a:t>size</a:t>
            </a:r>
            <a:r>
              <a:rPr lang="en-GB" sz="2400" dirty="0"/>
              <a:t> should be a positive integer.</a:t>
            </a:r>
          </a:p>
          <a:p>
            <a:pPr lvl="1">
              <a:spcBef>
                <a:spcPts val="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 Array </a:t>
            </a:r>
            <a:r>
              <a:rPr lang="en-GB" sz="2400" dirty="0">
                <a:solidFill>
                  <a:srgbClr val="0000FF"/>
                </a:solidFill>
              </a:rPr>
              <a:t>index</a:t>
            </a:r>
            <a:r>
              <a:rPr lang="en-GB" sz="2400" dirty="0"/>
              <a:t> is from </a:t>
            </a:r>
            <a:r>
              <a:rPr lang="en-GB" sz="2400" dirty="0">
                <a:solidFill>
                  <a:srgbClr val="0000FF"/>
                </a:solidFill>
              </a:rPr>
              <a:t>0</a:t>
            </a:r>
            <a:r>
              <a:rPr lang="en-GB" sz="2400" dirty="0"/>
              <a:t> to Array </a:t>
            </a:r>
            <a:r>
              <a:rPr lang="en-GB" sz="2400" dirty="0">
                <a:solidFill>
                  <a:srgbClr val="0000FF"/>
                </a:solidFill>
              </a:rPr>
              <a:t>size - 1 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588126" y="2214473"/>
            <a:ext cx="30650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marks</a:t>
            </a:r>
            <a:r>
              <a:rPr lang="en-US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b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;</a:t>
            </a:r>
            <a:endParaRPr lang="en-SG" sz="2400" b="1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9" name="Group 43"/>
          <p:cNvGrpSpPr>
            <a:grpSpLocks/>
          </p:cNvGrpSpPr>
          <p:nvPr/>
        </p:nvGrpSpPr>
        <p:grpSpPr bwMode="auto">
          <a:xfrm>
            <a:off x="3173413" y="2569654"/>
            <a:ext cx="1927225" cy="768769"/>
            <a:chOff x="3172857" y="3289476"/>
            <a:chExt cx="1927953" cy="770507"/>
          </a:xfrm>
        </p:grpSpPr>
        <p:sp>
          <p:nvSpPr>
            <p:cNvPr id="30" name="TextBox 29"/>
            <p:cNvSpPr txBox="1"/>
            <p:nvPr/>
          </p:nvSpPr>
          <p:spPr>
            <a:xfrm>
              <a:off x="3172857" y="3690850"/>
              <a:ext cx="1927953" cy="369133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solidFill>
                    <a:srgbClr val="000000"/>
                  </a:solidFill>
                </a:rPr>
                <a:t>Array name</a:t>
              </a:r>
              <a:endParaRPr lang="en-SG">
                <a:solidFill>
                  <a:srgbClr val="000000"/>
                </a:solidFill>
              </a:endParaRPr>
            </a:p>
          </p:txBody>
        </p:sp>
        <p:cxnSp>
          <p:nvCxnSpPr>
            <p:cNvPr id="31" name="Straight Arrow Connector 34"/>
            <p:cNvCxnSpPr>
              <a:cxnSpLocks noChangeShapeType="1"/>
              <a:stCxn id="30" idx="0"/>
            </p:cNvCxnSpPr>
            <p:nvPr/>
          </p:nvCxnSpPr>
          <p:spPr bwMode="auto">
            <a:xfrm flipH="1" flipV="1">
              <a:off x="4002131" y="3289476"/>
              <a:ext cx="134703" cy="401377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44"/>
          <p:cNvGrpSpPr>
            <a:grpSpLocks/>
          </p:cNvGrpSpPr>
          <p:nvPr/>
        </p:nvGrpSpPr>
        <p:grpSpPr bwMode="auto">
          <a:xfrm>
            <a:off x="912813" y="2554662"/>
            <a:ext cx="2280092" cy="661524"/>
            <a:chOff x="912564" y="3276040"/>
            <a:chExt cx="2281036" cy="660922"/>
          </a:xfrm>
        </p:grpSpPr>
        <p:sp>
          <p:nvSpPr>
            <p:cNvPr id="33" name="TextBox 32"/>
            <p:cNvSpPr txBox="1"/>
            <p:nvPr/>
          </p:nvSpPr>
          <p:spPr>
            <a:xfrm>
              <a:off x="912564" y="3567411"/>
              <a:ext cx="1928023" cy="369551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solidFill>
                    <a:srgbClr val="0000FF"/>
                  </a:solidFill>
                </a:rPr>
                <a:t>Element type</a:t>
              </a:r>
              <a:endParaRPr lang="en-SG">
                <a:solidFill>
                  <a:srgbClr val="0000FF"/>
                </a:solidFill>
              </a:endParaRPr>
            </a:p>
          </p:txBody>
        </p:sp>
        <p:cxnSp>
          <p:nvCxnSpPr>
            <p:cNvPr id="34" name="Straight Arrow Connector 37"/>
            <p:cNvCxnSpPr>
              <a:cxnSpLocks noChangeShapeType="1"/>
            </p:cNvCxnSpPr>
            <p:nvPr/>
          </p:nvCxnSpPr>
          <p:spPr bwMode="auto">
            <a:xfrm flipV="1">
              <a:off x="2555913" y="3276040"/>
              <a:ext cx="637687" cy="28240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42"/>
          <p:cNvGrpSpPr>
            <a:grpSpLocks/>
          </p:cNvGrpSpPr>
          <p:nvPr/>
        </p:nvGrpSpPr>
        <p:grpSpPr bwMode="auto">
          <a:xfrm>
            <a:off x="4946495" y="2585391"/>
            <a:ext cx="2465543" cy="553008"/>
            <a:chOff x="4946514" y="3306963"/>
            <a:chExt cx="2466002" cy="552880"/>
          </a:xfrm>
        </p:grpSpPr>
        <p:sp>
          <p:nvSpPr>
            <p:cNvPr id="36" name="TextBox 35"/>
            <p:cNvSpPr txBox="1"/>
            <p:nvPr/>
          </p:nvSpPr>
          <p:spPr>
            <a:xfrm>
              <a:off x="5484932" y="3490042"/>
              <a:ext cx="1927584" cy="369801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solidFill>
                    <a:srgbClr val="008000"/>
                  </a:solidFill>
                </a:rPr>
                <a:t>Array size</a:t>
              </a:r>
              <a:endParaRPr lang="en-SG" dirty="0">
                <a:solidFill>
                  <a:srgbClr val="008000"/>
                </a:solidFill>
              </a:endParaRPr>
            </a:p>
          </p:txBody>
        </p:sp>
        <p:cxnSp>
          <p:nvCxnSpPr>
            <p:cNvPr id="37" name="Straight Arrow Connector 40"/>
            <p:cNvCxnSpPr>
              <a:cxnSpLocks noChangeShapeType="1"/>
              <a:stCxn id="36" idx="1"/>
            </p:cNvCxnSpPr>
            <p:nvPr/>
          </p:nvCxnSpPr>
          <p:spPr bwMode="auto">
            <a:xfrm flipH="1" flipV="1">
              <a:off x="4946514" y="3306963"/>
              <a:ext cx="538418" cy="367980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37"/>
          <p:cNvGrpSpPr/>
          <p:nvPr/>
        </p:nvGrpSpPr>
        <p:grpSpPr>
          <a:xfrm>
            <a:off x="1101969" y="3688081"/>
            <a:ext cx="6633090" cy="777343"/>
            <a:chOff x="1101969" y="4738972"/>
            <a:chExt cx="6633090" cy="777343"/>
          </a:xfrm>
        </p:grpSpPr>
        <p:grpSp>
          <p:nvGrpSpPr>
            <p:cNvPr id="39" name="Group 38"/>
            <p:cNvGrpSpPr/>
            <p:nvPr/>
          </p:nvGrpSpPr>
          <p:grpSpPr>
            <a:xfrm>
              <a:off x="1101969" y="5140785"/>
              <a:ext cx="6543293" cy="375530"/>
              <a:chOff x="1101969" y="5140785"/>
              <a:chExt cx="6543293" cy="375530"/>
            </a:xfrm>
          </p:grpSpPr>
          <p:sp>
            <p:nvSpPr>
              <p:cNvPr id="47" name="Rectangle 16"/>
              <p:cNvSpPr>
                <a:spLocks noChangeArrowheads="1"/>
              </p:cNvSpPr>
              <p:nvPr/>
            </p:nvSpPr>
            <p:spPr bwMode="auto">
              <a:xfrm>
                <a:off x="19488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2</a:t>
                </a:r>
              </a:p>
            </p:txBody>
          </p:sp>
          <p:sp>
            <p:nvSpPr>
              <p:cNvPr id="48" name="Rectangle 16"/>
              <p:cNvSpPr>
                <a:spLocks noChangeArrowheads="1"/>
              </p:cNvSpPr>
              <p:nvPr/>
            </p:nvSpPr>
            <p:spPr bwMode="auto">
              <a:xfrm>
                <a:off x="4548188" y="5140785"/>
                <a:ext cx="537183" cy="3520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pPr algn="ctr"/>
                <a:r>
                  <a:rPr lang="en-US" sz="2400" b="1"/>
                  <a:t>…</a:t>
                </a:r>
                <a:endParaRPr lang="en-SG" sz="2400" b="1"/>
              </a:p>
            </p:txBody>
          </p:sp>
          <p:sp>
            <p:nvSpPr>
              <p:cNvPr id="49" name="Rectangle 16"/>
              <p:cNvSpPr>
                <a:spLocks noChangeArrowheads="1"/>
              </p:cNvSpPr>
              <p:nvPr/>
            </p:nvSpPr>
            <p:spPr bwMode="auto">
              <a:xfrm>
                <a:off x="2799131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4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1101969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1</a:t>
                </a:r>
              </a:p>
            </p:txBody>
          </p:sp>
          <p:sp>
            <p:nvSpPr>
              <p:cNvPr id="51" name="Rectangle 16"/>
              <p:cNvSpPr>
                <a:spLocks noChangeArrowheads="1"/>
              </p:cNvSpPr>
              <p:nvPr/>
            </p:nvSpPr>
            <p:spPr bwMode="auto">
              <a:xfrm>
                <a:off x="3652457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20</a:t>
                </a:r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51045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SG"/>
              </a:p>
            </p:txBody>
          </p:sp>
          <p:sp>
            <p:nvSpPr>
              <p:cNvPr id="53" name="Rectangle 16"/>
              <p:cNvSpPr>
                <a:spLocks noChangeArrowheads="1"/>
              </p:cNvSpPr>
              <p:nvPr/>
            </p:nvSpPr>
            <p:spPr bwMode="auto">
              <a:xfrm>
                <a:off x="5951466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42</a:t>
                </a:r>
              </a:p>
            </p:txBody>
          </p:sp>
          <p:sp>
            <p:nvSpPr>
              <p:cNvPr id="54" name="Rectangle 16"/>
              <p:cNvSpPr>
                <a:spLocks noChangeArrowheads="1"/>
              </p:cNvSpPr>
              <p:nvPr/>
            </p:nvSpPr>
            <p:spPr bwMode="auto">
              <a:xfrm>
                <a:off x="6798364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7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1948868" y="4738972"/>
              <a:ext cx="5786191" cy="400110"/>
              <a:chOff x="1948868" y="4738972"/>
              <a:chExt cx="5786191" cy="400110"/>
            </a:xfrm>
          </p:grpSpPr>
          <p:sp>
            <p:nvSpPr>
              <p:cNvPr id="42" name="TextBox 23"/>
              <p:cNvSpPr txBox="1">
                <a:spLocks noChangeArrowheads="1"/>
              </p:cNvSpPr>
              <p:nvPr/>
            </p:nvSpPr>
            <p:spPr bwMode="auto">
              <a:xfrm>
                <a:off x="3698141" y="4738972"/>
                <a:ext cx="4893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/>
                  <a:t>…</a:t>
                </a:r>
                <a:endParaRPr lang="en-SG" sz="2000" b="1"/>
              </a:p>
            </p:txBody>
          </p:sp>
          <p:sp>
            <p:nvSpPr>
              <p:cNvPr id="43" name="TextBox 15"/>
              <p:cNvSpPr txBox="1">
                <a:spLocks noChangeArrowheads="1"/>
              </p:cNvSpPr>
              <p:nvPr/>
            </p:nvSpPr>
            <p:spPr bwMode="auto">
              <a:xfrm>
                <a:off x="1948868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[1]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4" name="TextBox 15"/>
              <p:cNvSpPr txBox="1">
                <a:spLocks noChangeArrowheads="1"/>
              </p:cNvSpPr>
              <p:nvPr/>
            </p:nvSpPr>
            <p:spPr bwMode="auto">
              <a:xfrm>
                <a:off x="2792997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[2]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5" name="TextBox 15"/>
              <p:cNvSpPr txBox="1">
                <a:spLocks noChangeArrowheads="1"/>
              </p:cNvSpPr>
              <p:nvPr/>
            </p:nvSpPr>
            <p:spPr bwMode="auto">
              <a:xfrm>
                <a:off x="5871943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[8]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6" name="TextBox 15"/>
              <p:cNvSpPr txBox="1">
                <a:spLocks noChangeArrowheads="1"/>
              </p:cNvSpPr>
              <p:nvPr/>
            </p:nvSpPr>
            <p:spPr bwMode="auto">
              <a:xfrm>
                <a:off x="6716172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[9]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56" name="Rectangle 3">
            <a:extLst>
              <a:ext uri="{FF2B5EF4-FFF2-40B4-BE49-F238E27FC236}">
                <a16:creationId xmlns:a16="http://schemas.microsoft.com/office/drawing/2014/main" id="{D7777BBB-9548-44D3-BE4E-2A2814C6B616}"/>
              </a:ext>
            </a:extLst>
          </p:cNvPr>
          <p:cNvSpPr txBox="1">
            <a:spLocks noChangeArrowheads="1"/>
          </p:cNvSpPr>
          <p:nvPr/>
        </p:nvSpPr>
        <p:spPr>
          <a:xfrm>
            <a:off x="686898" y="5302573"/>
            <a:ext cx="8259762" cy="1555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sz="2000">
              <a:solidFill>
                <a:srgbClr val="0000FF"/>
              </a:solidFill>
            </a:endParaRPr>
          </a:p>
        </p:txBody>
      </p:sp>
      <p:sp>
        <p:nvSpPr>
          <p:cNvPr id="57" name="TextBox 15">
            <a:extLst>
              <a:ext uri="{FF2B5EF4-FFF2-40B4-BE49-F238E27FC236}">
                <a16:creationId xmlns:a16="http://schemas.microsoft.com/office/drawing/2014/main" id="{41214AF2-9C50-4F49-943C-8D0F16377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09" y="3708718"/>
            <a:ext cx="17667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marks [0]</a:t>
            </a:r>
            <a:endParaRPr lang="en-SG" sz="1600" b="1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58" name="Group 42">
            <a:extLst>
              <a:ext uri="{FF2B5EF4-FFF2-40B4-BE49-F238E27FC236}">
                <a16:creationId xmlns:a16="http://schemas.microsoft.com/office/drawing/2014/main" id="{20930A2E-7169-4FD9-B44C-A10994FAF528}"/>
              </a:ext>
            </a:extLst>
          </p:cNvPr>
          <p:cNvGrpSpPr>
            <a:grpSpLocks/>
          </p:cNvGrpSpPr>
          <p:nvPr/>
        </p:nvGrpSpPr>
        <p:grpSpPr bwMode="auto">
          <a:xfrm>
            <a:off x="6348236" y="3260948"/>
            <a:ext cx="2334371" cy="442892"/>
            <a:chOff x="5077710" y="3490042"/>
            <a:chExt cx="2334806" cy="44278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7660850-0452-43D1-8D53-C01C953B203F}"/>
                </a:ext>
              </a:extLst>
            </p:cNvPr>
            <p:cNvSpPr txBox="1"/>
            <p:nvPr/>
          </p:nvSpPr>
          <p:spPr>
            <a:xfrm>
              <a:off x="5484932" y="3490042"/>
              <a:ext cx="1927584" cy="369801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solidFill>
                    <a:srgbClr val="C00000"/>
                  </a:solidFill>
                </a:rPr>
                <a:t>Array index</a:t>
              </a:r>
              <a:endParaRPr lang="en-SG">
                <a:solidFill>
                  <a:srgbClr val="C00000"/>
                </a:solidFill>
              </a:endParaRPr>
            </a:p>
          </p:txBody>
        </p:sp>
        <p:cxnSp>
          <p:nvCxnSpPr>
            <p:cNvPr id="60" name="Straight Arrow Connector 40">
              <a:extLst>
                <a:ext uri="{FF2B5EF4-FFF2-40B4-BE49-F238E27FC236}">
                  <a16:creationId xmlns:a16="http://schemas.microsoft.com/office/drawing/2014/main" id="{B4F52614-6F02-4715-83ED-E075D5DAFBDA}"/>
                </a:ext>
              </a:extLst>
            </p:cNvPr>
            <p:cNvCxnSpPr>
              <a:cxnSpLocks noChangeShapeType="1"/>
              <a:stCxn id="59" idx="1"/>
            </p:cNvCxnSpPr>
            <p:nvPr/>
          </p:nvCxnSpPr>
          <p:spPr bwMode="auto">
            <a:xfrm flipH="1">
              <a:off x="5077710" y="3674943"/>
              <a:ext cx="407222" cy="2578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E22BE-5051-8BB7-E836-8B45E4A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AFD633-CC55-14D9-D7D2-795F12B7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9003830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Fixed-Length Array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Declare an array </a:t>
            </a:r>
            <a:r>
              <a:rPr lang="en-US" sz="2800" i="1"/>
              <a:t>marks </a:t>
            </a:r>
            <a:r>
              <a:rPr lang="en-US" sz="2800"/>
              <a:t>of size 10 and initialize  the first 3 elements </a:t>
            </a:r>
            <a:r>
              <a:rPr lang="en-US" sz="2800">
                <a:solidFill>
                  <a:srgbClr val="0000FF"/>
                </a:solidFill>
              </a:rPr>
              <a:t>later</a:t>
            </a:r>
            <a:r>
              <a:rPr lang="en-US" sz="2800"/>
              <a:t> through array index.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998343" y="2249194"/>
            <a:ext cx="2270051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marks[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0FF1190-164C-4A90-A31F-F0106EA54F16}"/>
              </a:ext>
            </a:extLst>
          </p:cNvPr>
          <p:cNvGrpSpPr/>
          <p:nvPr/>
        </p:nvGrpSpPr>
        <p:grpSpPr>
          <a:xfrm>
            <a:off x="582839" y="3646979"/>
            <a:ext cx="7542637" cy="777343"/>
            <a:chOff x="182148" y="4738972"/>
            <a:chExt cx="7542637" cy="7773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CC0007E-7686-48B0-BFEC-C69838937E88}"/>
                </a:ext>
              </a:extLst>
            </p:cNvPr>
            <p:cNvGrpSpPr/>
            <p:nvPr/>
          </p:nvGrpSpPr>
          <p:grpSpPr>
            <a:xfrm>
              <a:off x="1101969" y="5140785"/>
              <a:ext cx="6543293" cy="375530"/>
              <a:chOff x="1101969" y="5140785"/>
              <a:chExt cx="6543293" cy="375530"/>
            </a:xfrm>
          </p:grpSpPr>
          <p:sp>
            <p:nvSpPr>
              <p:cNvPr id="19" name="Rectangle 16">
                <a:extLst>
                  <a:ext uri="{FF2B5EF4-FFF2-40B4-BE49-F238E27FC236}">
                    <a16:creationId xmlns:a16="http://schemas.microsoft.com/office/drawing/2014/main" id="{10891AE8-CFD9-4F7C-966C-531E3759B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8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2</a:t>
                </a:r>
              </a:p>
            </p:txBody>
          </p:sp>
          <p:sp>
            <p:nvSpPr>
              <p:cNvPr id="20" name="Rectangle 16">
                <a:extLst>
                  <a:ext uri="{FF2B5EF4-FFF2-40B4-BE49-F238E27FC236}">
                    <a16:creationId xmlns:a16="http://schemas.microsoft.com/office/drawing/2014/main" id="{5D0AA28A-D11F-4880-8D3A-D26B1E3A5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8188" y="5140785"/>
                <a:ext cx="537183" cy="3520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pPr algn="ctr"/>
                <a:r>
                  <a:rPr lang="en-US" sz="2400" b="1"/>
                  <a:t>…</a:t>
                </a:r>
                <a:endParaRPr lang="en-SG" sz="2400" b="1"/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F42387F1-0AFA-4D77-B6D1-FA674BDDF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9131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4</a:t>
                </a:r>
              </a:p>
            </p:txBody>
          </p:sp>
          <p:sp>
            <p:nvSpPr>
              <p:cNvPr id="22" name="Rectangle 16">
                <a:extLst>
                  <a:ext uri="{FF2B5EF4-FFF2-40B4-BE49-F238E27FC236}">
                    <a16:creationId xmlns:a16="http://schemas.microsoft.com/office/drawing/2014/main" id="{A4EFC21B-3102-4F5A-A862-5B30555EB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969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1</a:t>
                </a:r>
              </a:p>
            </p:txBody>
          </p:sp>
          <p:sp>
            <p:nvSpPr>
              <p:cNvPr id="23" name="Rectangle 16">
                <a:extLst>
                  <a:ext uri="{FF2B5EF4-FFF2-40B4-BE49-F238E27FC236}">
                    <a16:creationId xmlns:a16="http://schemas.microsoft.com/office/drawing/2014/main" id="{DCD06FF1-472F-4150-8163-9068F99D9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457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??</a:t>
                </a:r>
              </a:p>
            </p:txBody>
          </p:sp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id="{78020CF5-3B57-46B1-B1DE-5EDFAAFE1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45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SG"/>
              </a:p>
            </p:txBody>
          </p:sp>
          <p:sp>
            <p:nvSpPr>
              <p:cNvPr id="25" name="Rectangle 16">
                <a:extLst>
                  <a:ext uri="{FF2B5EF4-FFF2-40B4-BE49-F238E27FC236}">
                    <a16:creationId xmlns:a16="http://schemas.microsoft.com/office/drawing/2014/main" id="{D196C2E0-94DD-44F4-A5A0-1ECE9AA33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1466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??</a:t>
                </a:r>
              </a:p>
            </p:txBody>
          </p:sp>
          <p:sp>
            <p:nvSpPr>
              <p:cNvPr id="26" name="Rectangle 16">
                <a:extLst>
                  <a:ext uri="{FF2B5EF4-FFF2-40B4-BE49-F238E27FC236}">
                    <a16:creationId xmlns:a16="http://schemas.microsoft.com/office/drawing/2014/main" id="{3FC3C42B-9134-4A1D-960A-26F5B870E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8364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??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59570D3-70F7-4477-B8E5-A83D58235BEB}"/>
                </a:ext>
              </a:extLst>
            </p:cNvPr>
            <p:cNvGrpSpPr/>
            <p:nvPr/>
          </p:nvGrpSpPr>
          <p:grpSpPr>
            <a:xfrm>
              <a:off x="182148" y="4738972"/>
              <a:ext cx="7542637" cy="400110"/>
              <a:chOff x="182148" y="4738972"/>
              <a:chExt cx="7542637" cy="400110"/>
            </a:xfrm>
          </p:grpSpPr>
          <p:sp>
            <p:nvSpPr>
              <p:cNvPr id="13" name="TextBox 15">
                <a:extLst>
                  <a:ext uri="{FF2B5EF4-FFF2-40B4-BE49-F238E27FC236}">
                    <a16:creationId xmlns:a16="http://schemas.microsoft.com/office/drawing/2014/main" id="{7A7D6850-5E41-4C67-AEF2-01F01AC548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148" y="4738972"/>
                <a:ext cx="176672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marks [0]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" name="TextBox 23">
                <a:extLst>
                  <a:ext uri="{FF2B5EF4-FFF2-40B4-BE49-F238E27FC236}">
                    <a16:creationId xmlns:a16="http://schemas.microsoft.com/office/drawing/2014/main" id="{446CC019-B40F-40E8-A348-62E8CC8684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8141" y="4738972"/>
                <a:ext cx="4893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/>
                  <a:t>…</a:t>
                </a:r>
                <a:endParaRPr lang="en-SG" sz="2000" b="1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8CC1B3EA-4FF8-4845-862B-01355E1B21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868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[1]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D2BBF7-865B-4F65-A011-E2C4859B25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2997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[2]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EE163681-1E1C-4296-9294-9B81FEDE33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1669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[8]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8" name="TextBox 15">
                <a:extLst>
                  <a:ext uri="{FF2B5EF4-FFF2-40B4-BE49-F238E27FC236}">
                    <a16:creationId xmlns:a16="http://schemas.microsoft.com/office/drawing/2014/main" id="{E301F663-A837-4A75-A347-E2E55BB263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5898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[9]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A8A0495-32FB-4670-BC43-C0E563925D66}"/>
              </a:ext>
            </a:extLst>
          </p:cNvPr>
          <p:cNvSpPr txBox="1"/>
          <p:nvPr/>
        </p:nvSpPr>
        <p:spPr>
          <a:xfrm>
            <a:off x="2542016" y="4624942"/>
            <a:ext cx="4364767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The rest of the elements are uninitialized.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6014F-133D-96D6-BA3E-89C1ED6C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24373A-25D0-192E-734B-7D6BD904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992907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Fixed-Length Array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Declare an array </a:t>
            </a:r>
            <a:r>
              <a:rPr lang="en-US" sz="2800" i="1"/>
              <a:t>marks</a:t>
            </a:r>
            <a:r>
              <a:rPr lang="en-US" sz="2800"/>
              <a:t> of size 10 and initialize it </a:t>
            </a:r>
            <a:r>
              <a:rPr lang="en-US" sz="2800">
                <a:solidFill>
                  <a:srgbClr val="0000FF"/>
                </a:solidFill>
              </a:rPr>
              <a:t>at the same time </a:t>
            </a:r>
            <a:r>
              <a:rPr lang="en-US" sz="2800"/>
              <a:t>using an initializer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998343" y="2249194"/>
            <a:ext cx="408736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marks[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,};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0FF1190-164C-4A90-A31F-F0106EA54F16}"/>
              </a:ext>
            </a:extLst>
          </p:cNvPr>
          <p:cNvGrpSpPr/>
          <p:nvPr/>
        </p:nvGrpSpPr>
        <p:grpSpPr>
          <a:xfrm>
            <a:off x="582839" y="3009983"/>
            <a:ext cx="7542637" cy="777343"/>
            <a:chOff x="182148" y="4738972"/>
            <a:chExt cx="7542637" cy="7773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CC0007E-7686-48B0-BFEC-C69838937E88}"/>
                </a:ext>
              </a:extLst>
            </p:cNvPr>
            <p:cNvGrpSpPr/>
            <p:nvPr/>
          </p:nvGrpSpPr>
          <p:grpSpPr>
            <a:xfrm>
              <a:off x="1101969" y="5140785"/>
              <a:ext cx="6543293" cy="375530"/>
              <a:chOff x="1101969" y="5140785"/>
              <a:chExt cx="6543293" cy="375530"/>
            </a:xfrm>
          </p:grpSpPr>
          <p:sp>
            <p:nvSpPr>
              <p:cNvPr id="19" name="Rectangle 16">
                <a:extLst>
                  <a:ext uri="{FF2B5EF4-FFF2-40B4-BE49-F238E27FC236}">
                    <a16:creationId xmlns:a16="http://schemas.microsoft.com/office/drawing/2014/main" id="{10891AE8-CFD9-4F7C-966C-531E3759B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8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2</a:t>
                </a:r>
              </a:p>
            </p:txBody>
          </p:sp>
          <p:sp>
            <p:nvSpPr>
              <p:cNvPr id="20" name="Rectangle 16">
                <a:extLst>
                  <a:ext uri="{FF2B5EF4-FFF2-40B4-BE49-F238E27FC236}">
                    <a16:creationId xmlns:a16="http://schemas.microsoft.com/office/drawing/2014/main" id="{5D0AA28A-D11F-4880-8D3A-D26B1E3A5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8188" y="5140785"/>
                <a:ext cx="537183" cy="3520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pPr algn="ctr"/>
                <a:r>
                  <a:rPr lang="en-US" sz="2400" b="1"/>
                  <a:t>…</a:t>
                </a:r>
                <a:endParaRPr lang="en-SG" sz="2400" b="1"/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F42387F1-0AFA-4D77-B6D1-FA674BDDF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9131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4</a:t>
                </a:r>
              </a:p>
            </p:txBody>
          </p:sp>
          <p:sp>
            <p:nvSpPr>
              <p:cNvPr id="22" name="Rectangle 16">
                <a:extLst>
                  <a:ext uri="{FF2B5EF4-FFF2-40B4-BE49-F238E27FC236}">
                    <a16:creationId xmlns:a16="http://schemas.microsoft.com/office/drawing/2014/main" id="{A4EFC21B-3102-4F5A-A862-5B30555EB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969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1</a:t>
                </a:r>
              </a:p>
            </p:txBody>
          </p:sp>
          <p:sp>
            <p:nvSpPr>
              <p:cNvPr id="23" name="Rectangle 16">
                <a:extLst>
                  <a:ext uri="{FF2B5EF4-FFF2-40B4-BE49-F238E27FC236}">
                    <a16:creationId xmlns:a16="http://schemas.microsoft.com/office/drawing/2014/main" id="{DCD06FF1-472F-4150-8163-9068F99D9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457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0</a:t>
                </a:r>
              </a:p>
            </p:txBody>
          </p:sp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id="{78020CF5-3B57-46B1-B1DE-5EDFAAFE1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45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SG"/>
              </a:p>
            </p:txBody>
          </p:sp>
          <p:sp>
            <p:nvSpPr>
              <p:cNvPr id="25" name="Rectangle 16">
                <a:extLst>
                  <a:ext uri="{FF2B5EF4-FFF2-40B4-BE49-F238E27FC236}">
                    <a16:creationId xmlns:a16="http://schemas.microsoft.com/office/drawing/2014/main" id="{D196C2E0-94DD-44F4-A5A0-1ECE9AA33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1466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0</a:t>
                </a:r>
              </a:p>
            </p:txBody>
          </p:sp>
          <p:sp>
            <p:nvSpPr>
              <p:cNvPr id="26" name="Rectangle 16">
                <a:extLst>
                  <a:ext uri="{FF2B5EF4-FFF2-40B4-BE49-F238E27FC236}">
                    <a16:creationId xmlns:a16="http://schemas.microsoft.com/office/drawing/2014/main" id="{3FC3C42B-9134-4A1D-960A-26F5B870E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8364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0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59570D3-70F7-4477-B8E5-A83D58235BEB}"/>
                </a:ext>
              </a:extLst>
            </p:cNvPr>
            <p:cNvGrpSpPr/>
            <p:nvPr/>
          </p:nvGrpSpPr>
          <p:grpSpPr>
            <a:xfrm>
              <a:off x="182148" y="4738972"/>
              <a:ext cx="7542637" cy="400110"/>
              <a:chOff x="182148" y="4738972"/>
              <a:chExt cx="7542637" cy="400110"/>
            </a:xfrm>
          </p:grpSpPr>
          <p:sp>
            <p:nvSpPr>
              <p:cNvPr id="13" name="TextBox 15">
                <a:extLst>
                  <a:ext uri="{FF2B5EF4-FFF2-40B4-BE49-F238E27FC236}">
                    <a16:creationId xmlns:a16="http://schemas.microsoft.com/office/drawing/2014/main" id="{7A7D6850-5E41-4C67-AEF2-01F01AC548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148" y="4738972"/>
                <a:ext cx="176672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marks [0]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" name="TextBox 23">
                <a:extLst>
                  <a:ext uri="{FF2B5EF4-FFF2-40B4-BE49-F238E27FC236}">
                    <a16:creationId xmlns:a16="http://schemas.microsoft.com/office/drawing/2014/main" id="{446CC019-B40F-40E8-A348-62E8CC8684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8141" y="4738972"/>
                <a:ext cx="4893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/>
                  <a:t>…</a:t>
                </a:r>
                <a:endParaRPr lang="en-SG" sz="2000" b="1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8CC1B3EA-4FF8-4845-862B-01355E1B21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868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[1]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D2BBF7-865B-4F65-A011-E2C4859B25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2997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[2]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EE163681-1E1C-4296-9294-9B81FEDE33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1669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[8]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8" name="TextBox 15">
                <a:extLst>
                  <a:ext uri="{FF2B5EF4-FFF2-40B4-BE49-F238E27FC236}">
                    <a16:creationId xmlns:a16="http://schemas.microsoft.com/office/drawing/2014/main" id="{E301F663-A837-4A75-A347-E2E55BB263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5898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[9]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9F353E1-DD5B-4191-B683-4A793342B04B}"/>
              </a:ext>
            </a:extLst>
          </p:cNvPr>
          <p:cNvSpPr txBox="1"/>
          <p:nvPr/>
        </p:nvSpPr>
        <p:spPr>
          <a:xfrm>
            <a:off x="2518531" y="4034700"/>
            <a:ext cx="4564573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The rest of the elements are initialized to 0.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C43EC0-BFC4-41DB-AB62-1FBDFC646D4F}"/>
              </a:ext>
            </a:extLst>
          </p:cNvPr>
          <p:cNvSpPr txBox="1"/>
          <p:nvPr/>
        </p:nvSpPr>
        <p:spPr>
          <a:xfrm>
            <a:off x="998342" y="5778896"/>
            <a:ext cx="408736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marks[] = {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,};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marks has only 3 elements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D22E88-082D-4970-AC98-99144B0205C8}"/>
              </a:ext>
            </a:extLst>
          </p:cNvPr>
          <p:cNvSpPr txBox="1"/>
          <p:nvPr/>
        </p:nvSpPr>
        <p:spPr>
          <a:xfrm>
            <a:off x="5232583" y="5640396"/>
            <a:ext cx="301756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If array size is not specified, there will be no extra elements in the array.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8930EE-6D87-48BC-2ADA-AAE34DE9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8436D9-5A0F-3F90-8D90-2E476EBA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1347481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Array as Look-up Table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822A0D5-9D76-43F4-AB94-614D7B22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the number of days since 1 Jan until the 1</a:t>
            </a:r>
            <a:r>
              <a:rPr lang="en-US" sz="2800" baseline="30000" dirty="0"/>
              <a:t>st</a:t>
            </a:r>
            <a:r>
              <a:rPr lang="en-US" sz="2800" dirty="0"/>
              <a:t> of a given month (1-12)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E.g., days(1)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0,  days(2)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31, days(3)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31+28 = 59 (assuming non-leap year).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346AF2-5E9D-7F2E-7011-C826599D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466EDA-F111-A369-F2BC-BCE03F362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D65509-8F00-8A36-A97E-6E7BFCB83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378769"/>
              </p:ext>
            </p:extLst>
          </p:nvPr>
        </p:nvGraphicFramePr>
        <p:xfrm>
          <a:off x="1299602" y="3054309"/>
          <a:ext cx="253746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21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Month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Days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  <a:r>
                        <a:rPr lang="en-US" b="0" dirty="0">
                          <a:effectLst/>
                        </a:rPr>
                        <a:t>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31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  <a:r>
                        <a:rPr lang="en-US" b="0" dirty="0">
                          <a:effectLst/>
                        </a:rPr>
                        <a:t>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31 + 28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 </a:t>
                      </a:r>
                      <a:r>
                        <a:rPr lang="en-US" b="0" dirty="0">
                          <a:effectLst/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31 + 28 + 31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0942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583137-1FEF-B8C7-5EE8-D19957E733C2}"/>
              </a:ext>
            </a:extLst>
          </p:cNvPr>
          <p:cNvSpPr txBox="1"/>
          <p:nvPr/>
        </p:nvSpPr>
        <p:spPr>
          <a:xfrm>
            <a:off x="4024798" y="3054060"/>
            <a:ext cx="4890602" cy="378565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days(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month)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(month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(month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(month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…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8 more cases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4186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B4C2-85B1-28F2-58CA-65548B8B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9237063-98DD-F482-984D-527EAA6C7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Array as Look-up Table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28117B0-1BF3-ACD4-51F5-FE00481FA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the number of days since 1 Jan until the 1</a:t>
            </a:r>
            <a:r>
              <a:rPr lang="en-US" sz="2800" baseline="30000" dirty="0"/>
              <a:t>st</a:t>
            </a:r>
            <a:r>
              <a:rPr lang="en-US" sz="2800" dirty="0"/>
              <a:t> of a given month (1-12)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E.g., days(1)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0,  days(2)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31, days(3)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31+28 = 59 (assuming non-leap year).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922C74-49BE-A8F1-C282-5E07E4EE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01088A-DE90-38DD-9E8B-5A40C7FB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DCB690-317E-B5F3-8BBA-381A883ABF62}"/>
              </a:ext>
            </a:extLst>
          </p:cNvPr>
          <p:cNvGrpSpPr/>
          <p:nvPr/>
        </p:nvGrpSpPr>
        <p:grpSpPr>
          <a:xfrm>
            <a:off x="1041067" y="3347874"/>
            <a:ext cx="7084409" cy="777343"/>
            <a:chOff x="640376" y="4738972"/>
            <a:chExt cx="7084409" cy="77734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9405CD-D14E-298F-A50C-950ADD410712}"/>
                </a:ext>
              </a:extLst>
            </p:cNvPr>
            <p:cNvGrpSpPr/>
            <p:nvPr/>
          </p:nvGrpSpPr>
          <p:grpSpPr>
            <a:xfrm>
              <a:off x="1101969" y="5140785"/>
              <a:ext cx="6543293" cy="375530"/>
              <a:chOff x="1101969" y="5140785"/>
              <a:chExt cx="6543293" cy="3755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0844FE-4AAD-56AF-27B9-87CDB1C7C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8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 dirty="0"/>
                  <a:t>28</a:t>
                </a:r>
              </a:p>
            </p:txBody>
          </p:sp>
          <p:sp>
            <p:nvSpPr>
              <p:cNvPr id="18" name="Rectangle 16">
                <a:extLst>
                  <a:ext uri="{FF2B5EF4-FFF2-40B4-BE49-F238E27FC236}">
                    <a16:creationId xmlns:a16="http://schemas.microsoft.com/office/drawing/2014/main" id="{D8849EC0-9499-36DE-7501-CF0BC085F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8188" y="5140785"/>
                <a:ext cx="537183" cy="3520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pPr algn="ctr"/>
                <a:r>
                  <a:rPr lang="en-US" sz="2400" b="1"/>
                  <a:t>…</a:t>
                </a:r>
                <a:endParaRPr lang="en-SG" sz="2400" b="1"/>
              </a:p>
            </p:txBody>
          </p:sp>
          <p:sp>
            <p:nvSpPr>
              <p:cNvPr id="19" name="Rectangle 16">
                <a:extLst>
                  <a:ext uri="{FF2B5EF4-FFF2-40B4-BE49-F238E27FC236}">
                    <a16:creationId xmlns:a16="http://schemas.microsoft.com/office/drawing/2014/main" id="{B76731C4-73F9-AF4A-2711-598FCDB777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9131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 dirty="0"/>
                  <a:t>31</a:t>
                </a:r>
              </a:p>
            </p:txBody>
          </p:sp>
          <p:sp>
            <p:nvSpPr>
              <p:cNvPr id="20" name="Rectangle 16">
                <a:extLst>
                  <a:ext uri="{FF2B5EF4-FFF2-40B4-BE49-F238E27FC236}">
                    <a16:creationId xmlns:a16="http://schemas.microsoft.com/office/drawing/2014/main" id="{51C7AA0F-6DED-FFBD-CD1E-123D92699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969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 dirty="0"/>
                  <a:t>31</a:t>
                </a: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C1BDA81E-7991-9422-A861-74BE53512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457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??</a:t>
                </a:r>
              </a:p>
            </p:txBody>
          </p:sp>
          <p:sp>
            <p:nvSpPr>
              <p:cNvPr id="22" name="Rectangle 16">
                <a:extLst>
                  <a:ext uri="{FF2B5EF4-FFF2-40B4-BE49-F238E27FC236}">
                    <a16:creationId xmlns:a16="http://schemas.microsoft.com/office/drawing/2014/main" id="{BE5861C0-1914-D62B-8FCE-D14E51B1C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45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SG"/>
              </a:p>
            </p:txBody>
          </p:sp>
          <p:sp>
            <p:nvSpPr>
              <p:cNvPr id="23" name="Rectangle 16">
                <a:extLst>
                  <a:ext uri="{FF2B5EF4-FFF2-40B4-BE49-F238E27FC236}">
                    <a16:creationId xmlns:a16="http://schemas.microsoft.com/office/drawing/2014/main" id="{06EC9C40-9759-121E-6E5B-473000962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1466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 dirty="0"/>
                  <a:t>30	</a:t>
                </a:r>
              </a:p>
            </p:txBody>
          </p:sp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id="{C585DDE4-94A1-ED38-A59B-25D333B13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8364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 dirty="0"/>
                  <a:t>31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4C32B2-3C8D-4D30-060D-572881847DB6}"/>
                </a:ext>
              </a:extLst>
            </p:cNvPr>
            <p:cNvGrpSpPr/>
            <p:nvPr/>
          </p:nvGrpSpPr>
          <p:grpSpPr>
            <a:xfrm>
              <a:off x="640376" y="4738972"/>
              <a:ext cx="7084409" cy="400110"/>
              <a:chOff x="640376" y="4738972"/>
              <a:chExt cx="7084409" cy="400110"/>
            </a:xfrm>
          </p:grpSpPr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CB74838E-A7AE-1019-6996-FDB06DF989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0376" y="4738972"/>
                <a:ext cx="176672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[0]</a:t>
                </a:r>
                <a:endParaRPr lang="en-SG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" name="TextBox 23">
                <a:extLst>
                  <a:ext uri="{FF2B5EF4-FFF2-40B4-BE49-F238E27FC236}">
                    <a16:creationId xmlns:a16="http://schemas.microsoft.com/office/drawing/2014/main" id="{89FD45AC-C0A4-5B20-F636-9605D1DC97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8141" y="4738972"/>
                <a:ext cx="4893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/>
                  <a:t>…</a:t>
                </a:r>
                <a:endParaRPr lang="en-SG" sz="2000" b="1"/>
              </a:p>
            </p:txBody>
          </p:sp>
          <p:sp>
            <p:nvSpPr>
              <p:cNvPr id="12" name="TextBox 15">
                <a:extLst>
                  <a:ext uri="{FF2B5EF4-FFF2-40B4-BE49-F238E27FC236}">
                    <a16:creationId xmlns:a16="http://schemas.microsoft.com/office/drawing/2014/main" id="{1D469EB8-46EF-9379-56B1-B0BF9C2CEC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868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[1]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AA4415-FE36-887F-994B-CE770D09EF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2997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[2]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515360B6-7EDD-D119-BE9A-C83FD45626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1669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[10]</a:t>
                </a:r>
                <a:endParaRPr lang="en-SG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1906856-0C2D-570D-62A1-18BC9B0AF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5898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[11]</a:t>
                </a:r>
                <a:endParaRPr lang="en-SG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25" name="TextBox 15">
            <a:extLst>
              <a:ext uri="{FF2B5EF4-FFF2-40B4-BE49-F238E27FC236}">
                <a16:creationId xmlns:a16="http://schemas.microsoft.com/office/drawing/2014/main" id="{F475C28A-1CE1-A8FD-B137-5C2F03B93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25" y="3327441"/>
            <a:ext cx="13544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days_in_month</a:t>
            </a:r>
            <a:endParaRPr lang="en-SG" sz="14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F1BA0EF-C51E-8668-5F82-CD1BB0257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224322"/>
              </p:ext>
            </p:extLst>
          </p:nvPr>
        </p:nvGraphicFramePr>
        <p:xfrm>
          <a:off x="777102" y="4361051"/>
          <a:ext cx="4440368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2180">
                  <a:extLst>
                    <a:ext uri="{9D8B030D-6E8A-4147-A177-3AD203B41FA5}">
                      <a16:colId xmlns:a16="http://schemas.microsoft.com/office/drawing/2014/main" val="2620739216"/>
                    </a:ext>
                  </a:extLst>
                </a:gridCol>
                <a:gridCol w="3508188">
                  <a:extLst>
                    <a:ext uri="{9D8B030D-6E8A-4147-A177-3AD203B41FA5}">
                      <a16:colId xmlns:a16="http://schemas.microsoft.com/office/drawing/2014/main" val="2016693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Month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Days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516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0 (does not sum up anything)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748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sum up from slot 0 to slot 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002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sum up from slot 0 to slot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30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 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sum up from slot 0 to slot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278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24324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AEF65CB-4AB6-7D7B-0CE1-42EF815B7B53}"/>
              </a:ext>
            </a:extLst>
          </p:cNvPr>
          <p:cNvSpPr txBox="1"/>
          <p:nvPr/>
        </p:nvSpPr>
        <p:spPr>
          <a:xfrm>
            <a:off x="5420777" y="5135165"/>
            <a:ext cx="312692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sum up from slot 0 to slot month – 2 in general!</a:t>
            </a:r>
          </a:p>
        </p:txBody>
      </p:sp>
    </p:spTree>
    <p:extLst>
      <p:ext uri="{BB962C8B-B14F-4D97-AF65-F5344CB8AC3E}">
        <p14:creationId xmlns:p14="http://schemas.microsoft.com/office/powerpoint/2010/main" val="24094810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Array as Look-up Table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822A0D5-9D76-43F4-AB94-614D7B22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the number of days since 1 Jan until the 1</a:t>
            </a:r>
            <a:r>
              <a:rPr lang="en-US" sz="2800" baseline="30000" dirty="0"/>
              <a:t>st</a:t>
            </a:r>
            <a:r>
              <a:rPr lang="en-US" sz="2800" dirty="0"/>
              <a:t> of a given month (1-12)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E.g., days(1)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0,  days(2)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31, days(3)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31+28 = 59 (assuming non-leap year).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C30920-C994-477D-BF38-FB31A7971AB0}"/>
              </a:ext>
            </a:extLst>
          </p:cNvPr>
          <p:cNvSpPr txBox="1"/>
          <p:nvPr/>
        </p:nvSpPr>
        <p:spPr>
          <a:xfrm>
            <a:off x="1273893" y="2961592"/>
            <a:ext cx="693007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days(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month)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days_in_month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tabLst>
                <a:tab pos="293688" algn="l"/>
                <a:tab pos="620713" algn="l"/>
              </a:tabLst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(month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month - 2;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days_in_month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15A31-59EB-4945-B34A-AB4D01672DA6}"/>
              </a:ext>
            </a:extLst>
          </p:cNvPr>
          <p:cNvSpPr txBox="1"/>
          <p:nvPr/>
        </p:nvSpPr>
        <p:spPr>
          <a:xfrm>
            <a:off x="6611803" y="4405894"/>
            <a:ext cx="2268428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a </a:t>
            </a:r>
            <a:r>
              <a:rPr lang="en-US" i="1" dirty="0"/>
              <a:t>for</a:t>
            </a:r>
            <a:r>
              <a:rPr lang="en-US" dirty="0"/>
              <a:t> loop with these components?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2DA3A9-F762-430E-A74A-81B0C7CCC482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418034" y="4729060"/>
            <a:ext cx="1193769" cy="41551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8557CD-BA2F-5081-DB46-EAAAFFAE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B90B5-B8CD-FF5D-6ED3-5808EB8F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1997453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ABD4D-AF27-21D8-02ED-9D1D81FE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50E10FC-7EBB-40F6-E0F5-C2AAFAC7B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Array as List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54866C3-C03A-742C-AF87-19084D6E7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Find the maximum among a list of numbers.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BC44F-C102-B12E-52D0-57B2FA93B19A}"/>
              </a:ext>
            </a:extLst>
          </p:cNvPr>
          <p:cNvSpPr txBox="1"/>
          <p:nvPr/>
        </p:nvSpPr>
        <p:spPr>
          <a:xfrm>
            <a:off x="986216" y="2265685"/>
            <a:ext cx="6524192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find_max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list[], </a:t>
            </a:r>
            <a:r>
              <a:rPr 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length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!= length;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(list[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E66F1-0229-7461-3318-18EF83DB18F4}"/>
              </a:ext>
            </a:extLst>
          </p:cNvPr>
          <p:cNvSpPr txBox="1"/>
          <p:nvPr/>
        </p:nvSpPr>
        <p:spPr>
          <a:xfrm>
            <a:off x="6472719" y="2594533"/>
            <a:ext cx="2274240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Why this condition?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123D5AA-BAE2-055A-D663-35C814912751}"/>
              </a:ext>
            </a:extLst>
          </p:cNvPr>
          <p:cNvCxnSpPr>
            <a:cxnSpLocks/>
          </p:cNvCxnSpPr>
          <p:nvPr/>
        </p:nvCxnSpPr>
        <p:spPr>
          <a:xfrm flipH="1">
            <a:off x="4880225" y="2779199"/>
            <a:ext cx="1592494" cy="50853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EBBF4-6409-8047-1CBD-0876942A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03E96E-110E-01B6-7F0E-7C2AE508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8078B-0F5A-8C42-F0D5-0DFDBF898380}"/>
              </a:ext>
            </a:extLst>
          </p:cNvPr>
          <p:cNvSpPr txBox="1"/>
          <p:nvPr/>
        </p:nvSpPr>
        <p:spPr>
          <a:xfrm>
            <a:off x="2608355" y="1824262"/>
            <a:ext cx="327991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definition with arrays.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42B03-B71A-846A-F96D-D5D03DF16A57}"/>
              </a:ext>
            </a:extLst>
          </p:cNvPr>
          <p:cNvSpPr txBox="1"/>
          <p:nvPr/>
        </p:nvSpPr>
        <p:spPr>
          <a:xfrm>
            <a:off x="3612387" y="5628587"/>
            <a:ext cx="532181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max = </a:t>
            </a:r>
            <a:r>
              <a:rPr lang="en-US" sz="20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find_max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FDDBA0-D26A-1B00-9251-52AAFC78F2E2}"/>
              </a:ext>
            </a:extLst>
          </p:cNvPr>
          <p:cNvSpPr txBox="1"/>
          <p:nvPr/>
        </p:nvSpPr>
        <p:spPr>
          <a:xfrm>
            <a:off x="851767" y="5944926"/>
            <a:ext cx="2706645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call with arrays.</a:t>
            </a:r>
          </a:p>
        </p:txBody>
      </p:sp>
    </p:spTree>
    <p:extLst>
      <p:ext uri="{BB962C8B-B14F-4D97-AF65-F5344CB8AC3E}">
        <p14:creationId xmlns:p14="http://schemas.microsoft.com/office/powerpoint/2010/main" val="6593510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F3F60-0CD5-C059-BF67-FDC8ADF3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3472B-B791-01E5-D7E0-D435A7E0C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Mistakes (1/2)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B22ADDC-C335-FE20-A85C-44FB7A77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Array index out of bound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Array elements not initialized before use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77822-3964-7071-2A02-27B52DE0B51D}"/>
              </a:ext>
            </a:extLst>
          </p:cNvPr>
          <p:cNvSpPr txBox="1"/>
          <p:nvPr/>
        </p:nvSpPr>
        <p:spPr>
          <a:xfrm>
            <a:off x="953559" y="1759500"/>
            <a:ext cx="557787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5D3F0-9B90-0804-E3C9-D6F928879BA9}"/>
              </a:ext>
            </a:extLst>
          </p:cNvPr>
          <p:cNvSpPr txBox="1"/>
          <p:nvPr/>
        </p:nvSpPr>
        <p:spPr>
          <a:xfrm>
            <a:off x="4571999" y="2759773"/>
            <a:ext cx="3126921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a[10] is NOT a valid element in the array. </a:t>
            </a:r>
            <a:br>
              <a:rPr lang="en-US" dirty="0"/>
            </a:br>
            <a:r>
              <a:rPr lang="en-US" dirty="0"/>
              <a:t>Strange errors may occur!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F0B7E8-1E4A-30EE-5DD9-36F29C8338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470" y="2433785"/>
            <a:ext cx="362361" cy="4900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B7EB2-6F76-5EDF-0532-96BA83B7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242C57-FF8D-536F-4B4C-3D5AEBA1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64062-6988-BA01-8AD0-08DA36D8C97B}"/>
              </a:ext>
            </a:extLst>
          </p:cNvPr>
          <p:cNvSpPr txBox="1"/>
          <p:nvPr/>
        </p:nvSpPr>
        <p:spPr>
          <a:xfrm>
            <a:off x="953559" y="4572005"/>
            <a:ext cx="557787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sum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sum +=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FA08B-3FE6-8B73-7DA2-CC357AF0D271}"/>
              </a:ext>
            </a:extLst>
          </p:cNvPr>
          <p:cNvSpPr txBox="1"/>
          <p:nvPr/>
        </p:nvSpPr>
        <p:spPr>
          <a:xfrm>
            <a:off x="4578909" y="5676153"/>
            <a:ext cx="31200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Value of a[</a:t>
            </a:r>
            <a:r>
              <a:rPr lang="en-US" dirty="0" err="1"/>
              <a:t>i</a:t>
            </a:r>
            <a:r>
              <a:rPr lang="en-US" dirty="0"/>
              <a:t>] is uninitialized and hence unknown.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A26A1-74FA-A86C-24ED-95F4F32CC5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470" y="5605063"/>
            <a:ext cx="362361" cy="49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846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Mistakes (2/2)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822A0D5-9D76-43F4-AB94-614D7B22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Use of initializer after declaration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6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Array copy via direct assignment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9F4979-B9C6-43F0-93A3-6BF77776027D}"/>
              </a:ext>
            </a:extLst>
          </p:cNvPr>
          <p:cNvSpPr txBox="1"/>
          <p:nvPr/>
        </p:nvSpPr>
        <p:spPr>
          <a:xfrm>
            <a:off x="953559" y="3667535"/>
            <a:ext cx="405189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b[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b = a;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0EF6BD-9BC4-4E8E-939F-E9349ECF5954}"/>
              </a:ext>
            </a:extLst>
          </p:cNvPr>
          <p:cNvSpPr txBox="1"/>
          <p:nvPr/>
        </p:nvSpPr>
        <p:spPr>
          <a:xfrm>
            <a:off x="5224155" y="3667535"/>
            <a:ext cx="247476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Array copy should be done element by element using a loop.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A8A0B-40B7-4F43-B8F2-60ABE9261219}"/>
              </a:ext>
            </a:extLst>
          </p:cNvPr>
          <p:cNvSpPr txBox="1"/>
          <p:nvPr/>
        </p:nvSpPr>
        <p:spPr>
          <a:xfrm>
            <a:off x="953559" y="4854985"/>
            <a:ext cx="540614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b[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] = a[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0E33BCF-77C3-4B9B-A4E9-A93160326C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03" y="4100833"/>
            <a:ext cx="362361" cy="4900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6529B6-D452-44B4-B7CE-293D5E13FB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737" y="5465166"/>
            <a:ext cx="415645" cy="5237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1FFEC-C9E9-C7C9-04C0-897B17CD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B8185C-EB4A-D223-E911-1403B442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F9894A-FE3F-4ADA-8CBB-E7F37F45CFEA}"/>
              </a:ext>
            </a:extLst>
          </p:cNvPr>
          <p:cNvSpPr txBox="1"/>
          <p:nvPr/>
        </p:nvSpPr>
        <p:spPr>
          <a:xfrm>
            <a:off x="4352854" y="2023745"/>
            <a:ext cx="281337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The initializer CANNOT be used after declaration.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80184E-1FEE-4283-B943-E40427E90E6B}"/>
              </a:ext>
            </a:extLst>
          </p:cNvPr>
          <p:cNvSpPr txBox="1"/>
          <p:nvPr/>
        </p:nvSpPr>
        <p:spPr>
          <a:xfrm>
            <a:off x="1057978" y="2013342"/>
            <a:ext cx="281337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marks[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= {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,};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2EE6A6A-07FA-4491-ABB7-0448B7DB15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422" y="2082542"/>
            <a:ext cx="362361" cy="49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16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Array and Memory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20" y="1219201"/>
            <a:ext cx="8127386" cy="66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 dirty="0"/>
              <a:t>Example: </a:t>
            </a:r>
            <a:r>
              <a:rPr lang="en-GB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a[</a:t>
            </a:r>
            <a:r>
              <a:rPr lang="en-GB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GB" sz="2400" dirty="0"/>
              <a:t> </a:t>
            </a:r>
            <a:endParaRPr lang="en-US" sz="2000" dirty="0"/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20" y="2690448"/>
            <a:ext cx="8127386" cy="12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&amp;a[</a:t>
            </a:r>
            <a:r>
              <a:rPr lang="en-GB" sz="2400" b="1" dirty="0" err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GB" sz="2400" dirty="0"/>
              <a:t> can be used to get the </a:t>
            </a:r>
            <a:r>
              <a:rPr lang="en-GB" sz="2400" dirty="0">
                <a:solidFill>
                  <a:srgbClr val="0000FF"/>
                </a:solidFill>
              </a:rPr>
              <a:t>address (location)</a:t>
            </a:r>
            <a:r>
              <a:rPr lang="en-GB" sz="2400" dirty="0"/>
              <a:t> of element </a:t>
            </a:r>
            <a:r>
              <a:rPr lang="en-GB" sz="2400" dirty="0" err="1"/>
              <a:t>i</a:t>
            </a:r>
            <a:r>
              <a:rPr lang="en-GB" sz="2400" dirty="0"/>
              <a:t> in memory.</a:t>
            </a:r>
          </a:p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 dirty="0"/>
              <a:t>When the array name 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GB" sz="2400" dirty="0"/>
              <a:t> appears in an expression, it </a:t>
            </a:r>
            <a:r>
              <a:rPr lang="en-GB" sz="2400" dirty="0">
                <a:solidFill>
                  <a:srgbClr val="0000FF"/>
                </a:solidFill>
              </a:rPr>
              <a:t>refers to the address (location) of the first element </a:t>
            </a:r>
            <a:r>
              <a:rPr lang="en-GB" sz="2400" dirty="0"/>
              <a:t>(i.e. 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&amp;a[0]</a:t>
            </a:r>
            <a:r>
              <a:rPr lang="en-GB" sz="2400" dirty="0"/>
              <a:t>) of that array (a.k.a., Array Decay).</a:t>
            </a:r>
            <a:endParaRPr lang="en-US" sz="20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1567655" y="1805597"/>
            <a:ext cx="5413620" cy="629489"/>
            <a:chOff x="1482725" y="1914525"/>
            <a:chExt cx="5413620" cy="629489"/>
          </a:xfrm>
        </p:grpSpPr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1495439" y="1914525"/>
              <a:ext cx="5400906" cy="307882"/>
              <a:chOff x="1494905" y="2069828"/>
              <a:chExt cx="5402075" cy="307766"/>
            </a:xfrm>
          </p:grpSpPr>
          <p:sp>
            <p:nvSpPr>
              <p:cNvPr id="29" name="TextBox 15"/>
              <p:cNvSpPr txBox="1">
                <a:spLocks noChangeArrowheads="1"/>
              </p:cNvSpPr>
              <p:nvPr/>
            </p:nvSpPr>
            <p:spPr bwMode="auto">
              <a:xfrm>
                <a:off x="1494905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a[0]</a:t>
                </a:r>
                <a:endParaRPr lang="en-SG" sz="1400"/>
              </a:p>
            </p:txBody>
          </p:sp>
          <p:sp>
            <p:nvSpPr>
              <p:cNvPr id="30" name="TextBox 17"/>
              <p:cNvSpPr txBox="1">
                <a:spLocks noChangeArrowheads="1"/>
              </p:cNvSpPr>
              <p:nvPr/>
            </p:nvSpPr>
            <p:spPr bwMode="auto">
              <a:xfrm>
                <a:off x="2033675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a[1]</a:t>
                </a:r>
                <a:endParaRPr lang="en-SG" sz="1400"/>
              </a:p>
            </p:txBody>
          </p:sp>
          <p:sp>
            <p:nvSpPr>
              <p:cNvPr id="31" name="TextBox 19"/>
              <p:cNvSpPr txBox="1">
                <a:spLocks noChangeArrowheads="1"/>
              </p:cNvSpPr>
              <p:nvPr/>
            </p:nvSpPr>
            <p:spPr bwMode="auto">
              <a:xfrm>
                <a:off x="2596001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a[2]</a:t>
                </a:r>
                <a:endParaRPr lang="en-SG" sz="1400"/>
              </a:p>
            </p:txBody>
          </p:sp>
          <p:sp>
            <p:nvSpPr>
              <p:cNvPr id="32" name="TextBox 21"/>
              <p:cNvSpPr txBox="1">
                <a:spLocks noChangeArrowheads="1"/>
              </p:cNvSpPr>
              <p:nvPr/>
            </p:nvSpPr>
            <p:spPr bwMode="auto">
              <a:xfrm>
                <a:off x="3134771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a[3]</a:t>
                </a:r>
                <a:endParaRPr lang="en-SG" sz="1400"/>
              </a:p>
            </p:txBody>
          </p:sp>
          <p:sp>
            <p:nvSpPr>
              <p:cNvPr id="33" name="TextBox 23"/>
              <p:cNvSpPr txBox="1">
                <a:spLocks noChangeArrowheads="1"/>
              </p:cNvSpPr>
              <p:nvPr/>
            </p:nvSpPr>
            <p:spPr bwMode="auto">
              <a:xfrm>
                <a:off x="3693288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a[4]</a:t>
                </a:r>
                <a:endParaRPr lang="en-SG" sz="1400"/>
              </a:p>
            </p:txBody>
          </p:sp>
          <p:sp>
            <p:nvSpPr>
              <p:cNvPr id="34" name="TextBox 25"/>
              <p:cNvSpPr txBox="1">
                <a:spLocks noChangeArrowheads="1"/>
              </p:cNvSpPr>
              <p:nvPr/>
            </p:nvSpPr>
            <p:spPr bwMode="auto">
              <a:xfrm>
                <a:off x="4232058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a[5]</a:t>
                </a:r>
                <a:endParaRPr lang="en-SG" sz="1400"/>
              </a:p>
            </p:txBody>
          </p:sp>
          <p:sp>
            <p:nvSpPr>
              <p:cNvPr id="35" name="TextBox 34"/>
              <p:cNvSpPr txBox="1">
                <a:spLocks noChangeArrowheads="1"/>
              </p:cNvSpPr>
              <p:nvPr/>
            </p:nvSpPr>
            <p:spPr bwMode="auto">
              <a:xfrm>
                <a:off x="4771524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a[6]</a:t>
                </a:r>
                <a:endParaRPr lang="en-SG" sz="1400"/>
              </a:p>
            </p:txBody>
          </p:sp>
          <p:sp>
            <p:nvSpPr>
              <p:cNvPr id="36" name="TextBox 35"/>
              <p:cNvSpPr txBox="1">
                <a:spLocks noChangeArrowheads="1"/>
              </p:cNvSpPr>
              <p:nvPr/>
            </p:nvSpPr>
            <p:spPr bwMode="auto">
              <a:xfrm>
                <a:off x="5310294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a[7]</a:t>
                </a:r>
                <a:endParaRPr lang="en-SG" sz="1400"/>
              </a:p>
            </p:txBody>
          </p:sp>
          <p:sp>
            <p:nvSpPr>
              <p:cNvPr id="37" name="TextBox 36"/>
              <p:cNvSpPr txBox="1">
                <a:spLocks noChangeArrowheads="1"/>
              </p:cNvSpPr>
              <p:nvPr/>
            </p:nvSpPr>
            <p:spPr bwMode="auto">
              <a:xfrm>
                <a:off x="5868810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a[8]</a:t>
                </a:r>
                <a:endParaRPr lang="en-SG" sz="1400"/>
              </a:p>
            </p:txBody>
          </p:sp>
          <p:sp>
            <p:nvSpPr>
              <p:cNvPr id="38" name="TextBox 37"/>
              <p:cNvSpPr txBox="1">
                <a:spLocks noChangeArrowheads="1"/>
              </p:cNvSpPr>
              <p:nvPr/>
            </p:nvSpPr>
            <p:spPr bwMode="auto">
              <a:xfrm>
                <a:off x="6407580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a[9]</a:t>
                </a:r>
                <a:endParaRPr lang="en-SG" sz="1400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482725" y="2200997"/>
              <a:ext cx="5390669" cy="343017"/>
              <a:chOff x="1482725" y="2200997"/>
              <a:chExt cx="5390669" cy="343017"/>
            </a:xfrm>
          </p:grpSpPr>
          <p:sp>
            <p:nvSpPr>
              <p:cNvPr id="19" name="Rectangle 6"/>
              <p:cNvSpPr>
                <a:spLocks noChangeArrowheads="1"/>
              </p:cNvSpPr>
              <p:nvPr/>
            </p:nvSpPr>
            <p:spPr bwMode="auto">
              <a:xfrm>
                <a:off x="148272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2022532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256303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" name="Rectangle 20"/>
              <p:cNvSpPr>
                <a:spLocks noChangeArrowheads="1"/>
              </p:cNvSpPr>
              <p:nvPr/>
            </p:nvSpPr>
            <p:spPr bwMode="auto">
              <a:xfrm>
                <a:off x="3102841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363953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4" name="Rectangle 6"/>
              <p:cNvSpPr>
                <a:spLocks noChangeArrowheads="1"/>
              </p:cNvSpPr>
              <p:nvPr/>
            </p:nvSpPr>
            <p:spPr bwMode="auto">
              <a:xfrm>
                <a:off x="4179487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5" name="Rectangle 16"/>
              <p:cNvSpPr>
                <a:spLocks noChangeArrowheads="1"/>
              </p:cNvSpPr>
              <p:nvPr/>
            </p:nvSpPr>
            <p:spPr bwMode="auto">
              <a:xfrm>
                <a:off x="4719293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6" name="Rectangle 18"/>
              <p:cNvSpPr>
                <a:spLocks noChangeArrowheads="1"/>
              </p:cNvSpPr>
              <p:nvPr/>
            </p:nvSpPr>
            <p:spPr bwMode="auto">
              <a:xfrm>
                <a:off x="5259796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5799603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8" name="Rectangle 22"/>
              <p:cNvSpPr>
                <a:spLocks noChangeArrowheads="1"/>
              </p:cNvSpPr>
              <p:nvPr/>
            </p:nvSpPr>
            <p:spPr bwMode="auto">
              <a:xfrm>
                <a:off x="6336297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305258" y="5064311"/>
            <a:ext cx="5242926" cy="1323439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cs1010_println_pointer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cs1010_println_pointer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(&amp;a[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cs1010_println_pointer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(&amp;a[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8450" y="5064311"/>
            <a:ext cx="1762179" cy="1015663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55224724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55224724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55224732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061064" y="4995894"/>
            <a:ext cx="1928226" cy="646331"/>
            <a:chOff x="6958324" y="4204885"/>
            <a:chExt cx="1928226" cy="646331"/>
          </a:xfrm>
        </p:grpSpPr>
        <p:cxnSp>
          <p:nvCxnSpPr>
            <p:cNvPr id="3" name="Straight Arrow Connector 2"/>
            <p:cNvCxnSpPr/>
            <p:nvPr/>
          </p:nvCxnSpPr>
          <p:spPr>
            <a:xfrm flipH="1" flipV="1">
              <a:off x="6958324" y="4448908"/>
              <a:ext cx="603061" cy="1458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6981276" y="4594774"/>
              <a:ext cx="580109" cy="1524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7561385" y="4204885"/>
              <a:ext cx="13251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Always the same</a:t>
              </a:r>
              <a:endParaRPr lang="en-SG" dirty="0">
                <a:solidFill>
                  <a:srgbClr val="C00000"/>
                </a:solidFill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9C34-0B12-529E-BBB6-CB5163F0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6A236A-F986-236B-BB3B-F31D1B35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5DDA06-7BD2-87CE-073A-48BF7D66D747}"/>
              </a:ext>
            </a:extLst>
          </p:cNvPr>
          <p:cNvCxnSpPr>
            <a:cxnSpLocks/>
          </p:cNvCxnSpPr>
          <p:nvPr/>
        </p:nvCxnSpPr>
        <p:spPr>
          <a:xfrm flipH="1" flipV="1">
            <a:off x="7084016" y="5848881"/>
            <a:ext cx="659809" cy="30387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7B0F2B-6A05-2556-6F20-5D1194837053}"/>
              </a:ext>
            </a:extLst>
          </p:cNvPr>
          <p:cNvSpPr txBox="1"/>
          <p:nvPr/>
        </p:nvSpPr>
        <p:spPr>
          <a:xfrm>
            <a:off x="7724775" y="5657671"/>
            <a:ext cx="1325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Depends on the data type</a:t>
            </a:r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5820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9837-DDB9-FF95-D460-E1BE4740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0">
            <a:extLst>
              <a:ext uri="{FF2B5EF4-FFF2-40B4-BE49-F238E27FC236}">
                <a16:creationId xmlns:a16="http://schemas.microsoft.com/office/drawing/2014/main" id="{1B57747C-B8A6-AA55-691B-25223C2E0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2816" y="6327644"/>
            <a:ext cx="502378" cy="36925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/>
              <a:t>44</a:t>
            </a:r>
            <a:endParaRPr lang="en-SG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E44E9B3-7632-88FA-7407-0CBB4AA9B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Call By Value - redux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DFB3EC-D540-3366-65BF-786A37AD5631}"/>
              </a:ext>
            </a:extLst>
          </p:cNvPr>
          <p:cNvSpPr txBox="1"/>
          <p:nvPr/>
        </p:nvSpPr>
        <p:spPr>
          <a:xfrm>
            <a:off x="643721" y="1281410"/>
            <a:ext cx="6065838" cy="2862322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foo[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] =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17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double_value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(foo[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double_value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value *=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9" name="Group 51">
            <a:extLst>
              <a:ext uri="{FF2B5EF4-FFF2-40B4-BE49-F238E27FC236}">
                <a16:creationId xmlns:a16="http://schemas.microsoft.com/office/drawing/2014/main" id="{FD530470-0FBA-23E9-F1B8-5D7BA58D118B}"/>
              </a:ext>
            </a:extLst>
          </p:cNvPr>
          <p:cNvGrpSpPr>
            <a:grpSpLocks/>
          </p:cNvGrpSpPr>
          <p:nvPr/>
        </p:nvGrpSpPr>
        <p:grpSpPr bwMode="auto">
          <a:xfrm>
            <a:off x="643721" y="4697730"/>
            <a:ext cx="8101012" cy="1249362"/>
            <a:chOff x="373063" y="4186238"/>
            <a:chExt cx="8101012" cy="1249362"/>
          </a:xfrm>
        </p:grpSpPr>
        <p:cxnSp>
          <p:nvCxnSpPr>
            <p:cNvPr id="15" name="Straight Connector 37">
              <a:extLst>
                <a:ext uri="{FF2B5EF4-FFF2-40B4-BE49-F238E27FC236}">
                  <a16:creationId xmlns:a16="http://schemas.microsoft.com/office/drawing/2014/main" id="{746D5006-3377-CACE-B0A5-EEE247FA15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063" y="5435600"/>
              <a:ext cx="8101012" cy="0"/>
            </a:xfrm>
            <a:prstGeom prst="line">
              <a:avLst/>
            </a:prstGeom>
            <a:noFill/>
            <a:ln w="19050" cap="sq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" name="Group 50">
              <a:extLst>
                <a:ext uri="{FF2B5EF4-FFF2-40B4-BE49-F238E27FC236}">
                  <a16:creationId xmlns:a16="http://schemas.microsoft.com/office/drawing/2014/main" id="{59722B48-867C-A686-53EE-254B5A151E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4186238"/>
              <a:ext cx="7116763" cy="969962"/>
              <a:chOff x="476250" y="4186238"/>
              <a:chExt cx="7116763" cy="969962"/>
            </a:xfrm>
          </p:grpSpPr>
          <p:grpSp>
            <p:nvGrpSpPr>
              <p:cNvPr id="17" name="Group 81">
                <a:extLst>
                  <a:ext uri="{FF2B5EF4-FFF2-40B4-BE49-F238E27FC236}">
                    <a16:creationId xmlns:a16="http://schemas.microsoft.com/office/drawing/2014/main" id="{23E2CA60-C03B-1A3F-4DA5-F8775CCF11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4488" y="4502150"/>
                <a:ext cx="4708525" cy="654050"/>
                <a:chOff x="2305318" y="4630579"/>
                <a:chExt cx="4707567" cy="654191"/>
              </a:xfrm>
            </p:grpSpPr>
            <p:sp>
              <p:nvSpPr>
                <p:cNvPr id="19" name="TextBox 10">
                  <a:extLst>
                    <a:ext uri="{FF2B5EF4-FFF2-40B4-BE49-F238E27FC236}">
                      <a16:creationId xmlns:a16="http://schemas.microsoft.com/office/drawing/2014/main" id="{17378E3F-7779-7A7C-58C2-6271D04D02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5318" y="4630579"/>
                  <a:ext cx="669701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foo[0]</a:t>
                  </a:r>
                  <a:endParaRPr lang="en-SG" sz="1400"/>
                </a:p>
              </p:txBody>
            </p:sp>
            <p:sp>
              <p:nvSpPr>
                <p:cNvPr id="20" name="TextBox 11">
                  <a:extLst>
                    <a:ext uri="{FF2B5EF4-FFF2-40B4-BE49-F238E27FC236}">
                      <a16:creationId xmlns:a16="http://schemas.microsoft.com/office/drawing/2014/main" id="{2E3CF418-BE90-2785-3A95-5530B26E13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46231" y="4630579"/>
                  <a:ext cx="631065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foo[1]</a:t>
                  </a:r>
                  <a:endParaRPr lang="en-SG" sz="1400"/>
                </a:p>
              </p:txBody>
            </p:sp>
            <p:sp>
              <p:nvSpPr>
                <p:cNvPr id="21" name="TextBox 19">
                  <a:extLst>
                    <a:ext uri="{FF2B5EF4-FFF2-40B4-BE49-F238E27FC236}">
                      <a16:creationId xmlns:a16="http://schemas.microsoft.com/office/drawing/2014/main" id="{EC8240FD-B02E-906E-C87A-D8AE5B0FE0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3098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8257CAC-0A10-6832-D5F8-D77EFDB138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975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3" name="TextBox 23">
                  <a:extLst>
                    <a:ext uri="{FF2B5EF4-FFF2-40B4-BE49-F238E27FC236}">
                      <a16:creationId xmlns:a16="http://schemas.microsoft.com/office/drawing/2014/main" id="{3854BD43-E249-1FE4-0069-9E24B558E8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6751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07A8177-69F8-1F87-1F5D-DD89DF7F5B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64006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5" name="TextBox 34">
                  <a:extLst>
                    <a:ext uri="{FF2B5EF4-FFF2-40B4-BE49-F238E27FC236}">
                      <a16:creationId xmlns:a16="http://schemas.microsoft.com/office/drawing/2014/main" id="{A469B457-0BC1-5369-F923-2A3F6EC1B3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3472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7" name="TextBox 36">
                  <a:extLst>
                    <a:ext uri="{FF2B5EF4-FFF2-40B4-BE49-F238E27FC236}">
                      <a16:creationId xmlns:a16="http://schemas.microsoft.com/office/drawing/2014/main" id="{7F00E6D3-2247-22B0-5239-10BAF23970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23485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9" name="TextBox 20">
                  <a:extLst>
                    <a:ext uri="{FF2B5EF4-FFF2-40B4-BE49-F238E27FC236}">
                      <a16:creationId xmlns:a16="http://schemas.microsoft.com/office/drawing/2014/main" id="{1C6B223E-920C-2455-1841-AFCE385962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21228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dirty="0"/>
                    <a:t>44</a:t>
                  </a:r>
                  <a:endParaRPr lang="en-SG" dirty="0"/>
                </a:p>
              </p:txBody>
            </p:sp>
            <p:sp>
              <p:nvSpPr>
                <p:cNvPr id="30" name="TextBox 21">
                  <a:extLst>
                    <a:ext uri="{FF2B5EF4-FFF2-40B4-BE49-F238E27FC236}">
                      <a16:creationId xmlns:a16="http://schemas.microsoft.com/office/drawing/2014/main" id="{22BC360A-2FE7-3622-AD37-875B1EC100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4237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9</a:t>
                  </a:r>
                  <a:endParaRPr lang="en-SG"/>
                </a:p>
              </p:txBody>
            </p:sp>
            <p:sp>
              <p:nvSpPr>
                <p:cNvPr id="31" name="TextBox 22">
                  <a:extLst>
                    <a:ext uri="{FF2B5EF4-FFF2-40B4-BE49-F238E27FC236}">
                      <a16:creationId xmlns:a16="http://schemas.microsoft.com/office/drawing/2014/main" id="{6DDC688A-DD2E-2C2C-0293-70C816BA3F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47245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17</a:t>
                  </a:r>
                  <a:endParaRPr lang="en-SG"/>
                </a:p>
              </p:txBody>
            </p:sp>
            <p:sp>
              <p:nvSpPr>
                <p:cNvPr id="32" name="TextBox 23">
                  <a:extLst>
                    <a:ext uri="{FF2B5EF4-FFF2-40B4-BE49-F238E27FC236}">
                      <a16:creationId xmlns:a16="http://schemas.microsoft.com/office/drawing/2014/main" id="{C3D2AF80-DA86-D5BA-6D49-28BCB9325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2401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</a:t>
                  </a:r>
                  <a:endParaRPr lang="en-SG"/>
                </a:p>
              </p:txBody>
            </p:sp>
          </p:grpSp>
          <p:sp>
            <p:nvSpPr>
              <p:cNvPr id="18" name="TextBox 28">
                <a:extLst>
                  <a:ext uri="{FF2B5EF4-FFF2-40B4-BE49-F238E27FC236}">
                    <a16:creationId xmlns:a16="http://schemas.microsoft.com/office/drawing/2014/main" id="{258ABC7A-A7B0-3898-6D98-E3B3E1124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250" y="4186238"/>
                <a:ext cx="1287463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dirty="0"/>
                  <a:t>In main():</a:t>
                </a:r>
                <a:endParaRPr lang="en-SG" dirty="0"/>
              </a:p>
            </p:txBody>
          </p:sp>
        </p:grpSp>
      </p:grpSp>
      <p:grpSp>
        <p:nvGrpSpPr>
          <p:cNvPr id="37" name="Group 52">
            <a:extLst>
              <a:ext uri="{FF2B5EF4-FFF2-40B4-BE49-F238E27FC236}">
                <a16:creationId xmlns:a16="http://schemas.microsoft.com/office/drawing/2014/main" id="{0E3A3566-EE12-7D50-B5A2-33948A8CDC5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6009005"/>
            <a:ext cx="2640795" cy="369332"/>
            <a:chOff x="262742" y="5497513"/>
            <a:chExt cx="2640795" cy="369332"/>
          </a:xfrm>
        </p:grpSpPr>
        <p:sp>
          <p:nvSpPr>
            <p:cNvPr id="38" name="TextBox 29">
              <a:extLst>
                <a:ext uri="{FF2B5EF4-FFF2-40B4-BE49-F238E27FC236}">
                  <a16:creationId xmlns:a16="http://schemas.microsoft.com/office/drawing/2014/main" id="{559095E9-643A-BFC8-3C4B-5740819BD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42" y="5497513"/>
              <a:ext cx="20776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/>
                <a:t>In </a:t>
              </a:r>
              <a:r>
                <a:rPr lang="en-US" dirty="0" err="1"/>
                <a:t>double_value</a:t>
              </a:r>
              <a:r>
                <a:rPr lang="en-US" dirty="0"/>
                <a:t>():</a:t>
              </a:r>
              <a:endParaRPr lang="en-SG" dirty="0"/>
            </a:p>
          </p:txBody>
        </p:sp>
        <p:sp>
          <p:nvSpPr>
            <p:cNvPr id="47" name="TextBox 31">
              <a:extLst>
                <a:ext uri="{FF2B5EF4-FFF2-40B4-BE49-F238E27FC236}">
                  <a16:creationId xmlns:a16="http://schemas.microsoft.com/office/drawing/2014/main" id="{EFF1CBBB-CF67-62FC-9601-F49F73EB8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974" y="5521425"/>
              <a:ext cx="69056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dirty="0"/>
                <a:t>value</a:t>
              </a:r>
              <a:endParaRPr lang="en-SG" sz="1400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B7C66-E1EC-420D-91EE-18DF588D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DA80B-BC16-7C3E-3718-2808BB41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A9CFC-012B-2F4B-61CC-D8AF4113E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961" y="6337514"/>
            <a:ext cx="4460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dirty="0">
                <a:solidFill>
                  <a:srgbClr val="800000"/>
                </a:solidFill>
              </a:rPr>
              <a:t>88</a:t>
            </a:r>
            <a:endParaRPr lang="en-SG" sz="16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76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Call By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21" y="1281410"/>
            <a:ext cx="6065838" cy="341632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foo[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] =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17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double_array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(foo,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double_array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list[],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for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+= 1){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list[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] *=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9" name="Group 51">
            <a:extLst>
              <a:ext uri="{FF2B5EF4-FFF2-40B4-BE49-F238E27FC236}">
                <a16:creationId xmlns:a16="http://schemas.microsoft.com/office/drawing/2014/main" id="{0505F6B1-3520-4D00-AC15-E8F39F302EDE}"/>
              </a:ext>
            </a:extLst>
          </p:cNvPr>
          <p:cNvGrpSpPr>
            <a:grpSpLocks/>
          </p:cNvGrpSpPr>
          <p:nvPr/>
        </p:nvGrpSpPr>
        <p:grpSpPr bwMode="auto">
          <a:xfrm>
            <a:off x="643721" y="4697730"/>
            <a:ext cx="8101012" cy="1249362"/>
            <a:chOff x="373063" y="4186238"/>
            <a:chExt cx="8101012" cy="1249362"/>
          </a:xfrm>
        </p:grpSpPr>
        <p:cxnSp>
          <p:nvCxnSpPr>
            <p:cNvPr id="15" name="Straight Connector 37">
              <a:extLst>
                <a:ext uri="{FF2B5EF4-FFF2-40B4-BE49-F238E27FC236}">
                  <a16:creationId xmlns:a16="http://schemas.microsoft.com/office/drawing/2014/main" id="{108C93AB-E15B-4C52-BE7A-3C2F68F40E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063" y="5435600"/>
              <a:ext cx="8101012" cy="0"/>
            </a:xfrm>
            <a:prstGeom prst="line">
              <a:avLst/>
            </a:prstGeom>
            <a:noFill/>
            <a:ln w="19050" cap="sq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" name="Group 50">
              <a:extLst>
                <a:ext uri="{FF2B5EF4-FFF2-40B4-BE49-F238E27FC236}">
                  <a16:creationId xmlns:a16="http://schemas.microsoft.com/office/drawing/2014/main" id="{69104579-07AA-42DD-95FC-A742F9AE60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4186238"/>
              <a:ext cx="7116763" cy="969962"/>
              <a:chOff x="476250" y="4186238"/>
              <a:chExt cx="7116763" cy="969962"/>
            </a:xfrm>
          </p:grpSpPr>
          <p:grpSp>
            <p:nvGrpSpPr>
              <p:cNvPr id="17" name="Group 81">
                <a:extLst>
                  <a:ext uri="{FF2B5EF4-FFF2-40B4-BE49-F238E27FC236}">
                    <a16:creationId xmlns:a16="http://schemas.microsoft.com/office/drawing/2014/main" id="{D69B7199-F08E-4372-9973-65D001685B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4488" y="4502150"/>
                <a:ext cx="4708525" cy="654050"/>
                <a:chOff x="2305318" y="4630579"/>
                <a:chExt cx="4707567" cy="654191"/>
              </a:xfrm>
            </p:grpSpPr>
            <p:sp>
              <p:nvSpPr>
                <p:cNvPr id="19" name="TextBox 10">
                  <a:extLst>
                    <a:ext uri="{FF2B5EF4-FFF2-40B4-BE49-F238E27FC236}">
                      <a16:creationId xmlns:a16="http://schemas.microsoft.com/office/drawing/2014/main" id="{B7658147-2434-4D7D-97CA-B88E979AA3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5318" y="4630579"/>
                  <a:ext cx="669701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foo[0]</a:t>
                  </a:r>
                  <a:endParaRPr lang="en-SG" sz="1400"/>
                </a:p>
              </p:txBody>
            </p:sp>
            <p:sp>
              <p:nvSpPr>
                <p:cNvPr id="20" name="TextBox 11">
                  <a:extLst>
                    <a:ext uri="{FF2B5EF4-FFF2-40B4-BE49-F238E27FC236}">
                      <a16:creationId xmlns:a16="http://schemas.microsoft.com/office/drawing/2014/main" id="{651D1076-0A21-492D-99AA-EFE29ECACE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46231" y="4630579"/>
                  <a:ext cx="631065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foo[1]</a:t>
                  </a:r>
                  <a:endParaRPr lang="en-SG" sz="1400"/>
                </a:p>
              </p:txBody>
            </p:sp>
            <p:sp>
              <p:nvSpPr>
                <p:cNvPr id="21" name="TextBox 19">
                  <a:extLst>
                    <a:ext uri="{FF2B5EF4-FFF2-40B4-BE49-F238E27FC236}">
                      <a16:creationId xmlns:a16="http://schemas.microsoft.com/office/drawing/2014/main" id="{49C8D063-9EB9-4E7B-9479-1035D1B938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3098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3A82632-6702-4C9C-9D5A-8A546E5F8D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975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3" name="TextBox 23">
                  <a:extLst>
                    <a:ext uri="{FF2B5EF4-FFF2-40B4-BE49-F238E27FC236}">
                      <a16:creationId xmlns:a16="http://schemas.microsoft.com/office/drawing/2014/main" id="{BFF581A2-3063-420A-AC3A-D22E698AF8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6751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61983A8-ECE0-4326-B1D6-DB9BE5689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64006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5" name="TextBox 34">
                  <a:extLst>
                    <a:ext uri="{FF2B5EF4-FFF2-40B4-BE49-F238E27FC236}">
                      <a16:creationId xmlns:a16="http://schemas.microsoft.com/office/drawing/2014/main" id="{A3D0E130-3906-42AD-A78F-2E05CBB9A7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3472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7" name="TextBox 36">
                  <a:extLst>
                    <a:ext uri="{FF2B5EF4-FFF2-40B4-BE49-F238E27FC236}">
                      <a16:creationId xmlns:a16="http://schemas.microsoft.com/office/drawing/2014/main" id="{93F62197-54D5-40BB-96E7-7439B16AE7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23485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9" name="TextBox 20">
                  <a:extLst>
                    <a:ext uri="{FF2B5EF4-FFF2-40B4-BE49-F238E27FC236}">
                      <a16:creationId xmlns:a16="http://schemas.microsoft.com/office/drawing/2014/main" id="{D1216F97-8260-4931-9C7A-358BDF0615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21228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44</a:t>
                  </a:r>
                  <a:endParaRPr lang="en-SG"/>
                </a:p>
              </p:txBody>
            </p:sp>
            <p:sp>
              <p:nvSpPr>
                <p:cNvPr id="30" name="TextBox 21">
                  <a:extLst>
                    <a:ext uri="{FF2B5EF4-FFF2-40B4-BE49-F238E27FC236}">
                      <a16:creationId xmlns:a16="http://schemas.microsoft.com/office/drawing/2014/main" id="{1820F807-75B6-419B-8867-41EB4AFD20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4237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9</a:t>
                  </a:r>
                  <a:endParaRPr lang="en-SG"/>
                </a:p>
              </p:txBody>
            </p:sp>
            <p:sp>
              <p:nvSpPr>
                <p:cNvPr id="31" name="TextBox 22">
                  <a:extLst>
                    <a:ext uri="{FF2B5EF4-FFF2-40B4-BE49-F238E27FC236}">
                      <a16:creationId xmlns:a16="http://schemas.microsoft.com/office/drawing/2014/main" id="{A7837753-E0EB-4FC8-94FC-AD5A60B957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47245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17</a:t>
                  </a:r>
                  <a:endParaRPr lang="en-SG"/>
                </a:p>
              </p:txBody>
            </p:sp>
            <p:sp>
              <p:nvSpPr>
                <p:cNvPr id="32" name="TextBox 23">
                  <a:extLst>
                    <a:ext uri="{FF2B5EF4-FFF2-40B4-BE49-F238E27FC236}">
                      <a16:creationId xmlns:a16="http://schemas.microsoft.com/office/drawing/2014/main" id="{03619C47-9956-4E7D-9487-35830BD608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2401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</a:t>
                  </a:r>
                  <a:endParaRPr lang="en-SG"/>
                </a:p>
              </p:txBody>
            </p:sp>
          </p:grpSp>
          <p:sp>
            <p:nvSpPr>
              <p:cNvPr id="18" name="TextBox 28">
                <a:extLst>
                  <a:ext uri="{FF2B5EF4-FFF2-40B4-BE49-F238E27FC236}">
                    <a16:creationId xmlns:a16="http://schemas.microsoft.com/office/drawing/2014/main" id="{54DCC539-9271-4E7C-A082-841C1702FC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250" y="4186238"/>
                <a:ext cx="1287463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dirty="0"/>
                  <a:t>In main():</a:t>
                </a:r>
                <a:endParaRPr lang="en-SG" dirty="0"/>
              </a:p>
            </p:txBody>
          </p:sp>
        </p:grpSp>
      </p:grpSp>
      <p:grpSp>
        <p:nvGrpSpPr>
          <p:cNvPr id="37" name="Group 52">
            <a:extLst>
              <a:ext uri="{FF2B5EF4-FFF2-40B4-BE49-F238E27FC236}">
                <a16:creationId xmlns:a16="http://schemas.microsoft.com/office/drawing/2014/main" id="{0EBBAA66-5BA5-4320-A4BD-5629D9DF9131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667691"/>
            <a:ext cx="4472771" cy="1004711"/>
            <a:chOff x="262742" y="5156199"/>
            <a:chExt cx="4472771" cy="1004711"/>
          </a:xfrm>
        </p:grpSpPr>
        <p:sp>
          <p:nvSpPr>
            <p:cNvPr id="38" name="TextBox 29">
              <a:extLst>
                <a:ext uri="{FF2B5EF4-FFF2-40B4-BE49-F238E27FC236}">
                  <a16:creationId xmlns:a16="http://schemas.microsoft.com/office/drawing/2014/main" id="{3EC4CF0B-4148-43F3-A866-11ADAF6ED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42" y="5497513"/>
              <a:ext cx="20776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/>
                <a:t>In </a:t>
              </a:r>
              <a:r>
                <a:rPr lang="en-US" dirty="0" err="1"/>
                <a:t>double_array</a:t>
              </a:r>
              <a:r>
                <a:rPr lang="en-US" dirty="0"/>
                <a:t>():</a:t>
              </a:r>
              <a:endParaRPr lang="en-SG" dirty="0"/>
            </a:p>
          </p:txBody>
        </p:sp>
        <p:grpSp>
          <p:nvGrpSpPr>
            <p:cNvPr id="39" name="Group 92">
              <a:extLst>
                <a:ext uri="{FF2B5EF4-FFF2-40B4-BE49-F238E27FC236}">
                  <a16:creationId xmlns:a16="http://schemas.microsoft.com/office/drawing/2014/main" id="{67DC3D40-15F7-4EBD-B099-1836A0553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2975" y="5489575"/>
              <a:ext cx="927101" cy="652463"/>
              <a:chOff x="1207276" y="4357974"/>
              <a:chExt cx="926796" cy="652401"/>
            </a:xfrm>
          </p:grpSpPr>
          <p:sp>
            <p:nvSpPr>
              <p:cNvPr id="47" name="TextBox 31">
                <a:extLst>
                  <a:ext uri="{FF2B5EF4-FFF2-40B4-BE49-F238E27FC236}">
                    <a16:creationId xmlns:a16="http://schemas.microsoft.com/office/drawing/2014/main" id="{E361DF53-E7B7-4943-BCDD-021EF39AD2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7276" y="4357974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list</a:t>
                </a:r>
                <a:endParaRPr lang="en-SG" sz="1400"/>
              </a:p>
            </p:txBody>
          </p:sp>
          <p:sp>
            <p:nvSpPr>
              <p:cNvPr id="48" name="Rectangle 6">
                <a:extLst>
                  <a:ext uri="{FF2B5EF4-FFF2-40B4-BE49-F238E27FC236}">
                    <a16:creationId xmlns:a16="http://schemas.microsoft.com/office/drawing/2014/main" id="{6493243D-6763-4911-84E8-0FE5DDF42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7277" y="4667508"/>
                <a:ext cx="926795" cy="342867"/>
              </a:xfrm>
              <a:prstGeom prst="rect">
                <a:avLst/>
              </a:prstGeom>
              <a:solidFill>
                <a:srgbClr val="9F9FFF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r>
                  <a:rPr lang="en-US" dirty="0"/>
                  <a:t>&amp;foo[0]</a:t>
                </a:r>
                <a:endParaRPr lang="en-SG" dirty="0"/>
              </a:p>
            </p:txBody>
          </p:sp>
        </p:grpSp>
        <p:cxnSp>
          <p:nvCxnSpPr>
            <p:cNvPr id="40" name="Straight Arrow Connector 33">
              <a:extLst>
                <a:ext uri="{FF2B5EF4-FFF2-40B4-BE49-F238E27FC236}">
                  <a16:creationId xmlns:a16="http://schemas.microsoft.com/office/drawing/2014/main" id="{1D9BC436-B10A-4D01-8BC3-780896F851D5}"/>
                </a:ext>
              </a:extLst>
            </p:cNvPr>
            <p:cNvCxnSpPr>
              <a:cxnSpLocks noChangeShapeType="1"/>
              <a:stCxn id="48" idx="0"/>
            </p:cNvCxnSpPr>
            <p:nvPr/>
          </p:nvCxnSpPr>
          <p:spPr bwMode="auto">
            <a:xfrm flipV="1">
              <a:off x="2676526" y="5156199"/>
              <a:ext cx="574674" cy="64293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1" name="Group 34">
              <a:extLst>
                <a:ext uri="{FF2B5EF4-FFF2-40B4-BE49-F238E27FC236}">
                  <a16:creationId xmlns:a16="http://schemas.microsoft.com/office/drawing/2014/main" id="{C4235436-B427-4DEB-8FE5-E31228E03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0075" y="5460679"/>
              <a:ext cx="669925" cy="700231"/>
              <a:chOff x="3307723" y="5924113"/>
              <a:chExt cx="669701" cy="700382"/>
            </a:xfrm>
          </p:grpSpPr>
          <p:sp>
            <p:nvSpPr>
              <p:cNvPr id="45" name="TextBox 35">
                <a:extLst>
                  <a:ext uri="{FF2B5EF4-FFF2-40B4-BE49-F238E27FC236}">
                    <a16:creationId xmlns:a16="http://schemas.microsoft.com/office/drawing/2014/main" id="{41D479DC-95D0-4D12-8B59-31FE63F19C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7723" y="5924113"/>
                <a:ext cx="669701" cy="307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 dirty="0"/>
                  <a:t>length</a:t>
                </a:r>
                <a:endParaRPr lang="en-SG" sz="1400" dirty="0"/>
              </a:p>
            </p:txBody>
          </p:sp>
          <p:sp>
            <p:nvSpPr>
              <p:cNvPr id="46" name="TextBox 36">
                <a:extLst>
                  <a:ext uri="{FF2B5EF4-FFF2-40B4-BE49-F238E27FC236}">
                    <a16:creationId xmlns:a16="http://schemas.microsoft.com/office/drawing/2014/main" id="{5E7AB43C-0397-48B2-8183-C1DDAE52E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3904" y="6255163"/>
                <a:ext cx="502276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4</a:t>
                </a:r>
                <a:endParaRPr lang="en-SG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B6CD8CE-626D-431E-A3C3-C6D57D5242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5588" y="5489575"/>
              <a:ext cx="669925" cy="654050"/>
              <a:chOff x="3307723" y="5929199"/>
              <a:chExt cx="669701" cy="654191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6880D9-D9CA-40A4-82A9-43BA3AA580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7723" y="5929199"/>
                <a:ext cx="66970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i</a:t>
                </a:r>
                <a:endParaRPr lang="en-SG" sz="140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3A5C19-939F-4F66-9142-0D02E4940B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633" y="6214058"/>
                <a:ext cx="502276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?</a:t>
                </a:r>
                <a:endParaRPr lang="en-SG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9D5CCCF-DE5D-4753-9B65-63AF1E68D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308" y="5318731"/>
            <a:ext cx="4460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dirty="0">
                <a:solidFill>
                  <a:srgbClr val="800000"/>
                </a:solidFill>
              </a:rPr>
              <a:t>88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050EDD3-D2A7-4067-ABA7-57A9D92ED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483" y="5316855"/>
            <a:ext cx="41751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18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45BF1088-CEDF-413B-AF3E-61AE386D1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183" y="5310505"/>
            <a:ext cx="433388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34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FADC1677-1ED5-48D8-BA95-82B09DC8E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633" y="5321617"/>
            <a:ext cx="350838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2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53" name="TextBox 55">
            <a:extLst>
              <a:ext uri="{FF2B5EF4-FFF2-40B4-BE49-F238E27FC236}">
                <a16:creationId xmlns:a16="http://schemas.microsoft.com/office/drawing/2014/main" id="{FAE0AE3B-EFB7-422B-939D-F81E1D50D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9446" y="6297930"/>
            <a:ext cx="31591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0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4" name="TextBox 47">
            <a:extLst>
              <a:ext uri="{FF2B5EF4-FFF2-40B4-BE49-F238E27FC236}">
                <a16:creationId xmlns:a16="http://schemas.microsoft.com/office/drawing/2014/main" id="{1529E195-DBCE-421C-B59E-914BCA1B4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880" y="6299517"/>
            <a:ext cx="382587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1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5" name="TextBox 49">
            <a:extLst>
              <a:ext uri="{FF2B5EF4-FFF2-40B4-BE49-F238E27FC236}">
                <a16:creationId xmlns:a16="http://schemas.microsoft.com/office/drawing/2014/main" id="{AE7533C6-6C79-4059-93B3-A3491249A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77" y="6311582"/>
            <a:ext cx="423862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2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6" name="TextBox 53">
            <a:extLst>
              <a:ext uri="{FF2B5EF4-FFF2-40B4-BE49-F238E27FC236}">
                <a16:creationId xmlns:a16="http://schemas.microsoft.com/office/drawing/2014/main" id="{C5996136-81EF-4B88-9847-D513AD49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539" y="6300575"/>
            <a:ext cx="34766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3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7" name="TextBox 54">
            <a:extLst>
              <a:ext uri="{FF2B5EF4-FFF2-40B4-BE49-F238E27FC236}">
                <a16:creationId xmlns:a16="http://schemas.microsoft.com/office/drawing/2014/main" id="{B907304A-CED7-4607-B434-2CE215C03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23" y="6300311"/>
            <a:ext cx="31591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4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B2BE24-D538-BAA6-85BF-B40E43F7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C8786F-1DD1-D9CE-9D4E-81D11C86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B527D-AE25-0208-1982-1B5335E0B996}"/>
              </a:ext>
            </a:extLst>
          </p:cNvPr>
          <p:cNvSpPr txBox="1"/>
          <p:nvPr/>
        </p:nvSpPr>
        <p:spPr>
          <a:xfrm>
            <a:off x="6022207" y="3886190"/>
            <a:ext cx="2395845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const</a:t>
            </a:r>
            <a:r>
              <a:rPr lang="en-US" dirty="0"/>
              <a:t> to disallow such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2588305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Other Facts with Array</a:t>
            </a:r>
          </a:p>
        </p:txBody>
      </p:sp>
      <p:sp>
        <p:nvSpPr>
          <p:cNvPr id="59" name="Content Placeholder 5">
            <a:extLst>
              <a:ext uri="{FF2B5EF4-FFF2-40B4-BE49-F238E27FC236}">
                <a16:creationId xmlns:a16="http://schemas.microsoft.com/office/drawing/2014/main" id="{33B4E5E4-978F-4C76-9C9E-32FCCE70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Read the notes for information about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Array and pointers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Returning an array from a function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….</a:t>
            </a: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EFB6B-3D55-96A6-A533-1106A7E9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Unit14 - </a:t>
            </a:r>
            <a:fld id="{2E4790E1-2590-4AEE-892D-AB46A768811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6E273-8F51-A24A-3B33-F135A132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749079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27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5: due </a:t>
            </a:r>
            <a:r>
              <a:rPr lang="en-US" sz="2000" dirty="0">
                <a:solidFill>
                  <a:srgbClr val="0000FF"/>
                </a:solidFill>
              </a:rPr>
              <a:t>20 Feb, 2pm </a:t>
            </a:r>
            <a:r>
              <a:rPr lang="en-US" sz="2000" dirty="0"/>
              <a:t>(extended due to CNY)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6: due </a:t>
            </a:r>
            <a:r>
              <a:rPr lang="en-US" sz="2000" dirty="0">
                <a:solidFill>
                  <a:srgbClr val="0000FF"/>
                </a:solidFill>
              </a:rPr>
              <a:t>3 Mar, 2pm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13 &amp;14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 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due on </a:t>
            </a:r>
            <a:r>
              <a:rPr lang="en-US" sz="2000" dirty="0">
                <a:solidFill>
                  <a:srgbClr val="0000FF"/>
                </a:solidFill>
              </a:rPr>
              <a:t>3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Mar, 2pm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12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1B70FD-CEB1-90E7-7889-01A5A1BB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A892-6CAF-BAB4-5FB2-4D2DE396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5F68C6FD-7CF7-4365-CFB2-DD8947C1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28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2B97676B-F140-1854-8A83-DAC5C60F5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B5CB08D5-11F8-C9B9-1E03-BE91F6E7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7C9AD-7766-C088-3BCC-207B488C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FB8BAB-4C2A-0B3D-48A1-99993A14B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Midterm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HighlightBackgroundShapeeee31423-879f-470c-ac44-148c4404b3a6">
            <a:extLst>
              <a:ext uri="{FF2B5EF4-FFF2-40B4-BE49-F238E27FC236}">
                <a16:creationId xmlns:a16="http://schemas.microsoft.com/office/drawing/2014/main" id="{68FE83B9-5DAF-C4E0-7BA6-EE8195BF0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Basic Info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Date: </a:t>
            </a:r>
            <a:r>
              <a:rPr lang="en-US" sz="2000" dirty="0">
                <a:solidFill>
                  <a:srgbClr val="0000FF"/>
                </a:solidFill>
              </a:rPr>
              <a:t>3 Mar (Tue)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Time: </a:t>
            </a:r>
            <a:r>
              <a:rPr lang="en-US" sz="2000" dirty="0">
                <a:solidFill>
                  <a:srgbClr val="0000FF"/>
                </a:solidFill>
              </a:rPr>
              <a:t>10 am to 12 </a:t>
            </a:r>
            <a:r>
              <a:rPr lang="en-US" sz="2000" dirty="0" err="1">
                <a:solidFill>
                  <a:srgbClr val="0000FF"/>
                </a:solidFill>
              </a:rPr>
              <a:t>nn</a:t>
            </a:r>
            <a:endParaRPr lang="en-US" sz="20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Venue: </a:t>
            </a:r>
            <a:r>
              <a:rPr lang="en-US" sz="2000" dirty="0">
                <a:solidFill>
                  <a:srgbClr val="0000FF"/>
                </a:solidFill>
              </a:rPr>
              <a:t>LT18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Scope: </a:t>
            </a:r>
            <a:r>
              <a:rPr lang="en-US" sz="2000" dirty="0">
                <a:solidFill>
                  <a:srgbClr val="0000FF"/>
                </a:solidFill>
              </a:rPr>
              <a:t>Units 1-14, Exercises 0-2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Format: </a:t>
            </a:r>
            <a:r>
              <a:rPr lang="en-US" sz="2000" dirty="0">
                <a:solidFill>
                  <a:srgbClr val="0000FF"/>
                </a:solidFill>
              </a:rPr>
              <a:t>Pen-and-paper, MCQs + Short Structured Questions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Duration: </a:t>
            </a:r>
            <a:r>
              <a:rPr lang="en-US" sz="2000" dirty="0">
                <a:solidFill>
                  <a:srgbClr val="0000FF"/>
                </a:solidFill>
              </a:rPr>
              <a:t>80 minutes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0000FF"/>
                </a:solidFill>
              </a:rPr>
              <a:t>Open Book </a:t>
            </a:r>
            <a:r>
              <a:rPr lang="en-US" sz="2000" dirty="0"/>
              <a:t>(Analog references only but calculators allowed)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Past year paper available in Canvas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4353441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14230</TotalTime>
  <Words>2585</Words>
  <Application>Microsoft Office PowerPoint</Application>
  <PresentationFormat>On-screen Show (4:3)</PresentationFormat>
  <Paragraphs>575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Unit 13: Call Stack</vt:lpstr>
      <vt:lpstr>Variable Declaration - redux</vt:lpstr>
      <vt:lpstr>Function Call - redux</vt:lpstr>
      <vt:lpstr>Stack Frame</vt:lpstr>
      <vt:lpstr>Call Stack</vt:lpstr>
      <vt:lpstr>Call Stack</vt:lpstr>
      <vt:lpstr>Call Stack</vt:lpstr>
      <vt:lpstr>Call Stack</vt:lpstr>
      <vt:lpstr>Common Mistake</vt:lpstr>
      <vt:lpstr>PowerPoint Presentation</vt:lpstr>
      <vt:lpstr>Unit 15: Array</vt:lpstr>
      <vt:lpstr>Variables – re-redux</vt:lpstr>
      <vt:lpstr>Fixed-Length Array</vt:lpstr>
      <vt:lpstr>Fixed-Length Array</vt:lpstr>
      <vt:lpstr>Fixed-Length Array</vt:lpstr>
      <vt:lpstr>Array as Look-up Table </vt:lpstr>
      <vt:lpstr>Array as Look-up Table </vt:lpstr>
      <vt:lpstr>Array as Look-up Table </vt:lpstr>
      <vt:lpstr>Array as List</vt:lpstr>
      <vt:lpstr>Common Mistakes (1/2)</vt:lpstr>
      <vt:lpstr>Common Mistakes (2/2)</vt:lpstr>
      <vt:lpstr>Array and Memory</vt:lpstr>
      <vt:lpstr>Call By Value - redux</vt:lpstr>
      <vt:lpstr>Call By Reference</vt:lpstr>
      <vt:lpstr>Other Facts with Array</vt:lpstr>
      <vt:lpstr>Homework</vt:lpstr>
      <vt:lpstr>Midterm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1541</cp:revision>
  <cp:lastPrinted>2014-06-20T04:24:53Z</cp:lastPrinted>
  <dcterms:created xsi:type="dcterms:W3CDTF">1998-09-05T15:03:32Z</dcterms:created>
  <dcterms:modified xsi:type="dcterms:W3CDTF">2026-02-19T02:44:31Z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