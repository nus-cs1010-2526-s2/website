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20"/>
  </p:notesMasterIdLst>
  <p:handoutMasterIdLst>
    <p:handoutMasterId r:id="rId21"/>
  </p:handoutMasterIdLst>
  <p:sldIdLst>
    <p:sldId id="256" r:id="rId2"/>
    <p:sldId id="524" r:id="rId3"/>
    <p:sldId id="528" r:id="rId4"/>
    <p:sldId id="529" r:id="rId5"/>
    <p:sldId id="543" r:id="rId6"/>
    <p:sldId id="533" r:id="rId7"/>
    <p:sldId id="544" r:id="rId8"/>
    <p:sldId id="532" r:id="rId9"/>
    <p:sldId id="545" r:id="rId10"/>
    <p:sldId id="540" r:id="rId11"/>
    <p:sldId id="539" r:id="rId12"/>
    <p:sldId id="538" r:id="rId13"/>
    <p:sldId id="534" r:id="rId14"/>
    <p:sldId id="541" r:id="rId15"/>
    <p:sldId id="527" r:id="rId16"/>
    <p:sldId id="537" r:id="rId17"/>
    <p:sldId id="542" r:id="rId18"/>
    <p:sldId id="525" r:id="rId1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0066FF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D644B5-8869-4802-BA46-9E9C60EA9A66}" v="153" dt="2026-01-20T00:52:06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87185" autoAdjust="0"/>
  </p:normalViewPr>
  <p:slideViewPr>
    <p:cSldViewPr snapToGrid="0">
      <p:cViewPr varScale="1">
        <p:scale>
          <a:sx n="104" d="100"/>
          <a:sy n="104" d="100"/>
        </p:scale>
        <p:origin x="91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316" y="-2004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 sldOrd">
      <pc:chgData name="Zhao Jin" userId="cd05a825-544c-438a-9ba1-08e63db50b47" providerId="ADAL" clId="{5DF3A229-1965-414E-AF54-F4C37AC7DF68}" dt="2026-01-20T00:52:06.110" v="549" actId="20577"/>
      <pc:docMkLst>
        <pc:docMk/>
      </pc:docMkLst>
      <pc:sldChg chg="addSp delSp modSp mod delAnim modAnim">
        <pc:chgData name="Zhao Jin" userId="cd05a825-544c-438a-9ba1-08e63db50b47" providerId="ADAL" clId="{5DF3A229-1965-414E-AF54-F4C37AC7DF68}" dt="2026-01-20T00:31:00.293" v="223" actId="13926"/>
        <pc:sldMkLst>
          <pc:docMk/>
          <pc:sldMk cId="4049827685" sldId="524"/>
        </pc:sldMkLst>
        <pc:spChg chg="del mod">
          <ac:chgData name="Zhao Jin" userId="cd05a825-544c-438a-9ba1-08e63db50b47" providerId="ADAL" clId="{5DF3A229-1965-414E-AF54-F4C37AC7DF68}" dt="2026-01-20T00:26:32.213" v="202" actId="478"/>
          <ac:spMkLst>
            <pc:docMk/>
            <pc:sldMk cId="4049827685" sldId="524"/>
            <ac:spMk id="2" creationId="{7C91983E-8AAC-AE2B-FF0F-B0AFD846A475}"/>
          </ac:spMkLst>
        </pc:spChg>
        <pc:spChg chg="del">
          <ac:chgData name="Zhao Jin" userId="cd05a825-544c-438a-9ba1-08e63db50b47" providerId="ADAL" clId="{5DF3A229-1965-414E-AF54-F4C37AC7DF68}" dt="2026-01-20T00:26:34.815" v="204" actId="478"/>
          <ac:spMkLst>
            <pc:docMk/>
            <pc:sldMk cId="4049827685" sldId="524"/>
            <ac:spMk id="3" creationId="{B35E39D0-9B67-2A06-BBEE-CAEF6D887553}"/>
          </ac:spMkLst>
        </pc:spChg>
        <pc:spChg chg="add del mod">
          <ac:chgData name="Zhao Jin" userId="cd05a825-544c-438a-9ba1-08e63db50b47" providerId="ADAL" clId="{5DF3A229-1965-414E-AF54-F4C37AC7DF68}" dt="2026-01-19T06:37:27.683" v="12" actId="478"/>
          <ac:spMkLst>
            <pc:docMk/>
            <pc:sldMk cId="4049827685" sldId="524"/>
            <ac:spMk id="4" creationId="{B4D81AAC-0E18-FD37-4521-E07BFB418DC2}"/>
          </ac:spMkLst>
        </pc:spChg>
        <pc:spChg chg="del">
          <ac:chgData name="Zhao Jin" userId="cd05a825-544c-438a-9ba1-08e63db50b47" providerId="ADAL" clId="{5DF3A229-1965-414E-AF54-F4C37AC7DF68}" dt="2026-01-20T00:26:32.688" v="203" actId="478"/>
          <ac:spMkLst>
            <pc:docMk/>
            <pc:sldMk cId="4049827685" sldId="524"/>
            <ac:spMk id="16" creationId="{1BB7C566-D347-1D37-1756-C81E97C6467C}"/>
          </ac:spMkLst>
        </pc:spChg>
        <pc:spChg chg="mod">
          <ac:chgData name="Zhao Jin" userId="cd05a825-544c-438a-9ba1-08e63db50b47" providerId="ADAL" clId="{5DF3A229-1965-414E-AF54-F4C37AC7DF68}" dt="2026-01-20T00:31:00.293" v="223" actId="13926"/>
          <ac:spMkLst>
            <pc:docMk/>
            <pc:sldMk cId="4049827685" sldId="524"/>
            <ac:spMk id="27" creationId="{FBA00A3F-773B-9DFA-EBCB-C792A1206CD7}"/>
          </ac:spMkLst>
        </pc:spChg>
      </pc:sldChg>
      <pc:sldChg chg="addSp delSp modSp mod delAnim modAnim">
        <pc:chgData name="Zhao Jin" userId="cd05a825-544c-438a-9ba1-08e63db50b47" providerId="ADAL" clId="{5DF3A229-1965-414E-AF54-F4C37AC7DF68}" dt="2026-01-20T00:45:05.405" v="396"/>
        <pc:sldMkLst>
          <pc:docMk/>
          <pc:sldMk cId="4288789163" sldId="527"/>
        </pc:sldMkLst>
        <pc:spChg chg="add del mod">
          <ac:chgData name="Zhao Jin" userId="cd05a825-544c-438a-9ba1-08e63db50b47" providerId="ADAL" clId="{5DF3A229-1965-414E-AF54-F4C37AC7DF68}" dt="2026-01-20T00:44:37.470" v="388" actId="478"/>
          <ac:spMkLst>
            <pc:docMk/>
            <pc:sldMk cId="4288789163" sldId="527"/>
            <ac:spMk id="3" creationId="{936306C5-58C8-F624-6700-4739361C1DAE}"/>
          </ac:spMkLst>
        </pc:spChg>
        <pc:spChg chg="add del mod">
          <ac:chgData name="Zhao Jin" userId="cd05a825-544c-438a-9ba1-08e63db50b47" providerId="ADAL" clId="{5DF3A229-1965-414E-AF54-F4C37AC7DF68}" dt="2026-01-20T00:44:37.470" v="388" actId="478"/>
          <ac:spMkLst>
            <pc:docMk/>
            <pc:sldMk cId="4288789163" sldId="527"/>
            <ac:spMk id="13" creationId="{FC50DE67-08F7-F019-7423-BCE02BC6ACCF}"/>
          </ac:spMkLst>
        </pc:spChg>
        <pc:spChg chg="add del mod">
          <ac:chgData name="Zhao Jin" userId="cd05a825-544c-438a-9ba1-08e63db50b47" providerId="ADAL" clId="{5DF3A229-1965-414E-AF54-F4C37AC7DF68}" dt="2026-01-20T00:44:37.470" v="388" actId="478"/>
          <ac:spMkLst>
            <pc:docMk/>
            <pc:sldMk cId="4288789163" sldId="527"/>
            <ac:spMk id="14" creationId="{CAF1397D-780D-FACD-2A5C-38BCA7AD29D8}"/>
          </ac:spMkLst>
        </pc:spChg>
        <pc:spChg chg="add del mod">
          <ac:chgData name="Zhao Jin" userId="cd05a825-544c-438a-9ba1-08e63db50b47" providerId="ADAL" clId="{5DF3A229-1965-414E-AF54-F4C37AC7DF68}" dt="2026-01-20T00:44:37.470" v="388" actId="478"/>
          <ac:spMkLst>
            <pc:docMk/>
            <pc:sldMk cId="4288789163" sldId="527"/>
            <ac:spMk id="15" creationId="{CC6E3D9A-2E13-94F9-C0BC-587D567D0F19}"/>
          </ac:spMkLst>
        </pc:spChg>
        <pc:spChg chg="add del mod">
          <ac:chgData name="Zhao Jin" userId="cd05a825-544c-438a-9ba1-08e63db50b47" providerId="ADAL" clId="{5DF3A229-1965-414E-AF54-F4C37AC7DF68}" dt="2026-01-20T00:44:37.470" v="388" actId="478"/>
          <ac:spMkLst>
            <pc:docMk/>
            <pc:sldMk cId="4288789163" sldId="527"/>
            <ac:spMk id="16" creationId="{92FA2E02-C0E2-6EF8-54CE-F057E0E63C5B}"/>
          </ac:spMkLst>
        </pc:spChg>
        <pc:spChg chg="add mod">
          <ac:chgData name="Zhao Jin" userId="cd05a825-544c-438a-9ba1-08e63db50b47" providerId="ADAL" clId="{5DF3A229-1965-414E-AF54-F4C37AC7DF68}" dt="2026-01-20T00:45:05.405" v="396"/>
          <ac:spMkLst>
            <pc:docMk/>
            <pc:sldMk cId="4288789163" sldId="527"/>
            <ac:spMk id="17" creationId="{72E76282-A73C-1365-FDCA-64FBDD10EE6D}"/>
          </ac:spMkLst>
        </pc:spChg>
        <pc:spChg chg="add mod">
          <ac:chgData name="Zhao Jin" userId="cd05a825-544c-438a-9ba1-08e63db50b47" providerId="ADAL" clId="{5DF3A229-1965-414E-AF54-F4C37AC7DF68}" dt="2026-01-20T00:45:05.405" v="396"/>
          <ac:spMkLst>
            <pc:docMk/>
            <pc:sldMk cId="4288789163" sldId="527"/>
            <ac:spMk id="18" creationId="{7B50839A-2ECA-718E-BB7E-487C089995DD}"/>
          </ac:spMkLst>
        </pc:spChg>
        <pc:spChg chg="add mod">
          <ac:chgData name="Zhao Jin" userId="cd05a825-544c-438a-9ba1-08e63db50b47" providerId="ADAL" clId="{5DF3A229-1965-414E-AF54-F4C37AC7DF68}" dt="2026-01-20T00:45:05.405" v="396"/>
          <ac:spMkLst>
            <pc:docMk/>
            <pc:sldMk cId="4288789163" sldId="527"/>
            <ac:spMk id="21" creationId="{BC97C112-BF3B-BF8F-61A4-D6D87DE5706C}"/>
          </ac:spMkLst>
        </pc:spChg>
        <pc:spChg chg="add mod">
          <ac:chgData name="Zhao Jin" userId="cd05a825-544c-438a-9ba1-08e63db50b47" providerId="ADAL" clId="{5DF3A229-1965-414E-AF54-F4C37AC7DF68}" dt="2026-01-20T00:45:05.405" v="396"/>
          <ac:spMkLst>
            <pc:docMk/>
            <pc:sldMk cId="4288789163" sldId="527"/>
            <ac:spMk id="22" creationId="{9A9E7FDE-649F-F897-5FB9-486D764977C4}"/>
          </ac:spMkLst>
        </pc:spChg>
        <pc:spChg chg="add mod">
          <ac:chgData name="Zhao Jin" userId="cd05a825-544c-438a-9ba1-08e63db50b47" providerId="ADAL" clId="{5DF3A229-1965-414E-AF54-F4C37AC7DF68}" dt="2026-01-20T00:45:05.405" v="396"/>
          <ac:spMkLst>
            <pc:docMk/>
            <pc:sldMk cId="4288789163" sldId="527"/>
            <ac:spMk id="24" creationId="{9C791B7A-A866-2307-0EFC-557129570D24}"/>
          </ac:spMkLst>
        </pc:spChg>
        <pc:graphicFrameChg chg="mod modGraphic">
          <ac:chgData name="Zhao Jin" userId="cd05a825-544c-438a-9ba1-08e63db50b47" providerId="ADAL" clId="{5DF3A229-1965-414E-AF54-F4C37AC7DF68}" dt="2026-01-20T00:44:45.631" v="392" actId="207"/>
          <ac:graphicFrameMkLst>
            <pc:docMk/>
            <pc:sldMk cId="4288789163" sldId="527"/>
            <ac:graphicFrameMk id="23" creationId="{00000000-0000-0000-0000-000000000000}"/>
          </ac:graphicFrameMkLst>
        </pc:graphicFrameChg>
        <pc:graphicFrameChg chg="modGraphic">
          <ac:chgData name="Zhao Jin" userId="cd05a825-544c-438a-9ba1-08e63db50b47" providerId="ADAL" clId="{5DF3A229-1965-414E-AF54-F4C37AC7DF68}" dt="2026-01-20T00:44:56.679" v="395" actId="207"/>
          <ac:graphicFrameMkLst>
            <pc:docMk/>
            <pc:sldMk cId="4288789163" sldId="527"/>
            <ac:graphicFrameMk id="25" creationId="{00000000-0000-0000-0000-000000000000}"/>
          </ac:graphicFrameMkLst>
        </pc:graphicFrameChg>
      </pc:sldChg>
      <pc:sldChg chg="del addAnim delAnim">
        <pc:chgData name="Zhao Jin" userId="cd05a825-544c-438a-9ba1-08e63db50b47" providerId="ADAL" clId="{5DF3A229-1965-414E-AF54-F4C37AC7DF68}" dt="2026-01-20T00:26:41.623" v="205" actId="2696"/>
        <pc:sldMkLst>
          <pc:docMk/>
          <pc:sldMk cId="3849913699" sldId="528"/>
        </pc:sldMkLst>
      </pc:sldChg>
      <pc:sldChg chg="addSp delSp modSp add mod addAnim delAnim modAnim">
        <pc:chgData name="Zhao Jin" userId="cd05a825-544c-438a-9ba1-08e63db50b47" providerId="ADAL" clId="{5DF3A229-1965-414E-AF54-F4C37AC7DF68}" dt="2026-01-20T00:50:24.088" v="518" actId="1076"/>
        <pc:sldMkLst>
          <pc:docMk/>
          <pc:sldMk cId="3864656049" sldId="528"/>
        </pc:sldMkLst>
        <pc:spChg chg="add mod">
          <ac:chgData name="Zhao Jin" userId="cd05a825-544c-438a-9ba1-08e63db50b47" providerId="ADAL" clId="{5DF3A229-1965-414E-AF54-F4C37AC7DF68}" dt="2026-01-20T00:50:24.088" v="518" actId="1076"/>
          <ac:spMkLst>
            <pc:docMk/>
            <pc:sldMk cId="3864656049" sldId="528"/>
            <ac:spMk id="2" creationId="{739E5981-2994-9584-E001-4E746B48FDFB}"/>
          </ac:spMkLst>
        </pc:spChg>
        <pc:spChg chg="mod">
          <ac:chgData name="Zhao Jin" userId="cd05a825-544c-438a-9ba1-08e63db50b47" providerId="ADAL" clId="{5DF3A229-1965-414E-AF54-F4C37AC7DF68}" dt="2026-01-20T00:49:39.522" v="505" actId="207"/>
          <ac:spMkLst>
            <pc:docMk/>
            <pc:sldMk cId="3864656049" sldId="528"/>
            <ac:spMk id="22" creationId="{B04A977D-F987-B08F-E5B2-1EDCB6CB3723}"/>
          </ac:spMkLst>
        </pc:spChg>
        <pc:spChg chg="mod">
          <ac:chgData name="Zhao Jin" userId="cd05a825-544c-438a-9ba1-08e63db50b47" providerId="ADAL" clId="{5DF3A229-1965-414E-AF54-F4C37AC7DF68}" dt="2026-01-20T00:49:21.976" v="502" actId="1036"/>
          <ac:spMkLst>
            <pc:docMk/>
            <pc:sldMk cId="3864656049" sldId="528"/>
            <ac:spMk id="23" creationId="{8A9B6ACB-D314-C595-A1A9-5651662189D1}"/>
          </ac:spMkLst>
        </pc:spChg>
        <pc:spChg chg="del">
          <ac:chgData name="Zhao Jin" userId="cd05a825-544c-438a-9ba1-08e63db50b47" providerId="ADAL" clId="{5DF3A229-1965-414E-AF54-F4C37AC7DF68}" dt="2026-01-20T00:48:39.528" v="474" actId="478"/>
          <ac:spMkLst>
            <pc:docMk/>
            <pc:sldMk cId="3864656049" sldId="528"/>
            <ac:spMk id="24" creationId="{C7ABE776-61DE-C367-814D-650F845A61CA}"/>
          </ac:spMkLst>
        </pc:spChg>
        <pc:spChg chg="add del mod">
          <ac:chgData name="Zhao Jin" userId="cd05a825-544c-438a-9ba1-08e63db50b47" providerId="ADAL" clId="{5DF3A229-1965-414E-AF54-F4C37AC7DF68}" dt="2026-01-20T00:50:03.388" v="517" actId="1076"/>
          <ac:spMkLst>
            <pc:docMk/>
            <pc:sldMk cId="3864656049" sldId="528"/>
            <ac:spMk id="26" creationId="{404BB4E8-BD9D-8AC3-002C-C3CFF01839BB}"/>
          </ac:spMkLst>
        </pc:spChg>
      </pc:sldChg>
      <pc:sldChg chg="add addAnim delAnim modAnim">
        <pc:chgData name="Zhao Jin" userId="cd05a825-544c-438a-9ba1-08e63db50b47" providerId="ADAL" clId="{5DF3A229-1965-414E-AF54-F4C37AC7DF68}" dt="2026-01-20T00:30:01.320" v="222"/>
        <pc:sldMkLst>
          <pc:docMk/>
          <pc:sldMk cId="2146672085" sldId="529"/>
        </pc:sldMkLst>
      </pc:sldChg>
      <pc:sldChg chg="del">
        <pc:chgData name="Zhao Jin" userId="cd05a825-544c-438a-9ba1-08e63db50b47" providerId="ADAL" clId="{5DF3A229-1965-414E-AF54-F4C37AC7DF68}" dt="2026-01-20T00:26:41.623" v="205" actId="2696"/>
        <pc:sldMkLst>
          <pc:docMk/>
          <pc:sldMk cId="3177718367" sldId="529"/>
        </pc:sldMkLst>
      </pc:sldChg>
      <pc:sldChg chg="addSp delSp modSp mod addAnim delAnim modAnim">
        <pc:chgData name="Zhao Jin" userId="cd05a825-544c-438a-9ba1-08e63db50b47" providerId="ADAL" clId="{5DF3A229-1965-414E-AF54-F4C37AC7DF68}" dt="2026-01-19T06:44:10.421" v="119" actId="1036"/>
        <pc:sldMkLst>
          <pc:docMk/>
          <pc:sldMk cId="1081330251" sldId="532"/>
        </pc:sldMkLst>
        <pc:spChg chg="add del mod ord">
          <ac:chgData name="Zhao Jin" userId="cd05a825-544c-438a-9ba1-08e63db50b47" providerId="ADAL" clId="{5DF3A229-1965-414E-AF54-F4C37AC7DF68}" dt="2026-01-19T06:43:38.661" v="112" actId="1035"/>
          <ac:spMkLst>
            <pc:docMk/>
            <pc:sldMk cId="1081330251" sldId="532"/>
            <ac:spMk id="3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1-19T06:39:24.886" v="14" actId="478"/>
          <ac:spMkLst>
            <pc:docMk/>
            <pc:sldMk cId="1081330251" sldId="532"/>
            <ac:spMk id="5" creationId="{D38E8F59-D97E-08C3-AF0C-A449DCADD86E}"/>
          </ac:spMkLst>
        </pc:spChg>
        <pc:spChg chg="add del">
          <ac:chgData name="Zhao Jin" userId="cd05a825-544c-438a-9ba1-08e63db50b47" providerId="ADAL" clId="{5DF3A229-1965-414E-AF54-F4C37AC7DF68}" dt="2026-01-19T06:39:33.116" v="17" actId="478"/>
          <ac:spMkLst>
            <pc:docMk/>
            <pc:sldMk cId="1081330251" sldId="532"/>
            <ac:spMk id="7" creationId="{00000000-0000-0000-0000-000000000000}"/>
          </ac:spMkLst>
        </pc:spChg>
        <pc:spChg chg="del mod">
          <ac:chgData name="Zhao Jin" userId="cd05a825-544c-438a-9ba1-08e63db50b47" providerId="ADAL" clId="{5DF3A229-1965-414E-AF54-F4C37AC7DF68}" dt="2026-01-19T06:39:25.449" v="15" actId="478"/>
          <ac:spMkLst>
            <pc:docMk/>
            <pc:sldMk cId="1081330251" sldId="532"/>
            <ac:spMk id="8" creationId="{49BA24F2-EE77-59B7-2C24-EFBF413AC05C}"/>
          </ac:spMkLst>
        </pc:spChg>
        <pc:spChg chg="add del">
          <ac:chgData name="Zhao Jin" userId="cd05a825-544c-438a-9ba1-08e63db50b47" providerId="ADAL" clId="{5DF3A229-1965-414E-AF54-F4C37AC7DF68}" dt="2026-01-19T06:39:34.468" v="18" actId="478"/>
          <ac:spMkLst>
            <pc:docMk/>
            <pc:sldMk cId="1081330251" sldId="532"/>
            <ac:spMk id="9" creationId="{D499FE70-8FFD-B20A-9C69-B496150DF516}"/>
          </ac:spMkLst>
        </pc:spChg>
        <pc:spChg chg="add del mod ord">
          <ac:chgData name="Zhao Jin" userId="cd05a825-544c-438a-9ba1-08e63db50b47" providerId="ADAL" clId="{5DF3A229-1965-414E-AF54-F4C37AC7DF68}" dt="2026-01-19T06:43:31.471" v="89" actId="1035"/>
          <ac:spMkLst>
            <pc:docMk/>
            <pc:sldMk cId="1081330251" sldId="532"/>
            <ac:spMk id="12" creationId="{00000000-0000-0000-0000-000000000000}"/>
          </ac:spMkLst>
        </pc:spChg>
        <pc:spChg chg="mod ord">
          <ac:chgData name="Zhao Jin" userId="cd05a825-544c-438a-9ba1-08e63db50b47" providerId="ADAL" clId="{5DF3A229-1965-414E-AF54-F4C37AC7DF68}" dt="2026-01-19T06:43:22.689" v="68" actId="167"/>
          <ac:spMkLst>
            <pc:docMk/>
            <pc:sldMk cId="1081330251" sldId="532"/>
            <ac:spMk id="13" creationId="{00000000-0000-0000-0000-000000000000}"/>
          </ac:spMkLst>
        </pc:spChg>
        <pc:spChg chg="mod topLvl">
          <ac:chgData name="Zhao Jin" userId="cd05a825-544c-438a-9ba1-08e63db50b47" providerId="ADAL" clId="{5DF3A229-1965-414E-AF54-F4C37AC7DF68}" dt="2026-01-19T06:41:49.411" v="42" actId="165"/>
          <ac:spMkLst>
            <pc:docMk/>
            <pc:sldMk cId="1081330251" sldId="532"/>
            <ac:spMk id="14" creationId="{55D92BEB-DD6A-7B76-E5F7-EFBBEEAF30D0}"/>
          </ac:spMkLst>
        </pc:spChg>
        <pc:spChg chg="mod topLvl">
          <ac:chgData name="Zhao Jin" userId="cd05a825-544c-438a-9ba1-08e63db50b47" providerId="ADAL" clId="{5DF3A229-1965-414E-AF54-F4C37AC7DF68}" dt="2026-01-19T06:41:49.411" v="42" actId="165"/>
          <ac:spMkLst>
            <pc:docMk/>
            <pc:sldMk cId="1081330251" sldId="532"/>
            <ac:spMk id="15" creationId="{9BD1AD2A-EB03-D6FE-5755-4254F9E9D5E8}"/>
          </ac:spMkLst>
        </pc:spChg>
        <pc:spChg chg="mod ord topLvl">
          <ac:chgData name="Zhao Jin" userId="cd05a825-544c-438a-9ba1-08e63db50b47" providerId="ADAL" clId="{5DF3A229-1965-414E-AF54-F4C37AC7DF68}" dt="2026-01-19T06:41:57.272" v="44" actId="166"/>
          <ac:spMkLst>
            <pc:docMk/>
            <pc:sldMk cId="1081330251" sldId="532"/>
            <ac:spMk id="16" creationId="{6704BF5C-0020-C155-C6CD-15AF5A574FB4}"/>
          </ac:spMkLst>
        </pc:spChg>
        <pc:spChg chg="mod topLvl">
          <ac:chgData name="Zhao Jin" userId="cd05a825-544c-438a-9ba1-08e63db50b47" providerId="ADAL" clId="{5DF3A229-1965-414E-AF54-F4C37AC7DF68}" dt="2026-01-19T06:41:49.411" v="42" actId="165"/>
          <ac:spMkLst>
            <pc:docMk/>
            <pc:sldMk cId="1081330251" sldId="532"/>
            <ac:spMk id="17" creationId="{4F0C772F-CEAE-B1AC-51BC-41B920B25857}"/>
          </ac:spMkLst>
        </pc:spChg>
        <pc:spChg chg="mod topLvl">
          <ac:chgData name="Zhao Jin" userId="cd05a825-544c-438a-9ba1-08e63db50b47" providerId="ADAL" clId="{5DF3A229-1965-414E-AF54-F4C37AC7DF68}" dt="2026-01-19T06:44:10.421" v="119" actId="1036"/>
          <ac:spMkLst>
            <pc:docMk/>
            <pc:sldMk cId="1081330251" sldId="532"/>
            <ac:spMk id="18" creationId="{8D1D277F-2801-EE79-6EFC-2ED7139C5C8F}"/>
          </ac:spMkLst>
        </pc:spChg>
        <pc:spChg chg="mod topLvl">
          <ac:chgData name="Zhao Jin" userId="cd05a825-544c-438a-9ba1-08e63db50b47" providerId="ADAL" clId="{5DF3A229-1965-414E-AF54-F4C37AC7DF68}" dt="2026-01-19T06:41:49.411" v="42" actId="165"/>
          <ac:spMkLst>
            <pc:docMk/>
            <pc:sldMk cId="1081330251" sldId="532"/>
            <ac:spMk id="19" creationId="{717FAD88-28FB-A37B-1D8E-12C6D6304489}"/>
          </ac:spMkLst>
        </pc:spChg>
        <pc:grpChg chg="del mod ord">
          <ac:chgData name="Zhao Jin" userId="cd05a825-544c-438a-9ba1-08e63db50b47" providerId="ADAL" clId="{5DF3A229-1965-414E-AF54-F4C37AC7DF68}" dt="2026-01-19T06:41:49.411" v="42" actId="165"/>
          <ac:grpSpMkLst>
            <pc:docMk/>
            <pc:sldMk cId="1081330251" sldId="532"/>
            <ac:grpSpMk id="11" creationId="{CDC76B09-76AD-DB79-E1A0-6BB21ED01000}"/>
          </ac:grpSpMkLst>
        </pc:grpChg>
        <pc:graphicFrameChg chg="del">
          <ac:chgData name="Zhao Jin" userId="cd05a825-544c-438a-9ba1-08e63db50b47" providerId="ADAL" clId="{5DF3A229-1965-414E-AF54-F4C37AC7DF68}" dt="2026-01-19T06:41:29.886" v="34" actId="18245"/>
          <ac:graphicFrameMkLst>
            <pc:docMk/>
            <pc:sldMk cId="1081330251" sldId="532"/>
            <ac:graphicFrameMk id="2" creationId="{00000000-0000-0000-0000-000000000000}"/>
          </ac:graphicFrameMkLst>
        </pc:graphicFrameChg>
      </pc:sldChg>
      <pc:sldChg chg="addSp delSp modSp mod addAnim delAnim modAnim">
        <pc:chgData name="Zhao Jin" userId="cd05a825-544c-438a-9ba1-08e63db50b47" providerId="ADAL" clId="{5DF3A229-1965-414E-AF54-F4C37AC7DF68}" dt="2026-01-20T00:37:08.621" v="246"/>
        <pc:sldMkLst>
          <pc:docMk/>
          <pc:sldMk cId="707411386" sldId="533"/>
        </pc:sldMkLst>
        <pc:spChg chg="add del">
          <ac:chgData name="Zhao Jin" userId="cd05a825-544c-438a-9ba1-08e63db50b47" providerId="ADAL" clId="{5DF3A229-1965-414E-AF54-F4C37AC7DF68}" dt="2026-01-19T06:40:45.320" v="26" actId="478"/>
          <ac:spMkLst>
            <pc:docMk/>
            <pc:sldMk cId="707411386" sldId="533"/>
            <ac:spMk id="9" creationId="{B2989E35-C469-64E2-7F57-0C5E41248D04}"/>
          </ac:spMkLst>
        </pc:spChg>
        <pc:spChg chg="mod">
          <ac:chgData name="Zhao Jin" userId="cd05a825-544c-438a-9ba1-08e63db50b47" providerId="ADAL" clId="{5DF3A229-1965-414E-AF54-F4C37AC7DF68}" dt="2026-01-20T00:36:42.636" v="243" actId="20577"/>
          <ac:spMkLst>
            <pc:docMk/>
            <pc:sldMk cId="707411386" sldId="533"/>
            <ac:spMk id="11" creationId="{2A845F7C-186E-D4BA-E3B2-85B418CF6704}"/>
          </ac:spMkLst>
        </pc:spChg>
      </pc:sldChg>
      <pc:sldChg chg="addSp delSp modSp mod addAnim delAnim modAnim">
        <pc:chgData name="Zhao Jin" userId="cd05a825-544c-438a-9ba1-08e63db50b47" providerId="ADAL" clId="{5DF3A229-1965-414E-AF54-F4C37AC7DF68}" dt="2026-01-20T00:44:33.350" v="387"/>
        <pc:sldMkLst>
          <pc:docMk/>
          <pc:sldMk cId="2593256907" sldId="537"/>
        </pc:sldMkLst>
        <pc:spChg chg="add mod">
          <ac:chgData name="Zhao Jin" userId="cd05a825-544c-438a-9ba1-08e63db50b47" providerId="ADAL" clId="{5DF3A229-1965-414E-AF54-F4C37AC7DF68}" dt="2026-01-20T00:40:58.804" v="319"/>
          <ac:spMkLst>
            <pc:docMk/>
            <pc:sldMk cId="2593256907" sldId="537"/>
            <ac:spMk id="12" creationId="{2DB356F4-B8CF-11D1-3CB7-6597602D8671}"/>
          </ac:spMkLst>
        </pc:spChg>
        <pc:spChg chg="add del mod">
          <ac:chgData name="Zhao Jin" userId="cd05a825-544c-438a-9ba1-08e63db50b47" providerId="ADAL" clId="{5DF3A229-1965-414E-AF54-F4C37AC7DF68}" dt="2026-01-20T00:44:26.773" v="385" actId="478"/>
          <ac:spMkLst>
            <pc:docMk/>
            <pc:sldMk cId="2593256907" sldId="537"/>
            <ac:spMk id="13" creationId="{AD40D30B-959C-BAF8-A5A5-8EC0E2CAF7D2}"/>
          </ac:spMkLst>
        </pc:spChg>
        <pc:spChg chg="add del mod">
          <ac:chgData name="Zhao Jin" userId="cd05a825-544c-438a-9ba1-08e63db50b47" providerId="ADAL" clId="{5DF3A229-1965-414E-AF54-F4C37AC7DF68}" dt="2026-01-20T00:44:26.773" v="385" actId="478"/>
          <ac:spMkLst>
            <pc:docMk/>
            <pc:sldMk cId="2593256907" sldId="537"/>
            <ac:spMk id="14" creationId="{DCF29994-4AE6-D09F-6E4C-E16048B9270C}"/>
          </ac:spMkLst>
        </pc:spChg>
        <pc:spChg chg="add del mod">
          <ac:chgData name="Zhao Jin" userId="cd05a825-544c-438a-9ba1-08e63db50b47" providerId="ADAL" clId="{5DF3A229-1965-414E-AF54-F4C37AC7DF68}" dt="2026-01-20T00:44:26.773" v="385" actId="478"/>
          <ac:spMkLst>
            <pc:docMk/>
            <pc:sldMk cId="2593256907" sldId="537"/>
            <ac:spMk id="15" creationId="{89CE7E55-C465-4F05-9FB9-A5BA006D7BD0}"/>
          </ac:spMkLst>
        </pc:spChg>
        <pc:spChg chg="add del mod">
          <ac:chgData name="Zhao Jin" userId="cd05a825-544c-438a-9ba1-08e63db50b47" providerId="ADAL" clId="{5DF3A229-1965-414E-AF54-F4C37AC7DF68}" dt="2026-01-20T00:44:26.773" v="385" actId="478"/>
          <ac:spMkLst>
            <pc:docMk/>
            <pc:sldMk cId="2593256907" sldId="537"/>
            <ac:spMk id="16" creationId="{B66B2EB7-4B72-118D-9567-E73BB9E42BC9}"/>
          </ac:spMkLst>
        </pc:spChg>
        <pc:spChg chg="add del mod">
          <ac:chgData name="Zhao Jin" userId="cd05a825-544c-438a-9ba1-08e63db50b47" providerId="ADAL" clId="{5DF3A229-1965-414E-AF54-F4C37AC7DF68}" dt="2026-01-20T00:44:26.773" v="385" actId="478"/>
          <ac:spMkLst>
            <pc:docMk/>
            <pc:sldMk cId="2593256907" sldId="537"/>
            <ac:spMk id="17" creationId="{3FA2E245-8966-3C3A-88A7-8FEBB6D71BFA}"/>
          </ac:spMkLst>
        </pc:spChg>
        <pc:spChg chg="add mod">
          <ac:chgData name="Zhao Jin" userId="cd05a825-544c-438a-9ba1-08e63db50b47" providerId="ADAL" clId="{5DF3A229-1965-414E-AF54-F4C37AC7DF68}" dt="2026-01-20T00:44:27.823" v="386"/>
          <ac:spMkLst>
            <pc:docMk/>
            <pc:sldMk cId="2593256907" sldId="537"/>
            <ac:spMk id="18" creationId="{74898B93-5CCF-A1D3-95D9-1BEBE2976D5E}"/>
          </ac:spMkLst>
        </pc:spChg>
        <pc:spChg chg="add mod">
          <ac:chgData name="Zhao Jin" userId="cd05a825-544c-438a-9ba1-08e63db50b47" providerId="ADAL" clId="{5DF3A229-1965-414E-AF54-F4C37AC7DF68}" dt="2026-01-20T00:44:27.823" v="386"/>
          <ac:spMkLst>
            <pc:docMk/>
            <pc:sldMk cId="2593256907" sldId="537"/>
            <ac:spMk id="21" creationId="{353EA578-4045-E4F3-6B09-82D48FAC1260}"/>
          </ac:spMkLst>
        </pc:spChg>
        <pc:spChg chg="add mod">
          <ac:chgData name="Zhao Jin" userId="cd05a825-544c-438a-9ba1-08e63db50b47" providerId="ADAL" clId="{5DF3A229-1965-414E-AF54-F4C37AC7DF68}" dt="2026-01-20T00:44:27.823" v="386"/>
          <ac:spMkLst>
            <pc:docMk/>
            <pc:sldMk cId="2593256907" sldId="537"/>
            <ac:spMk id="22" creationId="{5770C630-14ED-84A2-9153-1B3165ACFF3D}"/>
          </ac:spMkLst>
        </pc:spChg>
        <pc:spChg chg="add mod">
          <ac:chgData name="Zhao Jin" userId="cd05a825-544c-438a-9ba1-08e63db50b47" providerId="ADAL" clId="{5DF3A229-1965-414E-AF54-F4C37AC7DF68}" dt="2026-01-20T00:44:27.823" v="386"/>
          <ac:spMkLst>
            <pc:docMk/>
            <pc:sldMk cId="2593256907" sldId="537"/>
            <ac:spMk id="24" creationId="{A4088180-3866-59AB-A099-BC178CF7528C}"/>
          </ac:spMkLst>
        </pc:spChg>
        <pc:spChg chg="add mod">
          <ac:chgData name="Zhao Jin" userId="cd05a825-544c-438a-9ba1-08e63db50b47" providerId="ADAL" clId="{5DF3A229-1965-414E-AF54-F4C37AC7DF68}" dt="2026-01-20T00:44:27.823" v="386"/>
          <ac:spMkLst>
            <pc:docMk/>
            <pc:sldMk cId="2593256907" sldId="537"/>
            <ac:spMk id="26" creationId="{2BFD4628-9177-114A-CE7C-040EBBBE2F7D}"/>
          </ac:spMkLst>
        </pc:spChg>
        <pc:graphicFrameChg chg="add del modGraphic">
          <ac:chgData name="Zhao Jin" userId="cd05a825-544c-438a-9ba1-08e63db50b47" providerId="ADAL" clId="{5DF3A229-1965-414E-AF54-F4C37AC7DF68}" dt="2026-01-20T00:44:24.889" v="384" actId="478"/>
          <ac:graphicFrameMkLst>
            <pc:docMk/>
            <pc:sldMk cId="2593256907" sldId="537"/>
            <ac:graphicFrameMk id="23" creationId="{00000000-0000-0000-0000-000000000000}"/>
          </ac:graphicFrameMkLst>
        </pc:graphicFrameChg>
        <pc:graphicFrameChg chg="modGraphic">
          <ac:chgData name="Zhao Jin" userId="cd05a825-544c-438a-9ba1-08e63db50b47" providerId="ADAL" clId="{5DF3A229-1965-414E-AF54-F4C37AC7DF68}" dt="2026-01-20T00:43:51.399" v="373" actId="207"/>
          <ac:graphicFrameMkLst>
            <pc:docMk/>
            <pc:sldMk cId="2593256907" sldId="537"/>
            <ac:graphicFrameMk id="25" creationId="{00000000-0000-0000-0000-000000000000}"/>
          </ac:graphicFrameMkLst>
        </pc:graphicFrameChg>
      </pc:sldChg>
      <pc:sldChg chg="modSp mod modAnim">
        <pc:chgData name="Zhao Jin" userId="cd05a825-544c-438a-9ba1-08e63db50b47" providerId="ADAL" clId="{5DF3A229-1965-414E-AF54-F4C37AC7DF68}" dt="2026-01-20T00:47:07.478" v="404" actId="27636"/>
        <pc:sldMkLst>
          <pc:docMk/>
          <pc:sldMk cId="1290056177" sldId="538"/>
        </pc:sldMkLst>
        <pc:spChg chg="mod">
          <ac:chgData name="Zhao Jin" userId="cd05a825-544c-438a-9ba1-08e63db50b47" providerId="ADAL" clId="{5DF3A229-1965-414E-AF54-F4C37AC7DF68}" dt="2026-01-20T00:47:07.478" v="404" actId="27636"/>
          <ac:spMkLst>
            <pc:docMk/>
            <pc:sldMk cId="1290056177" sldId="538"/>
            <ac:spMk id="43" creationId="{1D2B93E8-274E-5E0A-A9F2-7DC130FB9D62}"/>
          </ac:spMkLst>
        </pc:spChg>
      </pc:sldChg>
      <pc:sldChg chg="modSp mod modAnim">
        <pc:chgData name="Zhao Jin" userId="cd05a825-544c-438a-9ba1-08e63db50b47" providerId="ADAL" clId="{5DF3A229-1965-414E-AF54-F4C37AC7DF68}" dt="2026-01-20T00:47:07.420" v="403" actId="27636"/>
        <pc:sldMkLst>
          <pc:docMk/>
          <pc:sldMk cId="128200312" sldId="539"/>
        </pc:sldMkLst>
        <pc:spChg chg="mod">
          <ac:chgData name="Zhao Jin" userId="cd05a825-544c-438a-9ba1-08e63db50b47" providerId="ADAL" clId="{5DF3A229-1965-414E-AF54-F4C37AC7DF68}" dt="2026-01-20T00:47:07.420" v="403" actId="27636"/>
          <ac:spMkLst>
            <pc:docMk/>
            <pc:sldMk cId="128200312" sldId="539"/>
            <ac:spMk id="43" creationId="{E0D94484-0F58-DCEE-6E99-EFF16BB9BE40}"/>
          </ac:spMkLst>
        </pc:spChg>
      </pc:sldChg>
      <pc:sldChg chg="modSp mod">
        <pc:chgData name="Zhao Jin" userId="cd05a825-544c-438a-9ba1-08e63db50b47" providerId="ADAL" clId="{5DF3A229-1965-414E-AF54-F4C37AC7DF68}" dt="2026-01-20T00:27:08.927" v="211" actId="27636"/>
        <pc:sldMkLst>
          <pc:docMk/>
          <pc:sldMk cId="2799933969" sldId="540"/>
        </pc:sldMkLst>
        <pc:spChg chg="mod">
          <ac:chgData name="Zhao Jin" userId="cd05a825-544c-438a-9ba1-08e63db50b47" providerId="ADAL" clId="{5DF3A229-1965-414E-AF54-F4C37AC7DF68}" dt="2026-01-20T00:27:08.927" v="211" actId="27636"/>
          <ac:spMkLst>
            <pc:docMk/>
            <pc:sldMk cId="2799933969" sldId="540"/>
            <ac:spMk id="43" creationId="{300AC2E3-F89E-2347-3046-A785D44A163A}"/>
          </ac:spMkLst>
        </pc:spChg>
      </pc:sldChg>
      <pc:sldChg chg="addSp modSp mod ord modAnim">
        <pc:chgData name="Zhao Jin" userId="cd05a825-544c-438a-9ba1-08e63db50b47" providerId="ADAL" clId="{5DF3A229-1965-414E-AF54-F4C37AC7DF68}" dt="2026-01-20T00:52:06.110" v="549" actId="20577"/>
        <pc:sldMkLst>
          <pc:docMk/>
          <pc:sldMk cId="349700564" sldId="541"/>
        </pc:sldMkLst>
        <pc:spChg chg="mod">
          <ac:chgData name="Zhao Jin" userId="cd05a825-544c-438a-9ba1-08e63db50b47" providerId="ADAL" clId="{5DF3A229-1965-414E-AF54-F4C37AC7DF68}" dt="2026-01-20T00:46:06.658" v="400" actId="1076"/>
          <ac:spMkLst>
            <pc:docMk/>
            <pc:sldMk cId="349700564" sldId="541"/>
            <ac:spMk id="4" creationId="{C773E594-4CB2-5B7C-385F-8376EFAACAF5}"/>
          </ac:spMkLst>
        </pc:spChg>
        <pc:spChg chg="mod">
          <ac:chgData name="Zhao Jin" userId="cd05a825-544c-438a-9ba1-08e63db50b47" providerId="ADAL" clId="{5DF3A229-1965-414E-AF54-F4C37AC7DF68}" dt="2026-01-20T00:52:06.110" v="549" actId="20577"/>
          <ac:spMkLst>
            <pc:docMk/>
            <pc:sldMk cId="349700564" sldId="541"/>
            <ac:spMk id="5" creationId="{B07090CB-0A52-ACA9-D631-9D47AFE96852}"/>
          </ac:spMkLst>
        </pc:spChg>
        <pc:spChg chg="add mod">
          <ac:chgData name="Zhao Jin" userId="cd05a825-544c-438a-9ba1-08e63db50b47" providerId="ADAL" clId="{5DF3A229-1965-414E-AF54-F4C37AC7DF68}" dt="2026-01-20T00:40:02.868" v="294" actId="20577"/>
          <ac:spMkLst>
            <pc:docMk/>
            <pc:sldMk cId="349700564" sldId="541"/>
            <ac:spMk id="8" creationId="{BE6AE49B-0F3E-CBAC-BE16-98CDFE3DAFFC}"/>
          </ac:spMkLst>
        </pc:spChg>
        <pc:spChg chg="add mod">
          <ac:chgData name="Zhao Jin" userId="cd05a825-544c-438a-9ba1-08e63db50b47" providerId="ADAL" clId="{5DF3A229-1965-414E-AF54-F4C37AC7DF68}" dt="2026-01-20T00:38:44.678" v="265" actId="1076"/>
          <ac:spMkLst>
            <pc:docMk/>
            <pc:sldMk cId="349700564" sldId="541"/>
            <ac:spMk id="9" creationId="{E2307C74-65BE-AA05-1119-A1A3AAA5C7DC}"/>
          </ac:spMkLst>
        </pc:spChg>
        <pc:spChg chg="add mod">
          <ac:chgData name="Zhao Jin" userId="cd05a825-544c-438a-9ba1-08e63db50b47" providerId="ADAL" clId="{5DF3A229-1965-414E-AF54-F4C37AC7DF68}" dt="2026-01-20T00:39:17.064" v="273" actId="1076"/>
          <ac:spMkLst>
            <pc:docMk/>
            <pc:sldMk cId="349700564" sldId="541"/>
            <ac:spMk id="10" creationId="{0CB7113F-24A3-4E06-34BF-524AEF2DB3C5}"/>
          </ac:spMkLst>
        </pc:spChg>
        <pc:spChg chg="add mod">
          <ac:chgData name="Zhao Jin" userId="cd05a825-544c-438a-9ba1-08e63db50b47" providerId="ADAL" clId="{5DF3A229-1965-414E-AF54-F4C37AC7DF68}" dt="2026-01-20T00:39:23.461" v="275" actId="1076"/>
          <ac:spMkLst>
            <pc:docMk/>
            <pc:sldMk cId="349700564" sldId="541"/>
            <ac:spMk id="13" creationId="{AD7260FB-5511-A185-10B9-31DF7A4E347E}"/>
          </ac:spMkLst>
        </pc:spChg>
        <pc:spChg chg="add mod">
          <ac:chgData name="Zhao Jin" userId="cd05a825-544c-438a-9ba1-08e63db50b47" providerId="ADAL" clId="{5DF3A229-1965-414E-AF54-F4C37AC7DF68}" dt="2026-01-20T00:39:31.366" v="283" actId="1036"/>
          <ac:spMkLst>
            <pc:docMk/>
            <pc:sldMk cId="349700564" sldId="541"/>
            <ac:spMk id="15" creationId="{4CD1BAF5-3D99-4B01-700D-F4E2BC3F95D0}"/>
          </ac:spMkLst>
        </pc:spChg>
        <pc:spChg chg="add mod">
          <ac:chgData name="Zhao Jin" userId="cd05a825-544c-438a-9ba1-08e63db50b47" providerId="ADAL" clId="{5DF3A229-1965-414E-AF54-F4C37AC7DF68}" dt="2026-01-20T00:39:43.859" v="292" actId="1076"/>
          <ac:spMkLst>
            <pc:docMk/>
            <pc:sldMk cId="349700564" sldId="541"/>
            <ac:spMk id="17" creationId="{2B97B8E2-5163-A92A-3246-081B822A76FE}"/>
          </ac:spMkLst>
        </pc:spChg>
        <pc:spChg chg="add mod">
          <ac:chgData name="Zhao Jin" userId="cd05a825-544c-438a-9ba1-08e63db50b47" providerId="ADAL" clId="{5DF3A229-1965-414E-AF54-F4C37AC7DF68}" dt="2026-01-20T00:39:47.758" v="293" actId="1076"/>
          <ac:spMkLst>
            <pc:docMk/>
            <pc:sldMk cId="349700564" sldId="541"/>
            <ac:spMk id="18" creationId="{DFC4A897-C9C3-982F-58AE-0E4AD4E6C741}"/>
          </ac:spMkLst>
        </pc:spChg>
        <pc:spChg chg="mod">
          <ac:chgData name="Zhao Jin" userId="cd05a825-544c-438a-9ba1-08e63db50b47" providerId="ADAL" clId="{5DF3A229-1965-414E-AF54-F4C37AC7DF68}" dt="2026-01-20T00:31:17.107" v="227" actId="27636"/>
          <ac:spMkLst>
            <pc:docMk/>
            <pc:sldMk cId="349700564" sldId="541"/>
            <ac:spMk id="43" creationId="{6CAC9BC4-8214-7FB9-8564-4AEB841BF02A}"/>
          </ac:spMkLst>
        </pc:spChg>
      </pc:sldChg>
      <pc:sldChg chg="addSp delSp modSp add mod delAnim modAnim">
        <pc:chgData name="Zhao Jin" userId="cd05a825-544c-438a-9ba1-08e63db50b47" providerId="ADAL" clId="{5DF3A229-1965-414E-AF54-F4C37AC7DF68}" dt="2026-01-20T00:43:07.490" v="363" actId="1035"/>
        <pc:sldMkLst>
          <pc:docMk/>
          <pc:sldMk cId="34280993" sldId="542"/>
        </pc:sldMkLst>
        <pc:spChg chg="mod">
          <ac:chgData name="Zhao Jin" userId="cd05a825-544c-438a-9ba1-08e63db50b47" providerId="ADAL" clId="{5DF3A229-1965-414E-AF54-F4C37AC7DF68}" dt="2026-01-20T00:42:30.032" v="339" actId="20577"/>
          <ac:spMkLst>
            <pc:docMk/>
            <pc:sldMk cId="34280993" sldId="542"/>
            <ac:spMk id="3" creationId="{59AA6569-D9B3-B0E0-5B44-A697A1B1C847}"/>
          </ac:spMkLst>
        </pc:spChg>
        <pc:spChg chg="mod">
          <ac:chgData name="Zhao Jin" userId="cd05a825-544c-438a-9ba1-08e63db50b47" providerId="ADAL" clId="{5DF3A229-1965-414E-AF54-F4C37AC7DF68}" dt="2026-01-19T06:46:35.278" v="153" actId="20577"/>
          <ac:spMkLst>
            <pc:docMk/>
            <pc:sldMk cId="34280993" sldId="542"/>
            <ac:spMk id="11" creationId="{35B15B65-5DFF-38DE-57E4-E3AF8AEBA866}"/>
          </ac:spMkLst>
        </pc:spChg>
        <pc:spChg chg="add mod">
          <ac:chgData name="Zhao Jin" userId="cd05a825-544c-438a-9ba1-08e63db50b47" providerId="ADAL" clId="{5DF3A229-1965-414E-AF54-F4C37AC7DF68}" dt="2026-01-20T00:43:01.067" v="353" actId="1035"/>
          <ac:spMkLst>
            <pc:docMk/>
            <pc:sldMk cId="34280993" sldId="542"/>
            <ac:spMk id="12" creationId="{B222A403-85CC-41C3-7600-4D19ADF6873F}"/>
          </ac:spMkLst>
        </pc:spChg>
        <pc:spChg chg="add mod">
          <ac:chgData name="Zhao Jin" userId="cd05a825-544c-438a-9ba1-08e63db50b47" providerId="ADAL" clId="{5DF3A229-1965-414E-AF54-F4C37AC7DF68}" dt="2026-01-20T00:43:01.953" v="355" actId="1037"/>
          <ac:spMkLst>
            <pc:docMk/>
            <pc:sldMk cId="34280993" sldId="542"/>
            <ac:spMk id="13" creationId="{77B60C5F-8659-746B-F738-56C7E9E69859}"/>
          </ac:spMkLst>
        </pc:spChg>
        <pc:spChg chg="add mod">
          <ac:chgData name="Zhao Jin" userId="cd05a825-544c-438a-9ba1-08e63db50b47" providerId="ADAL" clId="{5DF3A229-1965-414E-AF54-F4C37AC7DF68}" dt="2026-01-20T00:43:07.490" v="363" actId="1035"/>
          <ac:spMkLst>
            <pc:docMk/>
            <pc:sldMk cId="34280993" sldId="542"/>
            <ac:spMk id="14" creationId="{F1CD8182-1982-4E59-D585-DF003895780A}"/>
          </ac:spMkLst>
        </pc:spChg>
        <pc:spChg chg="add del mod">
          <ac:chgData name="Zhao Jin" userId="cd05a825-544c-438a-9ba1-08e63db50b47" providerId="ADAL" clId="{5DF3A229-1965-414E-AF54-F4C37AC7DF68}" dt="2026-01-20T00:41:16.470" v="323" actId="478"/>
          <ac:spMkLst>
            <pc:docMk/>
            <pc:sldMk cId="34280993" sldId="542"/>
            <ac:spMk id="15" creationId="{2337620E-8633-1DF6-24EA-3D437B7A1A65}"/>
          </ac:spMkLst>
        </pc:spChg>
        <pc:spChg chg="add del mod">
          <ac:chgData name="Zhao Jin" userId="cd05a825-544c-438a-9ba1-08e63db50b47" providerId="ADAL" clId="{5DF3A229-1965-414E-AF54-F4C37AC7DF68}" dt="2026-01-20T00:41:17.477" v="324" actId="478"/>
          <ac:spMkLst>
            <pc:docMk/>
            <pc:sldMk cId="34280993" sldId="542"/>
            <ac:spMk id="16" creationId="{8562BEA8-E32B-5DA5-662E-6F251733B11A}"/>
          </ac:spMkLst>
        </pc:spChg>
        <pc:graphicFrameChg chg="mod modGraphic">
          <ac:chgData name="Zhao Jin" userId="cd05a825-544c-438a-9ba1-08e63db50b47" providerId="ADAL" clId="{5DF3A229-1965-414E-AF54-F4C37AC7DF68}" dt="2026-01-20T00:42:51.366" v="349" actId="20577"/>
          <ac:graphicFrameMkLst>
            <pc:docMk/>
            <pc:sldMk cId="34280993" sldId="542"/>
            <ac:graphicFrameMk id="23" creationId="{E83BF276-686A-8EB6-1980-00E273559E51}"/>
          </ac:graphicFrameMkLst>
        </pc:graphicFrameChg>
        <pc:graphicFrameChg chg="mod modGraphic">
          <ac:chgData name="Zhao Jin" userId="cd05a825-544c-438a-9ba1-08e63db50b47" providerId="ADAL" clId="{5DF3A229-1965-414E-AF54-F4C37AC7DF68}" dt="2026-01-20T00:42:49.330" v="348"/>
          <ac:graphicFrameMkLst>
            <pc:docMk/>
            <pc:sldMk cId="34280993" sldId="542"/>
            <ac:graphicFrameMk id="25" creationId="{03FCC691-F0C0-6C53-B935-02624E4D0CA7}"/>
          </ac:graphicFrameMkLst>
        </pc:graphicFrameChg>
      </pc:sldChg>
      <pc:sldChg chg="modSp add modAnim">
        <pc:chgData name="Zhao Jin" userId="cd05a825-544c-438a-9ba1-08e63db50b47" providerId="ADAL" clId="{5DF3A229-1965-414E-AF54-F4C37AC7DF68}" dt="2026-01-20T00:31:04.902" v="224" actId="13926"/>
        <pc:sldMkLst>
          <pc:docMk/>
          <pc:sldMk cId="3440630605" sldId="543"/>
        </pc:sldMkLst>
        <pc:spChg chg="mod">
          <ac:chgData name="Zhao Jin" userId="cd05a825-544c-438a-9ba1-08e63db50b47" providerId="ADAL" clId="{5DF3A229-1965-414E-AF54-F4C37AC7DF68}" dt="2026-01-20T00:31:04.902" v="224" actId="13926"/>
          <ac:spMkLst>
            <pc:docMk/>
            <pc:sldMk cId="3440630605" sldId="543"/>
            <ac:spMk id="27" creationId="{2751AF0A-2BBD-0090-71F2-EBF3DE97DD8A}"/>
          </ac:spMkLst>
        </pc:spChg>
      </pc:sldChg>
      <pc:sldChg chg="modSp add mod ord modAnim">
        <pc:chgData name="Zhao Jin" userId="cd05a825-544c-438a-9ba1-08e63db50b47" providerId="ADAL" clId="{5DF3A229-1965-414E-AF54-F4C37AC7DF68}" dt="2026-01-20T00:32:15.964" v="230"/>
        <pc:sldMkLst>
          <pc:docMk/>
          <pc:sldMk cId="1891608082" sldId="544"/>
        </pc:sldMkLst>
        <pc:spChg chg="mod">
          <ac:chgData name="Zhao Jin" userId="cd05a825-544c-438a-9ba1-08e63db50b47" providerId="ADAL" clId="{5DF3A229-1965-414E-AF54-F4C37AC7DF68}" dt="2026-01-20T00:31:09.074" v="225" actId="13926"/>
          <ac:spMkLst>
            <pc:docMk/>
            <pc:sldMk cId="1891608082" sldId="544"/>
            <ac:spMk id="27" creationId="{623C240B-2468-57E3-9F3C-C47C5042E28A}"/>
          </ac:spMkLst>
        </pc:spChg>
      </pc:sldChg>
      <pc:sldChg chg="add del">
        <pc:chgData name="Zhao Jin" userId="cd05a825-544c-438a-9ba1-08e63db50b47" providerId="ADAL" clId="{5DF3A229-1965-414E-AF54-F4C37AC7DF68}" dt="2026-01-20T00:32:03.661" v="228" actId="47"/>
        <pc:sldMkLst>
          <pc:docMk/>
          <pc:sldMk cId="428171306" sldId="545"/>
        </pc:sldMkLst>
      </pc:sldChg>
      <pc:sldChg chg="addSp delSp modSp add mod delAnim">
        <pc:chgData name="Zhao Jin" userId="cd05a825-544c-438a-9ba1-08e63db50b47" providerId="ADAL" clId="{5DF3A229-1965-414E-AF54-F4C37AC7DF68}" dt="2026-01-20T00:36:14.600" v="242" actId="1076"/>
        <pc:sldMkLst>
          <pc:docMk/>
          <pc:sldMk cId="3448406098" sldId="545"/>
        </pc:sldMkLst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3" creationId="{A8622CF0-823E-4D8C-33D7-E25E0B764798}"/>
          </ac:spMkLst>
        </pc:spChg>
        <pc:spChg chg="del">
          <ac:chgData name="Zhao Jin" userId="cd05a825-544c-438a-9ba1-08e63db50b47" providerId="ADAL" clId="{5DF3A229-1965-414E-AF54-F4C37AC7DF68}" dt="2026-01-20T00:35:55.106" v="239" actId="478"/>
          <ac:spMkLst>
            <pc:docMk/>
            <pc:sldMk cId="3448406098" sldId="545"/>
            <ac:spMk id="4" creationId="{8CF9E763-5086-1D69-B576-B6365877106B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6" creationId="{0151FC7B-C3A8-7F0E-561A-8E84D784978D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7" creationId="{4238EDC3-20E2-19E9-D015-EEA1498ABF03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12" creationId="{32B80B52-24D1-81E0-72A0-48B4128D5ADF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13" creationId="{4D026AEB-5C0F-7064-ABD2-229B986C5EC7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14" creationId="{EFE3B552-82D2-9084-70E3-54B98C7F61AE}"/>
          </ac:spMkLst>
        </pc:spChg>
        <pc:spChg chg="del">
          <ac:chgData name="Zhao Jin" userId="cd05a825-544c-438a-9ba1-08e63db50b47" providerId="ADAL" clId="{5DF3A229-1965-414E-AF54-F4C37AC7DF68}" dt="2026-01-20T00:35:54.123" v="238" actId="478"/>
          <ac:spMkLst>
            <pc:docMk/>
            <pc:sldMk cId="3448406098" sldId="545"/>
            <ac:spMk id="15" creationId="{48632DC1-DBB6-7833-B397-9889BB142A4A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17" creationId="{76DD4F56-13AF-D88D-554F-2104E9092F4F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18" creationId="{400F87C1-EBB2-4B5C-3500-0263EF18497A}"/>
          </ac:spMkLst>
        </pc:spChg>
        <pc:spChg chg="del">
          <ac:chgData name="Zhao Jin" userId="cd05a825-544c-438a-9ba1-08e63db50b47" providerId="ADAL" clId="{5DF3A229-1965-414E-AF54-F4C37AC7DF68}" dt="2026-01-20T00:35:53.432" v="237" actId="478"/>
          <ac:spMkLst>
            <pc:docMk/>
            <pc:sldMk cId="3448406098" sldId="545"/>
            <ac:spMk id="19" creationId="{4C71BAAB-C492-4530-1010-96E1294C5D06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44" creationId="{7EE5581C-F68F-D21F-EE03-688759112F1F}"/>
          </ac:spMkLst>
        </pc:spChg>
        <pc:spChg chg="del">
          <ac:chgData name="Zhao Jin" userId="cd05a825-544c-438a-9ba1-08e63db50b47" providerId="ADAL" clId="{5DF3A229-1965-414E-AF54-F4C37AC7DF68}" dt="2026-01-20T00:35:52.471" v="236" actId="478"/>
          <ac:spMkLst>
            <pc:docMk/>
            <pc:sldMk cId="3448406098" sldId="545"/>
            <ac:spMk id="45" creationId="{BF09F181-BA8A-746F-D2EA-DD9F9C46D80B}"/>
          </ac:spMkLst>
        </pc:spChg>
        <pc:spChg chg="mod">
          <ac:chgData name="Zhao Jin" userId="cd05a825-544c-438a-9ba1-08e63db50b47" providerId="ADAL" clId="{5DF3A229-1965-414E-AF54-F4C37AC7DF68}" dt="2026-01-20T00:35:59.518" v="240"/>
          <ac:spMkLst>
            <pc:docMk/>
            <pc:sldMk cId="3448406098" sldId="545"/>
            <ac:spMk id="24578" creationId="{44E391D6-1C03-406C-D066-0742569CEE17}"/>
          </ac:spMkLst>
        </pc:spChg>
        <pc:picChg chg="add mod">
          <ac:chgData name="Zhao Jin" userId="cd05a825-544c-438a-9ba1-08e63db50b47" providerId="ADAL" clId="{5DF3A229-1965-414E-AF54-F4C37AC7DF68}" dt="2026-01-20T00:36:14.600" v="242" actId="1076"/>
          <ac:picMkLst>
            <pc:docMk/>
            <pc:sldMk cId="3448406098" sldId="545"/>
            <ac:picMk id="5" creationId="{98645779-1392-B5FF-72CE-57FC8D6C5E7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1/20/2026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625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81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00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CEAB-80B9-6BB7-3E04-A19F5603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C53911E-EB46-FC41-1425-68D9BC9E62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E62AD618-591F-6FCE-84F8-FDDAE8E567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77D62BE8-93CD-B806-05F4-5E0254C00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86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779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A148-ABDF-0B05-4E97-29160B36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0FA68E2-31DE-69B4-3C75-8E3D67AC0D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0FCF1F3B-6605-C9B5-B2AE-8DF3E6682B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283FC77C-AB77-54F5-5F2F-671BB6C8A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810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66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27578-B981-4BB8-3C90-F9AE74F3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CD9370A-55C4-05DC-C00F-9D52A3BB32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F85516C-0809-9F69-D78A-DB9C7EAD65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CE049EB-0D69-75FD-103F-273DD543D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09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D26C-13BB-C420-D888-81541784D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6922FE9-ED6E-93CC-66D5-27B8E4A3F5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9070478-AE28-4984-5020-DE5992ABC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D8E13605-8BD9-693E-C41D-5B8D09B93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77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B03B-FF47-A828-8F85-C2A22805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1F4EE02-4ADB-FE33-4ED0-97084ECF7D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515BCA3-6E6A-1894-9B33-45AF8621D9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79B0A7F-9CF9-A61A-C7E3-478B1AC94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7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AC39-2141-F428-D9F2-CC722DB4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F5CD2DC-44F9-D0D9-C8A3-E5D7A76382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45D8821-D97D-A4E6-EF7B-C743557DD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4F87009E-DF47-7CAE-268B-3DBA15322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57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3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7376-FFD7-6367-642B-369F6B2F6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FD97B66-AFE1-B44F-850B-BF87FA97FE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E36627F8-609E-C749-CAD1-5EBA06D00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EF41053-2098-6815-F313-2AA0DE094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2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33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67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F04E-B71F-E838-7F79-A26ED6B4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2B7428F-47B6-EDD2-627B-C4E203F070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9C1002A-5070-A5EF-FF0D-CF71F03E96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D3D12D21-32E2-D5A5-ABA9-88DA49268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74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74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Week1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2E4FB2EC-BF85-8797-60B6-0B50FF6B8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79441A-D805-AFE1-9EF8-21EC75FD7F5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HighlightTextShape201406241503265130">
            <a:extLst>
              <a:ext uri="{FF2B5EF4-FFF2-40B4-BE49-F238E27FC236}">
                <a16:creationId xmlns:a16="http://schemas.microsoft.com/office/drawing/2014/main" id="{FBA00A3F-773B-9DFA-EBCB-C792A1206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highlight>
                  <a:srgbClr val="FFFF00"/>
                </a:highlight>
              </a:rPr>
              <a:t>Learn about </a:t>
            </a:r>
            <a:r>
              <a:rPr lang="en-US" sz="2800" dirty="0">
                <a:solidFill>
                  <a:srgbClr val="0000FF"/>
                </a:solidFill>
                <a:highlight>
                  <a:srgbClr val="FFFF00"/>
                </a:highlight>
              </a:rPr>
              <a:t>a systematic way </a:t>
            </a:r>
            <a:r>
              <a:rPr lang="en-US" sz="2800" dirty="0">
                <a:highlight>
                  <a:srgbClr val="FFFF00"/>
                </a:highlight>
              </a:rPr>
              <a:t>to write programs for solving </a:t>
            </a:r>
            <a:r>
              <a:rPr lang="en-US" sz="2800" dirty="0">
                <a:solidFill>
                  <a:srgbClr val="0000FF"/>
                </a:solidFill>
                <a:highlight>
                  <a:srgbClr val="FFFF00"/>
                </a:highlight>
              </a:rPr>
              <a:t>computational problems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/>
              <a:t>Explore various </a:t>
            </a:r>
            <a:r>
              <a:rPr lang="en-GB" sz="2800" dirty="0">
                <a:solidFill>
                  <a:srgbClr val="0000FF"/>
                </a:solidFill>
              </a:rPr>
              <a:t>hardware-related</a:t>
            </a:r>
            <a:r>
              <a:rPr lang="en-GB" sz="2800" dirty="0"/>
              <a:t> topics, such as memory management.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Become proficient with </a:t>
            </a:r>
            <a:r>
              <a:rPr lang="en-US" sz="2800" dirty="0">
                <a:solidFill>
                  <a:srgbClr val="0000FF"/>
                </a:solidFill>
              </a:rPr>
              <a:t>C</a:t>
            </a:r>
            <a:r>
              <a:rPr lang="en-US" sz="2800" dirty="0"/>
              <a:t> and associated programming tools (editors, debuggers)</a:t>
            </a:r>
            <a:endParaRPr lang="en-GB" sz="2000" dirty="0"/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 - </a:t>
            </a:r>
            <a:fld id="{F7EC234A-9094-4BB8-9EA4-75ECDA8A365B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EF323DBE-758A-D5A2-0294-9AB8B48E9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Objectives </a:t>
            </a:r>
            <a:endParaRPr lang="en-GB" dirty="0">
              <a:solidFill>
                <a:srgbClr val="0000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4096154-B6B8-58C6-28B0-E75F46CA2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53" y="5015122"/>
            <a:ext cx="1866660" cy="130944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FFF8BED-FA29-16AE-CD9C-F783EE9E49E2}"/>
              </a:ext>
            </a:extLst>
          </p:cNvPr>
          <p:cNvSpPr txBox="1"/>
          <p:nvPr/>
        </p:nvSpPr>
        <p:spPr>
          <a:xfrm>
            <a:off x="3138647" y="5015122"/>
            <a:ext cx="4553366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course is called </a:t>
            </a:r>
            <a:br>
              <a:rPr lang="en-US" sz="2400" dirty="0"/>
            </a:br>
            <a:r>
              <a:rPr lang="en-US" sz="2400" dirty="0">
                <a:solidFill>
                  <a:srgbClr val="0000FF"/>
                </a:solidFill>
              </a:rPr>
              <a:t>Programming Methodology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It is </a:t>
            </a:r>
            <a:r>
              <a:rPr lang="en-US" sz="2400" dirty="0">
                <a:solidFill>
                  <a:srgbClr val="0000FF"/>
                </a:solidFill>
              </a:rPr>
              <a:t>NOT</a:t>
            </a:r>
            <a:r>
              <a:rPr lang="en-US" sz="2400" dirty="0"/>
              <a:t> just about coding in C!</a:t>
            </a:r>
          </a:p>
        </p:txBody>
      </p:sp>
    </p:spTree>
    <p:extLst>
      <p:ext uri="{BB962C8B-B14F-4D97-AF65-F5344CB8AC3E}">
        <p14:creationId xmlns:p14="http://schemas.microsoft.com/office/powerpoint/2010/main" val="404982768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F221B66-C3EB-1031-C619-543E659FF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Computational Problems and Algorithms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2" name="HighlightTextShape201406241503265130">
            <a:extLst>
              <a:ext uri="{FF2B5EF4-FFF2-40B4-BE49-F238E27FC236}">
                <a16:creationId xmlns:a16="http://schemas.microsoft.com/office/drawing/2014/main" id="{B04A977D-F987-B08F-E5B2-1EDCB6CB3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5414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Have </a:t>
            </a:r>
            <a:r>
              <a:rPr lang="en-US" sz="2400" dirty="0">
                <a:solidFill>
                  <a:srgbClr val="0000FF"/>
                </a:solidFill>
              </a:rPr>
              <a:t>well-defined</a:t>
            </a:r>
            <a:r>
              <a:rPr lang="en-US" sz="2400" dirty="0"/>
              <a:t> </a:t>
            </a:r>
            <a:r>
              <a:rPr lang="en-US" sz="2400" dirty="0">
                <a:solidFill>
                  <a:srgbClr val="0000FF"/>
                </a:solidFill>
              </a:rPr>
              <a:t>inputs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outputs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0000FF"/>
                </a:solidFill>
              </a:rPr>
              <a:t>constraints</a:t>
            </a:r>
            <a:r>
              <a:rPr lang="en-US" sz="2400" dirty="0"/>
              <a:t>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Can be solved </a:t>
            </a:r>
            <a:r>
              <a:rPr lang="en-US" sz="2400" dirty="0">
                <a:solidFill>
                  <a:srgbClr val="0000FF"/>
                </a:solidFill>
              </a:rPr>
              <a:t>step-by-step</a:t>
            </a:r>
            <a:r>
              <a:rPr lang="en-US" sz="2400" dirty="0"/>
              <a:t> by </a:t>
            </a:r>
            <a:r>
              <a:rPr lang="en-US" sz="2400" dirty="0">
                <a:solidFill>
                  <a:srgbClr val="0000FF"/>
                </a:solidFill>
              </a:rPr>
              <a:t>a computer</a:t>
            </a:r>
            <a:r>
              <a:rPr lang="en-US" sz="2400" dirty="0"/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9B6ACB-D314-C595-A1A9-5651662189D1}"/>
              </a:ext>
            </a:extLst>
          </p:cNvPr>
          <p:cNvSpPr/>
          <p:nvPr/>
        </p:nvSpPr>
        <p:spPr>
          <a:xfrm>
            <a:off x="1727200" y="1212851"/>
            <a:ext cx="5966691" cy="442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65F3EB-39B5-B0E2-775C-384E7FDC6B22}"/>
              </a:ext>
            </a:extLst>
          </p:cNvPr>
          <p:cNvSpPr/>
          <p:nvPr/>
        </p:nvSpPr>
        <p:spPr>
          <a:xfrm>
            <a:off x="6547603" y="1793576"/>
            <a:ext cx="1530648" cy="442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4BB4E8-BD9D-8AC3-002C-C3CFF01839BB}"/>
              </a:ext>
            </a:extLst>
          </p:cNvPr>
          <p:cNvSpPr/>
          <p:nvPr/>
        </p:nvSpPr>
        <p:spPr>
          <a:xfrm>
            <a:off x="2931357" y="2242224"/>
            <a:ext cx="3735012" cy="442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91981-25C6-03B0-7F19-25947220E8C0}"/>
              </a:ext>
            </a:extLst>
          </p:cNvPr>
          <p:cNvSpPr/>
          <p:nvPr/>
        </p:nvSpPr>
        <p:spPr>
          <a:xfrm>
            <a:off x="5393858" y="591189"/>
            <a:ext cx="2988142" cy="564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E5981-2994-9584-E001-4E746B48FDFB}"/>
              </a:ext>
            </a:extLst>
          </p:cNvPr>
          <p:cNvSpPr txBox="1"/>
          <p:nvPr/>
        </p:nvSpPr>
        <p:spPr>
          <a:xfrm>
            <a:off x="2444639" y="2748484"/>
            <a:ext cx="278186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a.k.a., an algorithm</a:t>
            </a:r>
          </a:p>
        </p:txBody>
      </p:sp>
    </p:spTree>
    <p:extLst>
      <p:ext uri="{BB962C8B-B14F-4D97-AF65-F5344CB8AC3E}">
        <p14:creationId xmlns:p14="http://schemas.microsoft.com/office/powerpoint/2010/main" val="38646560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4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134" y="445546"/>
            <a:ext cx="5595851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Problem Solving Process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pSp>
        <p:nvGrpSpPr>
          <p:cNvPr id="25" name="[Group 28]"/>
          <p:cNvGrpSpPr/>
          <p:nvPr/>
        </p:nvGrpSpPr>
        <p:grpSpPr>
          <a:xfrm>
            <a:off x="2895600" y="1377278"/>
            <a:ext cx="3854488" cy="4406263"/>
            <a:chOff x="2895600" y="1377278"/>
            <a:chExt cx="3854488" cy="4406263"/>
          </a:xfrm>
        </p:grpSpPr>
        <p:sp>
          <p:nvSpPr>
            <p:cNvPr id="26" name="TextBox 25"/>
            <p:cNvSpPr txBox="1"/>
            <p:nvPr/>
          </p:nvSpPr>
          <p:spPr bwMode="auto">
            <a:xfrm>
              <a:off x="2903851" y="1377278"/>
              <a:ext cx="2768009" cy="523220"/>
            </a:xfrm>
            <a:prstGeom prst="rect">
              <a:avLst/>
            </a:prstGeom>
            <a:gradFill flip="none" rotWithShape="1">
              <a:gsLst>
                <a:gs pos="0">
                  <a:srgbClr val="9900CC">
                    <a:shade val="30000"/>
                    <a:satMod val="115000"/>
                  </a:srgbClr>
                </a:gs>
                <a:gs pos="50000">
                  <a:srgbClr val="CC00FF"/>
                </a:gs>
                <a:gs pos="100000">
                  <a:srgbClr val="CC66FF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Analysis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2895600" y="2656034"/>
              <a:ext cx="2784511" cy="523220"/>
            </a:xfrm>
            <a:prstGeom prst="rect">
              <a:avLst/>
            </a:prstGeom>
            <a:gradFill flip="none" rotWithShape="1">
              <a:gsLst>
                <a:gs pos="0">
                  <a:srgbClr val="006600"/>
                </a:gs>
                <a:gs pos="50000">
                  <a:srgbClr val="00CC00"/>
                </a:gs>
                <a:gs pos="100000">
                  <a:srgbClr val="92D050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Design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2918632" y="3963128"/>
              <a:ext cx="2738446" cy="523220"/>
            </a:xfrm>
            <a:prstGeom prst="rect">
              <a:avLst/>
            </a:prstGeom>
            <a:gradFill>
              <a:gsLst>
                <a:gs pos="0">
                  <a:srgbClr val="000099"/>
                </a:gs>
                <a:gs pos="50000">
                  <a:srgbClr val="3333FF"/>
                </a:gs>
                <a:gs pos="100000">
                  <a:srgbClr val="99CCFF"/>
                </a:gs>
              </a:gsLst>
              <a:lin ang="2700000" scaled="1"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Implementation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 bwMode="auto">
            <a:xfrm>
              <a:off x="2904300" y="5260321"/>
              <a:ext cx="2767111" cy="52322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rgbClr val="FF6600"/>
                </a:gs>
                <a:gs pos="100000">
                  <a:srgbClr val="FF9966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Testing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cxnSp>
          <p:nvCxnSpPr>
            <p:cNvPr id="30" name="Straight Arrow Connector 12"/>
            <p:cNvCxnSpPr>
              <a:cxnSpLocks noChangeShapeType="1"/>
              <a:stCxn id="26" idx="2"/>
              <a:endCxn id="27" idx="0"/>
            </p:cNvCxnSpPr>
            <p:nvPr/>
          </p:nvCxnSpPr>
          <p:spPr bwMode="auto">
            <a:xfrm>
              <a:off x="4287856" y="1900498"/>
              <a:ext cx="0" cy="755536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1" name="Straight Arrow Connector 14"/>
            <p:cNvCxnSpPr>
              <a:cxnSpLocks noChangeShapeType="1"/>
              <a:stCxn id="27" idx="2"/>
              <a:endCxn id="28" idx="0"/>
            </p:cNvCxnSpPr>
            <p:nvPr/>
          </p:nvCxnSpPr>
          <p:spPr bwMode="auto">
            <a:xfrm flipH="1">
              <a:off x="4287855" y="3179254"/>
              <a:ext cx="1" cy="783874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2" name="Straight Arrow Connector 15"/>
            <p:cNvCxnSpPr>
              <a:cxnSpLocks noChangeShapeType="1"/>
              <a:stCxn id="28" idx="2"/>
              <a:endCxn id="29" idx="0"/>
            </p:cNvCxnSpPr>
            <p:nvPr/>
          </p:nvCxnSpPr>
          <p:spPr bwMode="auto">
            <a:xfrm>
              <a:off x="4287855" y="4486348"/>
              <a:ext cx="1" cy="773973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3" name="Straight Connector 26"/>
            <p:cNvCxnSpPr>
              <a:cxnSpLocks noChangeShapeType="1"/>
            </p:cNvCxnSpPr>
            <p:nvPr/>
          </p:nvCxnSpPr>
          <p:spPr bwMode="auto">
            <a:xfrm>
              <a:off x="5662710" y="4202706"/>
              <a:ext cx="593714" cy="22032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4" name="Straight Connector 29"/>
            <p:cNvCxnSpPr>
              <a:cxnSpLocks noChangeShapeType="1"/>
            </p:cNvCxnSpPr>
            <p:nvPr/>
          </p:nvCxnSpPr>
          <p:spPr bwMode="auto">
            <a:xfrm flipV="1">
              <a:off x="6256424" y="1821677"/>
              <a:ext cx="0" cy="2403061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" name="Straight Connector 31"/>
            <p:cNvCxnSpPr>
              <a:cxnSpLocks noChangeShapeType="1"/>
            </p:cNvCxnSpPr>
            <p:nvPr/>
          </p:nvCxnSpPr>
          <p:spPr bwMode="auto">
            <a:xfrm flipH="1">
              <a:off x="5747828" y="1821677"/>
              <a:ext cx="508596" cy="0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36" name="Straight Connector 35"/>
            <p:cNvCxnSpPr>
              <a:cxnSpLocks noChangeShapeType="1"/>
            </p:cNvCxnSpPr>
            <p:nvPr/>
          </p:nvCxnSpPr>
          <p:spPr bwMode="auto">
            <a:xfrm>
              <a:off x="5747828" y="5615139"/>
              <a:ext cx="748649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" name="Straight Connector 37"/>
            <p:cNvCxnSpPr>
              <a:cxnSpLocks noChangeShapeType="1"/>
            </p:cNvCxnSpPr>
            <p:nvPr/>
          </p:nvCxnSpPr>
          <p:spPr bwMode="auto">
            <a:xfrm flipV="1">
              <a:off x="6496477" y="1586719"/>
              <a:ext cx="0" cy="4028421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" name="Straight Connector 41"/>
            <p:cNvCxnSpPr>
              <a:cxnSpLocks noChangeShapeType="1"/>
            </p:cNvCxnSpPr>
            <p:nvPr/>
          </p:nvCxnSpPr>
          <p:spPr bwMode="auto">
            <a:xfrm flipH="1">
              <a:off x="5734096" y="1586719"/>
              <a:ext cx="762381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39" name="Straight Connector 48"/>
            <p:cNvCxnSpPr>
              <a:cxnSpLocks noChangeShapeType="1"/>
            </p:cNvCxnSpPr>
            <p:nvPr/>
          </p:nvCxnSpPr>
          <p:spPr bwMode="auto">
            <a:xfrm>
              <a:off x="5734096" y="5404614"/>
              <a:ext cx="1008546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0" name="Straight Connector 50"/>
            <p:cNvCxnSpPr>
              <a:cxnSpLocks noChangeShapeType="1"/>
            </p:cNvCxnSpPr>
            <p:nvPr/>
          </p:nvCxnSpPr>
          <p:spPr bwMode="auto">
            <a:xfrm flipV="1">
              <a:off x="6742642" y="2930525"/>
              <a:ext cx="7446" cy="2474089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1" name="Straight Connector 52"/>
            <p:cNvCxnSpPr>
              <a:cxnSpLocks noChangeShapeType="1"/>
            </p:cNvCxnSpPr>
            <p:nvPr/>
          </p:nvCxnSpPr>
          <p:spPr bwMode="auto">
            <a:xfrm flipH="1">
              <a:off x="5762761" y="2930525"/>
              <a:ext cx="987327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lg" len="med"/>
              <a:tailEnd type="triangle" w="lg" len="med"/>
            </a:ln>
          </p:spPr>
        </p:cxnSp>
      </p:grpSp>
      <p:sp>
        <p:nvSpPr>
          <p:cNvPr id="45" name="[TextBox 28]"/>
          <p:cNvSpPr txBox="1">
            <a:spLocks noChangeArrowheads="1"/>
          </p:cNvSpPr>
          <p:nvPr/>
        </p:nvSpPr>
        <p:spPr bwMode="auto">
          <a:xfrm>
            <a:off x="6854825" y="2265362"/>
            <a:ext cx="20605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solidFill>
                  <a:srgbClr val="C00000"/>
                </a:solidFill>
                <a:latin typeface="+mn-lt"/>
                <a:cs typeface="Andalus" pitchFamily="18" charset="-78"/>
              </a:rPr>
              <a:t>Iterative process</a:t>
            </a:r>
            <a:endParaRPr lang="en-US" sz="3200" i="1" dirty="0">
              <a:solidFill>
                <a:srgbClr val="C00000"/>
              </a:solidFill>
              <a:latin typeface="+mn-lt"/>
              <a:cs typeface="Andalus" pitchFamily="18" charset="-78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>
          <a:xfrm>
            <a:off x="631334" y="459474"/>
            <a:ext cx="298153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3600" dirty="0">
                <a:solidFill>
                  <a:srgbClr val="0000FF"/>
                </a:solidFill>
              </a:rPr>
              <a:t>Algorithmic</a:t>
            </a:r>
          </a:p>
        </p:txBody>
      </p:sp>
      <p:sp>
        <p:nvSpPr>
          <p:cNvPr id="42" name="[TextBox 24]"/>
          <p:cNvSpPr txBox="1">
            <a:spLocks noChangeArrowheads="1"/>
          </p:cNvSpPr>
          <p:nvPr/>
        </p:nvSpPr>
        <p:spPr bwMode="auto">
          <a:xfrm>
            <a:off x="577683" y="1110064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Determine problem features</a:t>
            </a:r>
          </a:p>
        </p:txBody>
      </p:sp>
      <p:sp>
        <p:nvSpPr>
          <p:cNvPr id="44" name="[TextBox 25]"/>
          <p:cNvSpPr txBox="1">
            <a:spLocks noChangeArrowheads="1"/>
          </p:cNvSpPr>
          <p:nvPr/>
        </p:nvSpPr>
        <p:spPr bwMode="auto">
          <a:xfrm>
            <a:off x="612608" y="2562225"/>
            <a:ext cx="21399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8000"/>
                </a:solidFill>
                <a:latin typeface="Calibri" pitchFamily="34" charset="0"/>
              </a:rPr>
              <a:t>Write algorithm</a:t>
            </a:r>
          </a:p>
        </p:txBody>
      </p:sp>
      <p:sp>
        <p:nvSpPr>
          <p:cNvPr id="46" name="[TextBox 26]"/>
          <p:cNvSpPr txBox="1">
            <a:spLocks noChangeArrowheads="1"/>
          </p:cNvSpPr>
          <p:nvPr/>
        </p:nvSpPr>
        <p:spPr bwMode="auto">
          <a:xfrm>
            <a:off x="830776" y="3758480"/>
            <a:ext cx="17036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Produce code</a:t>
            </a:r>
          </a:p>
        </p:txBody>
      </p:sp>
      <p:sp>
        <p:nvSpPr>
          <p:cNvPr id="47" name="[TextBox 27]"/>
          <p:cNvSpPr txBox="1">
            <a:spLocks noChangeArrowheads="1"/>
          </p:cNvSpPr>
          <p:nvPr/>
        </p:nvSpPr>
        <p:spPr bwMode="auto">
          <a:xfrm>
            <a:off x="414965" y="4922887"/>
            <a:ext cx="25352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6600"/>
                </a:solidFill>
                <a:latin typeface="Calibri" pitchFamily="34" charset="0"/>
              </a:rPr>
              <a:t>Check for correctness and efficiency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C5236A-2A55-B396-891F-509484779C63}"/>
              </a:ext>
            </a:extLst>
          </p:cNvPr>
          <p:cNvSpPr/>
          <p:nvPr/>
        </p:nvSpPr>
        <p:spPr>
          <a:xfrm>
            <a:off x="3329239" y="2682034"/>
            <a:ext cx="1958673" cy="45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D39529-51C1-86AC-F3E8-885C1E196878}"/>
              </a:ext>
            </a:extLst>
          </p:cNvPr>
          <p:cNvSpPr/>
          <p:nvPr/>
        </p:nvSpPr>
        <p:spPr>
          <a:xfrm>
            <a:off x="3318415" y="1411953"/>
            <a:ext cx="1958673" cy="45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66720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DD18-7A64-CDBA-F530-B99227BB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HighlightTextShape201406241503265130">
            <a:extLst>
              <a:ext uri="{FF2B5EF4-FFF2-40B4-BE49-F238E27FC236}">
                <a16:creationId xmlns:a16="http://schemas.microsoft.com/office/drawing/2014/main" id="{2751AF0A-2BBD-0090-71F2-EBF3DE97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Learn about </a:t>
            </a:r>
            <a:r>
              <a:rPr lang="en-US" sz="2800" dirty="0">
                <a:solidFill>
                  <a:srgbClr val="0000FF"/>
                </a:solidFill>
              </a:rPr>
              <a:t>a systematic way </a:t>
            </a:r>
            <a:r>
              <a:rPr lang="en-US" sz="2800" dirty="0"/>
              <a:t>to write programs for solving </a:t>
            </a:r>
            <a:r>
              <a:rPr lang="en-US" sz="2800" dirty="0">
                <a:solidFill>
                  <a:srgbClr val="0000FF"/>
                </a:solidFill>
              </a:rPr>
              <a:t>computational problems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>
                <a:highlight>
                  <a:srgbClr val="FFFF00"/>
                </a:highlight>
              </a:rPr>
              <a:t>Explore various </a:t>
            </a:r>
            <a:r>
              <a:rPr lang="en-GB" sz="2800" dirty="0">
                <a:solidFill>
                  <a:srgbClr val="0000FF"/>
                </a:solidFill>
                <a:highlight>
                  <a:srgbClr val="FFFF00"/>
                </a:highlight>
              </a:rPr>
              <a:t>hardware-related</a:t>
            </a:r>
            <a:r>
              <a:rPr lang="en-GB" sz="2800" dirty="0">
                <a:highlight>
                  <a:srgbClr val="FFFF00"/>
                </a:highlight>
              </a:rPr>
              <a:t> topics, such as memory management.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Become proficient with </a:t>
            </a:r>
            <a:r>
              <a:rPr lang="en-US" sz="2800" dirty="0">
                <a:solidFill>
                  <a:srgbClr val="0000FF"/>
                </a:solidFill>
              </a:rPr>
              <a:t>C</a:t>
            </a:r>
            <a:r>
              <a:rPr lang="en-US" sz="2800" dirty="0"/>
              <a:t> and associated programming tools (editors, debuggers)</a:t>
            </a:r>
            <a:endParaRPr lang="en-GB" sz="2000" dirty="0"/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26242744-5231-0CC3-886F-1613F24F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8076718A-0D45-C411-23FB-05A65A7E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 - </a:t>
            </a:r>
            <a:fld id="{F7EC234A-9094-4BB8-9EA4-75ECDA8A365B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ED7B3091-3E30-8F12-F9BA-8792FFF6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20BAB218-E505-8014-657A-7F196A35F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Objectives </a:t>
            </a:r>
            <a:endParaRPr lang="en-GB" dirty="0">
              <a:solidFill>
                <a:srgbClr val="0000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453B1CB-A6EF-F06B-C1F2-4679CA18B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53" y="5015122"/>
            <a:ext cx="1866660" cy="130944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5700836-C89B-8D5C-6079-C7E6112C4A6F}"/>
              </a:ext>
            </a:extLst>
          </p:cNvPr>
          <p:cNvSpPr txBox="1"/>
          <p:nvPr/>
        </p:nvSpPr>
        <p:spPr>
          <a:xfrm>
            <a:off x="3138647" y="5015122"/>
            <a:ext cx="4553366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course is called </a:t>
            </a:r>
            <a:br>
              <a:rPr lang="en-US" sz="2400" dirty="0"/>
            </a:br>
            <a:r>
              <a:rPr lang="en-US" sz="2400" dirty="0">
                <a:solidFill>
                  <a:srgbClr val="0000FF"/>
                </a:solidFill>
              </a:rPr>
              <a:t>Programming Methodology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It is </a:t>
            </a:r>
            <a:r>
              <a:rPr lang="en-US" sz="2400" dirty="0">
                <a:solidFill>
                  <a:srgbClr val="0000FF"/>
                </a:solidFill>
              </a:rPr>
              <a:t>NOT</a:t>
            </a:r>
            <a:r>
              <a:rPr lang="en-US" sz="2400" dirty="0"/>
              <a:t> just about coding in C!</a:t>
            </a:r>
          </a:p>
        </p:txBody>
      </p:sp>
    </p:spTree>
    <p:extLst>
      <p:ext uri="{BB962C8B-B14F-4D97-AF65-F5344CB8AC3E}">
        <p14:creationId xmlns:p14="http://schemas.microsoft.com/office/powerpoint/2010/main" val="344063060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ighlightTextShape201406231429073930">
            <a:extLst>
              <a:ext uri="{FF2B5EF4-FFF2-40B4-BE49-F238E27FC236}">
                <a16:creationId xmlns:a16="http://schemas.microsoft.com/office/drawing/2014/main" id="{2A845F7C-186E-D4BA-E3B2-85B418CF6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49" y="1219200"/>
            <a:ext cx="7696932" cy="4893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The CPU processes data or instructions from memory and stores data into memory.</a:t>
            </a:r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Such data or instructions must be in </a:t>
            </a:r>
            <a:r>
              <a:rPr lang="en-US" sz="2400" b="1" dirty="0"/>
              <a:t>machine </a:t>
            </a:r>
            <a:r>
              <a:rPr lang="en-US" sz="2400" dirty="0"/>
              <a:t>code</a:t>
            </a:r>
            <a:r>
              <a:rPr lang="en-US" sz="2400" b="1" dirty="0"/>
              <a:t> </a:t>
            </a:r>
            <a:r>
              <a:rPr lang="en-US" sz="2400" dirty="0"/>
              <a:t>in</a:t>
            </a:r>
            <a:r>
              <a:rPr lang="en-US" sz="2400" b="1" dirty="0"/>
              <a:t> binary </a:t>
            </a:r>
            <a:r>
              <a:rPr lang="en-US" sz="2400" dirty="0"/>
              <a:t>format</a:t>
            </a:r>
          </a:p>
          <a:p>
            <a:pPr marL="800100" lvl="1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But it is much easier to write program in high level programming languages…</a:t>
            </a:r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 - </a:t>
            </a:r>
            <a:fld id="{F7EC234A-9094-4BB8-9EA4-75ECDA8A365B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989E35-C469-64E2-7F57-0C5E41248D04}"/>
              </a:ext>
            </a:extLst>
          </p:cNvPr>
          <p:cNvSpPr/>
          <p:nvPr/>
        </p:nvSpPr>
        <p:spPr>
          <a:xfrm>
            <a:off x="5914736" y="5122739"/>
            <a:ext cx="1378430" cy="423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F3EB462-3CC2-1428-48F7-3DA6EE54F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Program Execution</a:t>
            </a:r>
            <a:endParaRPr lang="en-GB" dirty="0">
              <a:solidFill>
                <a:srgbClr val="0000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DBE29E-62BD-46B4-7D38-589567C80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49" y="2076414"/>
            <a:ext cx="7432895" cy="29034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EC28893-D6D3-4AC7-4841-96D953EBEB85}"/>
              </a:ext>
            </a:extLst>
          </p:cNvPr>
          <p:cNvSpPr/>
          <p:nvPr/>
        </p:nvSpPr>
        <p:spPr>
          <a:xfrm>
            <a:off x="1368386" y="5513360"/>
            <a:ext cx="978207" cy="423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74113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4890-F7F8-F1D2-6016-8A1E224C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HighlightTextShape201406241503265130">
            <a:extLst>
              <a:ext uri="{FF2B5EF4-FFF2-40B4-BE49-F238E27FC236}">
                <a16:creationId xmlns:a16="http://schemas.microsoft.com/office/drawing/2014/main" id="{623C240B-2468-57E3-9F3C-C47C5042E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Learn about </a:t>
            </a:r>
            <a:r>
              <a:rPr lang="en-US" sz="2800" dirty="0">
                <a:solidFill>
                  <a:srgbClr val="0000FF"/>
                </a:solidFill>
              </a:rPr>
              <a:t>a systematic way </a:t>
            </a:r>
            <a:r>
              <a:rPr lang="en-US" sz="2800" dirty="0"/>
              <a:t>to write programs for solving </a:t>
            </a:r>
            <a:r>
              <a:rPr lang="en-US" sz="2800" dirty="0">
                <a:solidFill>
                  <a:srgbClr val="0000FF"/>
                </a:solidFill>
              </a:rPr>
              <a:t>computational problems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/>
              <a:t>Explore various </a:t>
            </a:r>
            <a:r>
              <a:rPr lang="en-GB" sz="2800" dirty="0">
                <a:solidFill>
                  <a:srgbClr val="0000FF"/>
                </a:solidFill>
              </a:rPr>
              <a:t>hardware-related</a:t>
            </a:r>
            <a:r>
              <a:rPr lang="en-GB" sz="2800" dirty="0"/>
              <a:t> topics, such as memory management.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highlight>
                  <a:srgbClr val="FFFF00"/>
                </a:highlight>
              </a:rPr>
              <a:t>Become proficient with </a:t>
            </a:r>
            <a:r>
              <a:rPr lang="en-US" sz="2800" dirty="0">
                <a:solidFill>
                  <a:srgbClr val="0000FF"/>
                </a:solidFill>
                <a:highlight>
                  <a:srgbClr val="FFFF00"/>
                </a:highlight>
              </a:rPr>
              <a:t>C</a:t>
            </a:r>
            <a:r>
              <a:rPr lang="en-US" sz="2800" dirty="0">
                <a:highlight>
                  <a:srgbClr val="FFFF00"/>
                </a:highlight>
              </a:rPr>
              <a:t> and associated programming tools (editors, debuggers)</a:t>
            </a:r>
            <a:endParaRPr lang="en-GB" sz="2000" dirty="0">
              <a:highlight>
                <a:srgbClr val="FFFF00"/>
              </a:highlight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7A3ACC78-D396-06B2-E64A-11C4CB4B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4B1288D7-CD80-7A0C-8990-3A8F40849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 - </a:t>
            </a:r>
            <a:fld id="{F7EC234A-9094-4BB8-9EA4-75ECDA8A365B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7856711D-4741-45F8-3D9F-99B038E3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8681CDE1-1614-3685-51EF-9EF5103E4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Objectives </a:t>
            </a:r>
            <a:endParaRPr lang="en-GB" dirty="0">
              <a:solidFill>
                <a:srgbClr val="0000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1CDC71-6EB5-8F61-2FFD-F3CEED689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53" y="5015122"/>
            <a:ext cx="1866660" cy="130944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C5E8337-43BC-9BBB-AA17-A8B30406CFD6}"/>
              </a:ext>
            </a:extLst>
          </p:cNvPr>
          <p:cNvSpPr txBox="1"/>
          <p:nvPr/>
        </p:nvSpPr>
        <p:spPr>
          <a:xfrm>
            <a:off x="3138647" y="5015122"/>
            <a:ext cx="4553366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course is called </a:t>
            </a:r>
            <a:br>
              <a:rPr lang="en-US" sz="2400" dirty="0"/>
            </a:br>
            <a:r>
              <a:rPr lang="en-US" sz="2400" dirty="0">
                <a:solidFill>
                  <a:srgbClr val="0000FF"/>
                </a:solidFill>
              </a:rPr>
              <a:t>Programming Methodology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It is </a:t>
            </a:r>
            <a:r>
              <a:rPr lang="en-US" sz="2400" dirty="0">
                <a:solidFill>
                  <a:srgbClr val="0000FF"/>
                </a:solidFill>
              </a:rPr>
              <a:t>NOT</a:t>
            </a:r>
            <a:r>
              <a:rPr lang="en-US" sz="2400" dirty="0"/>
              <a:t> just about coding in C!</a:t>
            </a:r>
          </a:p>
        </p:txBody>
      </p:sp>
    </p:spTree>
    <p:extLst>
      <p:ext uri="{BB962C8B-B14F-4D97-AF65-F5344CB8AC3E}">
        <p14:creationId xmlns:p14="http://schemas.microsoft.com/office/powerpoint/2010/main" val="189160808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3429000" y="4277050"/>
            <a:ext cx="2006601" cy="584200"/>
          </a:xfrm>
          <a:prstGeom prst="roundRect">
            <a:avLst/>
          </a:prstGeom>
          <a:solidFill>
            <a:srgbClr val="FFCC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614597" y="2143719"/>
            <a:ext cx="1143000" cy="584200"/>
          </a:xfrm>
          <a:prstGeom prst="roundRect">
            <a:avLst/>
          </a:prstGeom>
          <a:solidFill>
            <a:srgbClr val="FFCC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807011" y="2154879"/>
            <a:ext cx="2040467" cy="584200"/>
          </a:xfrm>
          <a:prstGeom prst="roundRect">
            <a:avLst/>
          </a:prstGeom>
          <a:solidFill>
            <a:srgbClr val="FFCC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The Edit, Compile and Execute Cycle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[Footer Placeholder 41]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[Slide Number Placeholder 42]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8</a:t>
            </a:fld>
            <a:endParaRPr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D92BEB-DD6A-7B76-E5F7-EFBBEEAF30D0}"/>
              </a:ext>
            </a:extLst>
          </p:cNvPr>
          <p:cNvSpPr/>
          <p:nvPr/>
        </p:nvSpPr>
        <p:spPr>
          <a:xfrm>
            <a:off x="4788167" y="1705071"/>
            <a:ext cx="2076170" cy="1483816"/>
          </a:xfrm>
          <a:custGeom>
            <a:avLst/>
            <a:gdLst>
              <a:gd name="csX0" fmla="*/ 0 w 2076170"/>
              <a:gd name="csY0" fmla="*/ 0 h 1483816"/>
              <a:gd name="csX1" fmla="*/ 2076170 w 2076170"/>
              <a:gd name="csY1" fmla="*/ 0 h 1483816"/>
              <a:gd name="csX2" fmla="*/ 2076170 w 2076170"/>
              <a:gd name="csY2" fmla="*/ 1483816 h 1483816"/>
              <a:gd name="csX3" fmla="*/ 0 w 2076170"/>
              <a:gd name="csY3" fmla="*/ 1483816 h 1483816"/>
              <a:gd name="csX4" fmla="*/ 0 w 2076170"/>
              <a:gd name="csY4" fmla="*/ 0 h 1483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76170" h="1483816">
                <a:moveTo>
                  <a:pt x="0" y="0"/>
                </a:moveTo>
                <a:lnTo>
                  <a:pt x="2076170" y="0"/>
                </a:lnTo>
                <a:lnTo>
                  <a:pt x="2076170" y="1483816"/>
                </a:lnTo>
                <a:lnTo>
                  <a:pt x="0" y="14838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Compile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9BD1AD2A-EB03-D6FE-5755-4254F9E9D5E8}"/>
              </a:ext>
            </a:extLst>
          </p:cNvPr>
          <p:cNvSpPr/>
          <p:nvPr/>
        </p:nvSpPr>
        <p:spPr>
          <a:xfrm>
            <a:off x="2808648" y="1276664"/>
            <a:ext cx="3505931" cy="3505931"/>
          </a:xfrm>
          <a:prstGeom prst="circularArrow">
            <a:avLst>
              <a:gd name="adj1" fmla="val 8253"/>
              <a:gd name="adj2" fmla="val 576503"/>
              <a:gd name="adj3" fmla="val 2525431"/>
              <a:gd name="adj4" fmla="val 381111"/>
              <a:gd name="adj5" fmla="val 9628"/>
            </a:avLst>
          </a:pr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704BF5C-0020-C155-C6CD-15AF5A574FB4}"/>
              </a:ext>
            </a:extLst>
          </p:cNvPr>
          <p:cNvSpPr/>
          <p:nvPr/>
        </p:nvSpPr>
        <p:spPr>
          <a:xfrm>
            <a:off x="3410405" y="3850183"/>
            <a:ext cx="2043408" cy="1483816"/>
          </a:xfrm>
          <a:custGeom>
            <a:avLst/>
            <a:gdLst>
              <a:gd name="csX0" fmla="*/ 0 w 2043408"/>
              <a:gd name="csY0" fmla="*/ 0 h 1483816"/>
              <a:gd name="csX1" fmla="*/ 2043408 w 2043408"/>
              <a:gd name="csY1" fmla="*/ 0 h 1483816"/>
              <a:gd name="csX2" fmla="*/ 2043408 w 2043408"/>
              <a:gd name="csY2" fmla="*/ 1483816 h 1483816"/>
              <a:gd name="csX3" fmla="*/ 0 w 2043408"/>
              <a:gd name="csY3" fmla="*/ 1483816 h 1483816"/>
              <a:gd name="csX4" fmla="*/ 0 w 2043408"/>
              <a:gd name="csY4" fmla="*/ 0 h 1483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43408" h="1483816">
                <a:moveTo>
                  <a:pt x="0" y="0"/>
                </a:moveTo>
                <a:lnTo>
                  <a:pt x="2043408" y="0"/>
                </a:lnTo>
                <a:lnTo>
                  <a:pt x="2043408" y="1483816"/>
                </a:lnTo>
                <a:lnTo>
                  <a:pt x="0" y="14838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Execute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4F0C772F-CEAE-B1AC-51BC-41B920B25857}"/>
              </a:ext>
            </a:extLst>
          </p:cNvPr>
          <p:cNvSpPr/>
          <p:nvPr/>
        </p:nvSpPr>
        <p:spPr>
          <a:xfrm>
            <a:off x="2670991" y="1400605"/>
            <a:ext cx="3505931" cy="3505931"/>
          </a:xfrm>
          <a:prstGeom prst="circularArrow">
            <a:avLst>
              <a:gd name="adj1" fmla="val 8253"/>
              <a:gd name="adj2" fmla="val 576503"/>
              <a:gd name="adj3" fmla="val 10178290"/>
              <a:gd name="adj4" fmla="val 8085389"/>
              <a:gd name="adj5" fmla="val 9628"/>
            </a:avLst>
          </a:pr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D1D277F-2801-EE79-6EFC-2ED7139C5C8F}"/>
              </a:ext>
            </a:extLst>
          </p:cNvPr>
          <p:cNvSpPr/>
          <p:nvPr/>
        </p:nvSpPr>
        <p:spPr>
          <a:xfrm>
            <a:off x="2435351" y="1715187"/>
            <a:ext cx="1483816" cy="1483816"/>
          </a:xfrm>
          <a:custGeom>
            <a:avLst/>
            <a:gdLst>
              <a:gd name="csX0" fmla="*/ 0 w 1483816"/>
              <a:gd name="csY0" fmla="*/ 0 h 1483816"/>
              <a:gd name="csX1" fmla="*/ 1483816 w 1483816"/>
              <a:gd name="csY1" fmla="*/ 0 h 1483816"/>
              <a:gd name="csX2" fmla="*/ 1483816 w 1483816"/>
              <a:gd name="csY2" fmla="*/ 1483816 h 1483816"/>
              <a:gd name="csX3" fmla="*/ 0 w 1483816"/>
              <a:gd name="csY3" fmla="*/ 1483816 h 1483816"/>
              <a:gd name="csX4" fmla="*/ 0 w 1483816"/>
              <a:gd name="csY4" fmla="*/ 0 h 1483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83816" h="1483816">
                <a:moveTo>
                  <a:pt x="0" y="0"/>
                </a:moveTo>
                <a:lnTo>
                  <a:pt x="1483816" y="0"/>
                </a:lnTo>
                <a:lnTo>
                  <a:pt x="1483816" y="1483816"/>
                </a:lnTo>
                <a:lnTo>
                  <a:pt x="0" y="14838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Edit</a:t>
            </a: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717FAD88-28FB-A37B-1D8E-12C6D6304489}"/>
              </a:ext>
            </a:extLst>
          </p:cNvPr>
          <p:cNvSpPr/>
          <p:nvPr/>
        </p:nvSpPr>
        <p:spPr>
          <a:xfrm>
            <a:off x="2838850" y="1321950"/>
            <a:ext cx="3505931" cy="3505931"/>
          </a:xfrm>
          <a:prstGeom prst="circularArrow">
            <a:avLst>
              <a:gd name="adj1" fmla="val 8253"/>
              <a:gd name="adj2" fmla="val 576503"/>
              <a:gd name="adj3" fmla="val 16697378"/>
              <a:gd name="adj4" fmla="val 14528541"/>
              <a:gd name="adj5" fmla="val 9628"/>
            </a:avLst>
          </a:pr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6" name="TextBox 5"/>
          <p:cNvSpPr txBox="1"/>
          <p:nvPr/>
        </p:nvSpPr>
        <p:spPr>
          <a:xfrm>
            <a:off x="2302933" y="5308600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solidFill>
                  <a:srgbClr val="C00000"/>
                </a:solidFill>
              </a:rPr>
              <a:t>Process is iterative</a:t>
            </a:r>
          </a:p>
        </p:txBody>
      </p:sp>
      <p:sp>
        <p:nvSpPr>
          <p:cNvPr id="7" name="[Rectangular Callout 6]"/>
          <p:cNvSpPr/>
          <p:nvPr/>
        </p:nvSpPr>
        <p:spPr>
          <a:xfrm>
            <a:off x="584201" y="1693333"/>
            <a:ext cx="1651000" cy="1126067"/>
          </a:xfrm>
          <a:prstGeom prst="wedgeRectCallout">
            <a:avLst>
              <a:gd name="adj1" fmla="val 78493"/>
              <a:gd name="adj2" fmla="val 8741"/>
            </a:avLst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Use an </a:t>
            </a:r>
            <a:r>
              <a:rPr lang="en-US" sz="1600" dirty="0">
                <a:solidFill>
                  <a:srgbClr val="C00000"/>
                </a:solidFill>
              </a:rPr>
              <a:t>editor </a:t>
            </a:r>
            <a:r>
              <a:rPr lang="en-US" sz="1600" dirty="0">
                <a:solidFill>
                  <a:schemeClr val="tx1"/>
                </a:solidFill>
              </a:rPr>
              <a:t>to create/modify the source code</a:t>
            </a:r>
          </a:p>
        </p:txBody>
      </p:sp>
      <p:sp>
        <p:nvSpPr>
          <p:cNvPr id="44" name="[Rectangular Callout 6]"/>
          <p:cNvSpPr/>
          <p:nvPr/>
        </p:nvSpPr>
        <p:spPr>
          <a:xfrm>
            <a:off x="7103533" y="1430866"/>
            <a:ext cx="1651000" cy="1126067"/>
          </a:xfrm>
          <a:prstGeom prst="wedgeRectCallout">
            <a:avLst>
              <a:gd name="adj1" fmla="val -71763"/>
              <a:gd name="adj2" fmla="val 43327"/>
            </a:avLst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Use a </a:t>
            </a:r>
            <a:r>
              <a:rPr lang="en-US" sz="1600" dirty="0">
                <a:solidFill>
                  <a:srgbClr val="C00000"/>
                </a:solidFill>
              </a:rPr>
              <a:t>compiler </a:t>
            </a:r>
            <a:r>
              <a:rPr lang="en-US" sz="1600" dirty="0">
                <a:solidFill>
                  <a:schemeClr val="tx1"/>
                </a:solidFill>
              </a:rPr>
              <a:t>to translate the source code into executable</a:t>
            </a:r>
          </a:p>
        </p:txBody>
      </p:sp>
      <p:sp>
        <p:nvSpPr>
          <p:cNvPr id="45" name="[Rectangular Callout 6]"/>
          <p:cNvSpPr/>
          <p:nvPr/>
        </p:nvSpPr>
        <p:spPr>
          <a:xfrm>
            <a:off x="6079067" y="4089399"/>
            <a:ext cx="1651000" cy="1126067"/>
          </a:xfrm>
          <a:prstGeom prst="wedgeRectCallout">
            <a:avLst>
              <a:gd name="adj1" fmla="val -82532"/>
              <a:gd name="adj2" fmla="val 2726"/>
            </a:avLst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Execute/run </a:t>
            </a:r>
            <a:r>
              <a:rPr lang="en-US" sz="1600" dirty="0">
                <a:solidFill>
                  <a:schemeClr val="tx1"/>
                </a:solidFill>
              </a:rPr>
              <a:t>the executable code</a:t>
            </a:r>
          </a:p>
        </p:txBody>
      </p:sp>
      <p:sp>
        <p:nvSpPr>
          <p:cNvPr id="10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684F8-10C4-D83E-7E80-0F4C2D654303}"/>
              </a:ext>
            </a:extLst>
          </p:cNvPr>
          <p:cNvSpPr/>
          <p:nvPr/>
        </p:nvSpPr>
        <p:spPr>
          <a:xfrm>
            <a:off x="1409701" y="623485"/>
            <a:ext cx="5210555" cy="442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302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7" grpId="0" animBg="1"/>
      <p:bldP spid="44" grpId="0" animBg="1"/>
      <p:bldP spid="45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1306-E2CF-B90D-4960-41BC3D72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4E391D6-1C03-406C-D066-0742569CE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The CS1010 Programming Environment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[Footer Placeholder 41]">
            <a:extLst>
              <a:ext uri="{FF2B5EF4-FFF2-40B4-BE49-F238E27FC236}">
                <a16:creationId xmlns:a16="http://schemas.microsoft.com/office/drawing/2014/main" id="{22B1DD65-4967-85BA-8A6B-FB2E7E97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[Slide Number Placeholder 42]">
            <a:extLst>
              <a:ext uri="{FF2B5EF4-FFF2-40B4-BE49-F238E27FC236}">
                <a16:creationId xmlns:a16="http://schemas.microsoft.com/office/drawing/2014/main" id="{DBA984D7-CB45-4E65-B3F0-3E3646E0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9</a:t>
            </a:fld>
            <a:endParaRPr dirty="0"/>
          </a:p>
        </p:txBody>
      </p:sp>
      <p:sp>
        <p:nvSpPr>
          <p:cNvPr id="10" name="[Date Placeholder 3]">
            <a:extLst>
              <a:ext uri="{FF2B5EF4-FFF2-40B4-BE49-F238E27FC236}">
                <a16:creationId xmlns:a16="http://schemas.microsoft.com/office/drawing/2014/main" id="{0D176DD8-9AF9-A5DB-E974-C03691BE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45779-1392-B5FF-72CE-57FC8D6C5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754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0609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784C9-F38D-AF05-A0EE-A8C39DA0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16A6A6D7-F172-B2FE-4934-FA051F21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300AC2E3-F89E-2347-3046-A785D44A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10</a:t>
            </a:fld>
            <a:endParaRPr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4E2C8DC9-3837-A5FE-5ECB-C9289218D9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9F498-4289-1C55-BBFA-75B32FD15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pic>
        <p:nvPicPr>
          <p:cNvPr id="11" name="Picture 2" descr="flowchart">
            <a:extLst>
              <a:ext uri="{FF2B5EF4-FFF2-40B4-BE49-F238E27FC236}">
                <a16:creationId xmlns:a16="http://schemas.microsoft.com/office/drawing/2014/main" id="{B5096128-47C5-4713-771D-C64C22B8D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ighlightTextShape201407062102102337">
            <a:extLst>
              <a:ext uri="{FF2B5EF4-FFF2-40B4-BE49-F238E27FC236}">
                <a16:creationId xmlns:a16="http://schemas.microsoft.com/office/drawing/2014/main" id="{E3FEDF97-B0AF-B161-E4C5-FC40C1246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Find the maximum of a list of k numbers </a:t>
            </a:r>
            <a:r>
              <a:rPr lang="en-US" sz="2400" dirty="0"/>
              <a:t>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  <a:endParaRPr lang="en-US" sz="24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What are the </a:t>
            </a:r>
            <a:r>
              <a:rPr lang="en-US" sz="2400" dirty="0">
                <a:solidFill>
                  <a:srgbClr val="0000FF"/>
                </a:solidFill>
              </a:rPr>
              <a:t>variables</a:t>
            </a:r>
            <a:r>
              <a:rPr lang="en-US" sz="2400" dirty="0"/>
              <a:t> and what they are used for?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93396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D586-D9A1-5632-3BF7-75E2B170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91B7427E-557A-DDB4-52CF-C0B883BB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E0D94484-0F58-DCEE-6E99-EFF16BB9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11</a:t>
            </a:fld>
            <a:endParaRPr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76EB09C1-87E1-CF7C-D0CC-941A4955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71D9CD-2BFB-A235-51CC-898E524FD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pic>
        <p:nvPicPr>
          <p:cNvPr id="11" name="Picture 2" descr="flowchart">
            <a:extLst>
              <a:ext uri="{FF2B5EF4-FFF2-40B4-BE49-F238E27FC236}">
                <a16:creationId xmlns:a16="http://schemas.microsoft.com/office/drawing/2014/main" id="{5A520462-C638-C474-8DA1-658470B5A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ighlightTextShape201407062102102337">
            <a:extLst>
              <a:ext uri="{FF2B5EF4-FFF2-40B4-BE49-F238E27FC236}">
                <a16:creationId xmlns:a16="http://schemas.microsoft.com/office/drawing/2014/main" id="{F138C480-ACB3-0F75-6481-9D8FC9D4C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Find the maximum of a list of k numbers </a:t>
            </a:r>
            <a:r>
              <a:rPr lang="en-US" sz="2400" dirty="0"/>
              <a:t>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  <a:endParaRPr lang="en-US" sz="24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What are </a:t>
            </a:r>
            <a:r>
              <a:rPr lang="en-US" sz="2400" dirty="0">
                <a:solidFill>
                  <a:srgbClr val="0000FF"/>
                </a:solidFill>
              </a:rPr>
              <a:t>control structures</a:t>
            </a:r>
            <a:r>
              <a:rPr lang="en-US" sz="2400" dirty="0"/>
              <a:t> used and what they are used for?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26D8A5-1439-61CD-3589-9C98F6267E5F}"/>
              </a:ext>
            </a:extLst>
          </p:cNvPr>
          <p:cNvSpPr/>
          <p:nvPr/>
        </p:nvSpPr>
        <p:spPr>
          <a:xfrm>
            <a:off x="159403" y="1907857"/>
            <a:ext cx="1515161" cy="22344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7F0E5F-A5BD-E68B-D5BB-F96E2804A9A9}"/>
              </a:ext>
            </a:extLst>
          </p:cNvPr>
          <p:cNvSpPr txBox="1"/>
          <p:nvPr/>
        </p:nvSpPr>
        <p:spPr>
          <a:xfrm>
            <a:off x="1075042" y="2655767"/>
            <a:ext cx="12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1282003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953B-2400-254F-E380-7B876A27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98552B89-DF96-591E-5EF6-8D47AF4E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1D2B93E8-274E-5E0A-A9F2-7DC130FB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12</a:t>
            </a:fld>
            <a:endParaRPr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9DB539B5-A6FF-0FC6-5CF1-69881592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C17FB-9493-3BA3-BC59-A90F2362C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pic>
        <p:nvPicPr>
          <p:cNvPr id="11" name="Picture 2" descr="flowchart">
            <a:extLst>
              <a:ext uri="{FF2B5EF4-FFF2-40B4-BE49-F238E27FC236}">
                <a16:creationId xmlns:a16="http://schemas.microsoft.com/office/drawing/2014/main" id="{CB6825D8-7BDF-2927-4D15-EE1DA6022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ighlightTextShape201407062102102337">
            <a:extLst>
              <a:ext uri="{FF2B5EF4-FFF2-40B4-BE49-F238E27FC236}">
                <a16:creationId xmlns:a16="http://schemas.microsoft.com/office/drawing/2014/main" id="{AF5B5BDF-152C-D4E1-0E1C-651EE458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Find the maximum of a list of k numbers </a:t>
            </a:r>
            <a:r>
              <a:rPr lang="en-US" sz="2400" dirty="0"/>
              <a:t>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  <a:endParaRPr lang="en-US" sz="24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What are </a:t>
            </a:r>
            <a:r>
              <a:rPr lang="en-US" sz="2400" dirty="0">
                <a:solidFill>
                  <a:srgbClr val="0000FF"/>
                </a:solidFill>
              </a:rPr>
              <a:t>control structures</a:t>
            </a:r>
            <a:r>
              <a:rPr lang="en-US" sz="2400" dirty="0"/>
              <a:t> used and what they are used for?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C21B92-6008-51D9-ECF5-F0EFAC098792}"/>
              </a:ext>
            </a:extLst>
          </p:cNvPr>
          <p:cNvSpPr/>
          <p:nvPr/>
        </p:nvSpPr>
        <p:spPr>
          <a:xfrm>
            <a:off x="3944039" y="2967988"/>
            <a:ext cx="5040558" cy="18574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34B0F7-2DAF-C2AA-44BA-F5D5A774093A}"/>
              </a:ext>
            </a:extLst>
          </p:cNvPr>
          <p:cNvSpPr txBox="1"/>
          <p:nvPr/>
        </p:nvSpPr>
        <p:spPr>
          <a:xfrm>
            <a:off x="6098734" y="2598656"/>
            <a:ext cx="12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Selection</a:t>
            </a:r>
          </a:p>
        </p:txBody>
      </p:sp>
    </p:spTree>
    <p:extLst>
      <p:ext uri="{BB962C8B-B14F-4D97-AF65-F5344CB8AC3E}">
        <p14:creationId xmlns:p14="http://schemas.microsoft.com/office/powerpoint/2010/main" val="12900561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100" dirty="0"/>
              <a:t>Week1R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13</a:t>
            </a:fld>
            <a:endParaRPr sz="11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896A7D-AB35-E5BC-7BFB-1B0FBC4F9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pic>
        <p:nvPicPr>
          <p:cNvPr id="11" name="Picture 2" descr="flowchart">
            <a:extLst>
              <a:ext uri="{FF2B5EF4-FFF2-40B4-BE49-F238E27FC236}">
                <a16:creationId xmlns:a16="http://schemas.microsoft.com/office/drawing/2014/main" id="{91FB63CF-A425-DC68-6FF1-8CBED3B99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ighlightTextShape201407062102102337">
            <a:extLst>
              <a:ext uri="{FF2B5EF4-FFF2-40B4-BE49-F238E27FC236}">
                <a16:creationId xmlns:a16="http://schemas.microsoft.com/office/drawing/2014/main" id="{DDE1B4FD-5DC7-6ACF-D3A3-FADE3E1B3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Find the maximum of a list of k numbers </a:t>
            </a:r>
            <a:r>
              <a:rPr lang="en-US" sz="2400" dirty="0"/>
              <a:t>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  <a:endParaRPr lang="en-US" sz="24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What are </a:t>
            </a:r>
            <a:r>
              <a:rPr lang="en-US" sz="2400" dirty="0">
                <a:solidFill>
                  <a:srgbClr val="0000FF"/>
                </a:solidFill>
              </a:rPr>
              <a:t>control structures</a:t>
            </a:r>
            <a:r>
              <a:rPr lang="en-US" sz="2400" dirty="0"/>
              <a:t> used and what they are used for?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E045C3-9DB5-C81D-9BBB-2BFFDCFC40CE}"/>
              </a:ext>
            </a:extLst>
          </p:cNvPr>
          <p:cNvSpPr/>
          <p:nvPr/>
        </p:nvSpPr>
        <p:spPr>
          <a:xfrm>
            <a:off x="1781175" y="2967988"/>
            <a:ext cx="7172325" cy="12706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DCB0F3-95B8-5C6C-BCAD-9ABD7AA31707}"/>
              </a:ext>
            </a:extLst>
          </p:cNvPr>
          <p:cNvSpPr txBox="1"/>
          <p:nvPr/>
        </p:nvSpPr>
        <p:spPr>
          <a:xfrm>
            <a:off x="4572001" y="2598656"/>
            <a:ext cx="1290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Repetition</a:t>
            </a:r>
          </a:p>
        </p:txBody>
      </p:sp>
    </p:spTree>
    <p:extLst>
      <p:ext uri="{BB962C8B-B14F-4D97-AF65-F5344CB8AC3E}">
        <p14:creationId xmlns:p14="http://schemas.microsoft.com/office/powerpoint/2010/main" val="329356078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AA9F-2956-2912-6C0E-718BC86E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ED754B72-0D22-63A1-F007-129E5016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6CAC9BC4-8214-7FB9-8564-4AEB841B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14</a:t>
            </a:fld>
            <a:endParaRPr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3FB25B02-06D0-6015-8E4C-32048FDC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27B5A-B6BF-7DAA-F044-6DD0AD28C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pic>
        <p:nvPicPr>
          <p:cNvPr id="11" name="Picture 2" descr="flowchart">
            <a:extLst>
              <a:ext uri="{FF2B5EF4-FFF2-40B4-BE49-F238E27FC236}">
                <a16:creationId xmlns:a16="http://schemas.microsoft.com/office/drawing/2014/main" id="{6F4B6DC3-15C5-91B2-0EC8-2EF78E308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ighlightTextShape201407062102102337">
            <a:extLst>
              <a:ext uri="{FF2B5EF4-FFF2-40B4-BE49-F238E27FC236}">
                <a16:creationId xmlns:a16="http://schemas.microsoft.com/office/drawing/2014/main" id="{B2DD971C-7F1B-E31B-EED3-C6820312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Find the maximum of a list of k numbers </a:t>
            </a:r>
            <a:r>
              <a:rPr lang="en-US" sz="2400" dirty="0"/>
              <a:t>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  <a:endParaRPr lang="en-US" sz="2400" dirty="0">
              <a:solidFill>
                <a:srgbClr val="0000FF"/>
              </a:solidFill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4A98AC-E0E0-5254-5DED-DA354F76B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80718"/>
              </p:ext>
            </p:extLst>
          </p:nvPr>
        </p:nvGraphicFramePr>
        <p:xfrm>
          <a:off x="343148" y="5103552"/>
          <a:ext cx="43862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C760DE6-792E-8C0B-8A77-DE99BB0C8973}"/>
              </a:ext>
            </a:extLst>
          </p:cNvPr>
          <p:cNvGraphicFramePr>
            <a:graphicFrameLocks noGrp="1"/>
          </p:cNvGraphicFramePr>
          <p:nvPr/>
        </p:nvGraphicFramePr>
        <p:xfrm>
          <a:off x="5000304" y="5120754"/>
          <a:ext cx="32065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5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49485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190615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5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564A25D-D8DB-B84A-DF15-95317FF880CF}"/>
              </a:ext>
            </a:extLst>
          </p:cNvPr>
          <p:cNvSpPr/>
          <p:nvPr/>
        </p:nvSpPr>
        <p:spPr>
          <a:xfrm>
            <a:off x="159403" y="4391943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3E594-4CB2-5B7C-385F-8376EFAACAF5}"/>
              </a:ext>
            </a:extLst>
          </p:cNvPr>
          <p:cNvSpPr/>
          <p:nvPr/>
        </p:nvSpPr>
        <p:spPr>
          <a:xfrm>
            <a:off x="1781175" y="2967988"/>
            <a:ext cx="7172325" cy="12706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090CB-0A52-ACA9-D631-9D47AFE96852}"/>
              </a:ext>
            </a:extLst>
          </p:cNvPr>
          <p:cNvSpPr txBox="1"/>
          <p:nvPr/>
        </p:nvSpPr>
        <p:spPr>
          <a:xfrm>
            <a:off x="4572001" y="2598656"/>
            <a:ext cx="250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Repetition </a:t>
            </a:r>
            <a:r>
              <a:rPr lang="en-US" dirty="0"/>
              <a:t>(Loop)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EEBAB-831D-FB48-E9E3-54571C774032}"/>
              </a:ext>
            </a:extLst>
          </p:cNvPr>
          <p:cNvSpPr/>
          <p:nvPr/>
        </p:nvSpPr>
        <p:spPr>
          <a:xfrm>
            <a:off x="3518766" y="447297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6AE49B-0F3E-CBAC-BE16-98CDFE3DAFFC}"/>
              </a:ext>
            </a:extLst>
          </p:cNvPr>
          <p:cNvSpPr/>
          <p:nvPr/>
        </p:nvSpPr>
        <p:spPr>
          <a:xfrm>
            <a:off x="417036" y="5514109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B7113F-24A3-4E06-34BF-524AEF2DB3C5}"/>
              </a:ext>
            </a:extLst>
          </p:cNvPr>
          <p:cNvSpPr/>
          <p:nvPr/>
        </p:nvSpPr>
        <p:spPr>
          <a:xfrm>
            <a:off x="417036" y="5902863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7260FB-5511-A185-10B9-31DF7A4E347E}"/>
              </a:ext>
            </a:extLst>
          </p:cNvPr>
          <p:cNvSpPr/>
          <p:nvPr/>
        </p:nvSpPr>
        <p:spPr>
          <a:xfrm>
            <a:off x="417035" y="6257270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D1BAF5-3D99-4B01-700D-F4E2BC3F95D0}"/>
              </a:ext>
            </a:extLst>
          </p:cNvPr>
          <p:cNvSpPr/>
          <p:nvPr/>
        </p:nvSpPr>
        <p:spPr>
          <a:xfrm>
            <a:off x="5054456" y="5544664"/>
            <a:ext cx="1124672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97B8E2-5163-A92A-3246-081B822A76FE}"/>
              </a:ext>
            </a:extLst>
          </p:cNvPr>
          <p:cNvSpPr/>
          <p:nvPr/>
        </p:nvSpPr>
        <p:spPr>
          <a:xfrm>
            <a:off x="5035983" y="5901477"/>
            <a:ext cx="1124672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C4A897-C9C3-982F-58AE-0E4AD4E6C741}"/>
              </a:ext>
            </a:extLst>
          </p:cNvPr>
          <p:cNvSpPr/>
          <p:nvPr/>
        </p:nvSpPr>
        <p:spPr>
          <a:xfrm>
            <a:off x="5035983" y="6257270"/>
            <a:ext cx="1124672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7005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lowch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Correctness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Week1R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15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63065" y="3309382"/>
            <a:ext cx="219075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63065" y="3330019"/>
            <a:ext cx="171450" cy="24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12264" y="3315215"/>
            <a:ext cx="30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1175" y="2967988"/>
            <a:ext cx="7172325" cy="12706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729411" y="2598656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</a:t>
            </a:r>
          </a:p>
        </p:txBody>
      </p:sp>
      <p:sp>
        <p:nvSpPr>
          <p:cNvPr id="9" name="Right Arrow 8"/>
          <p:cNvSpPr/>
          <p:nvPr/>
        </p:nvSpPr>
        <p:spPr>
          <a:xfrm rot="8964941">
            <a:off x="1351342" y="3089195"/>
            <a:ext cx="525780" cy="364333"/>
          </a:xfrm>
          <a:prstGeom prst="rightArrow">
            <a:avLst/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959342"/>
              </p:ext>
            </p:extLst>
          </p:nvPr>
        </p:nvGraphicFramePr>
        <p:xfrm>
          <a:off x="343148" y="5103552"/>
          <a:ext cx="43862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67984"/>
              </p:ext>
            </p:extLst>
          </p:nvPr>
        </p:nvGraphicFramePr>
        <p:xfrm>
          <a:off x="5000304" y="5120754"/>
          <a:ext cx="32065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5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49485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190615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5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2" name="HighlightTextShape201407062102102337">
            <a:extLst>
              <a:ext uri="{FF2B5EF4-FFF2-40B4-BE49-F238E27FC236}">
                <a16:creationId xmlns:a16="http://schemas.microsoft.com/office/drawing/2014/main" id="{34DF5475-44A7-AB36-1963-4DFB52AC6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is wrong with the modified algorithm?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0FDC0-5B86-9E69-1575-358CB33B81FB}"/>
              </a:ext>
            </a:extLst>
          </p:cNvPr>
          <p:cNvSpPr/>
          <p:nvPr/>
        </p:nvSpPr>
        <p:spPr>
          <a:xfrm>
            <a:off x="159403" y="4391943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35BFA-D179-F294-6792-897892380DF4}"/>
              </a:ext>
            </a:extLst>
          </p:cNvPr>
          <p:cNvSpPr/>
          <p:nvPr/>
        </p:nvSpPr>
        <p:spPr>
          <a:xfrm>
            <a:off x="3518766" y="447297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E76282-A73C-1365-FDCA-64FBDD10EE6D}"/>
              </a:ext>
            </a:extLst>
          </p:cNvPr>
          <p:cNvSpPr/>
          <p:nvPr/>
        </p:nvSpPr>
        <p:spPr>
          <a:xfrm>
            <a:off x="428774" y="5889836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50839A-2ECA-718E-BB7E-487C089995DD}"/>
              </a:ext>
            </a:extLst>
          </p:cNvPr>
          <p:cNvSpPr/>
          <p:nvPr/>
        </p:nvSpPr>
        <p:spPr>
          <a:xfrm>
            <a:off x="444051" y="6266872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97C112-BF3B-BF8F-61A4-D6D87DE5706C}"/>
              </a:ext>
            </a:extLst>
          </p:cNvPr>
          <p:cNvSpPr/>
          <p:nvPr/>
        </p:nvSpPr>
        <p:spPr>
          <a:xfrm>
            <a:off x="5072927" y="5536633"/>
            <a:ext cx="1096963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E7FDE-649F-F897-5FB9-486D764977C4}"/>
              </a:ext>
            </a:extLst>
          </p:cNvPr>
          <p:cNvSpPr/>
          <p:nvPr/>
        </p:nvSpPr>
        <p:spPr>
          <a:xfrm>
            <a:off x="5072927" y="5918822"/>
            <a:ext cx="1096963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791B7A-A866-2307-0EFC-557129570D24}"/>
              </a:ext>
            </a:extLst>
          </p:cNvPr>
          <p:cNvSpPr/>
          <p:nvPr/>
        </p:nvSpPr>
        <p:spPr>
          <a:xfrm>
            <a:off x="5072927" y="6291618"/>
            <a:ext cx="1096963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887891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lowch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Correctness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1100" dirty="0"/>
              <a:t>Week1R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16</a:t>
            </a:fld>
            <a:endParaRPr sz="1100"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63065" y="3309382"/>
            <a:ext cx="219075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63065" y="3330019"/>
            <a:ext cx="171450" cy="24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12264" y="3315215"/>
            <a:ext cx="30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1175" y="2967988"/>
            <a:ext cx="7172325" cy="12706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729411" y="2598656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</a:t>
            </a:r>
          </a:p>
        </p:txBody>
      </p:sp>
      <p:sp>
        <p:nvSpPr>
          <p:cNvPr id="9" name="Right Arrow 8"/>
          <p:cNvSpPr/>
          <p:nvPr/>
        </p:nvSpPr>
        <p:spPr>
          <a:xfrm rot="8964941">
            <a:off x="1351342" y="3089195"/>
            <a:ext cx="525780" cy="364333"/>
          </a:xfrm>
          <a:prstGeom prst="rightArrow">
            <a:avLst/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684030"/>
              </p:ext>
            </p:extLst>
          </p:nvPr>
        </p:nvGraphicFramePr>
        <p:xfrm>
          <a:off x="343148" y="5103552"/>
          <a:ext cx="43862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932790"/>
              </p:ext>
            </p:extLst>
          </p:nvPr>
        </p:nvGraphicFramePr>
        <p:xfrm>
          <a:off x="5000304" y="5120754"/>
          <a:ext cx="32065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5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49485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190615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5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2" name="HighlightTextShape201407062102102337">
            <a:extLst>
              <a:ext uri="{FF2B5EF4-FFF2-40B4-BE49-F238E27FC236}">
                <a16:creationId xmlns:a16="http://schemas.microsoft.com/office/drawing/2014/main" id="{34DF5475-44A7-AB36-1963-4DFB52AC6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is wrong with the modified algorithm?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38E56-D636-4503-7C59-BCD69BC43C0A}"/>
              </a:ext>
            </a:extLst>
          </p:cNvPr>
          <p:cNvSpPr/>
          <p:nvPr/>
        </p:nvSpPr>
        <p:spPr>
          <a:xfrm>
            <a:off x="159403" y="4391943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b="1" dirty="0">
                <a:solidFill>
                  <a:srgbClr val="0000FF"/>
                </a:solidFill>
              </a:rPr>
              <a:t>10</a:t>
            </a:r>
            <a:r>
              <a:rPr lang="en-US" dirty="0">
                <a:solidFill>
                  <a:srgbClr val="0000FF"/>
                </a:solidFill>
              </a:rPr>
              <a:t> 9 8 1 3 2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42AA8-94BC-8453-B702-4D2FF2A1AAB6}"/>
              </a:ext>
            </a:extLst>
          </p:cNvPr>
          <p:cNvSpPr/>
          <p:nvPr/>
        </p:nvSpPr>
        <p:spPr>
          <a:xfrm>
            <a:off x="3518766" y="447297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898B93-5CCF-A1D3-95D9-1BEBE2976D5E}"/>
              </a:ext>
            </a:extLst>
          </p:cNvPr>
          <p:cNvSpPr/>
          <p:nvPr/>
        </p:nvSpPr>
        <p:spPr>
          <a:xfrm>
            <a:off x="428774" y="5889836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3EA578-4045-E4F3-6B09-82D48FAC1260}"/>
              </a:ext>
            </a:extLst>
          </p:cNvPr>
          <p:cNvSpPr/>
          <p:nvPr/>
        </p:nvSpPr>
        <p:spPr>
          <a:xfrm>
            <a:off x="444051" y="6266872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70C630-14ED-84A2-9153-1B3165ACFF3D}"/>
              </a:ext>
            </a:extLst>
          </p:cNvPr>
          <p:cNvSpPr/>
          <p:nvPr/>
        </p:nvSpPr>
        <p:spPr>
          <a:xfrm>
            <a:off x="5072927" y="5536633"/>
            <a:ext cx="1096963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088180-3866-59AB-A099-BC178CF7528C}"/>
              </a:ext>
            </a:extLst>
          </p:cNvPr>
          <p:cNvSpPr/>
          <p:nvPr/>
        </p:nvSpPr>
        <p:spPr>
          <a:xfrm>
            <a:off x="5072927" y="5918822"/>
            <a:ext cx="1096963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FD4628-9177-114A-CE7C-040EBBBE2F7D}"/>
              </a:ext>
            </a:extLst>
          </p:cNvPr>
          <p:cNvSpPr/>
          <p:nvPr/>
        </p:nvSpPr>
        <p:spPr>
          <a:xfrm>
            <a:off x="5072927" y="6291618"/>
            <a:ext cx="1096963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32569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21" grpId="0" animBg="1"/>
      <p:bldP spid="22" grpId="0" animBg="1"/>
      <p:bldP spid="24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841A-6AAF-9BFD-9ED9-E91EB4BF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lowchart">
            <a:extLst>
              <a:ext uri="{FF2B5EF4-FFF2-40B4-BE49-F238E27FC236}">
                <a16:creationId xmlns:a16="http://schemas.microsoft.com/office/drawing/2014/main" id="{826B68F1-3349-3CEE-B125-70CD839F0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8" name="Rectangle 2">
            <a:extLst>
              <a:ext uri="{FF2B5EF4-FFF2-40B4-BE49-F238E27FC236}">
                <a16:creationId xmlns:a16="http://schemas.microsoft.com/office/drawing/2014/main" id="{FD3FDAFC-27D9-FE5C-AEC9-796FBF1E1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Correctness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283D31F7-0E33-6DA2-5002-0D22D5B9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D90F942-D91E-5B19-5B1D-CAF458E5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1100" dirty="0"/>
              <a:t>Week1R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17</a:t>
            </a:fld>
            <a:endParaRPr sz="1100"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32C962F3-5809-47AE-25B7-E488AA93A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5BFF6EE1-A9BB-49C6-5309-F1FE6EEB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EE884-3BEC-5B13-77DC-F9085C4808A9}"/>
              </a:ext>
            </a:extLst>
          </p:cNvPr>
          <p:cNvSpPr/>
          <p:nvPr/>
        </p:nvSpPr>
        <p:spPr>
          <a:xfrm>
            <a:off x="1163065" y="3309382"/>
            <a:ext cx="219075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58ADCB-7B31-CB91-409C-C41AE4086576}"/>
              </a:ext>
            </a:extLst>
          </p:cNvPr>
          <p:cNvSpPr/>
          <p:nvPr/>
        </p:nvSpPr>
        <p:spPr>
          <a:xfrm>
            <a:off x="1163065" y="3330019"/>
            <a:ext cx="171450" cy="24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DFABB-5DF0-F6D5-0FC8-1B8BB26E8F4C}"/>
              </a:ext>
            </a:extLst>
          </p:cNvPr>
          <p:cNvSpPr txBox="1"/>
          <p:nvPr/>
        </p:nvSpPr>
        <p:spPr>
          <a:xfrm>
            <a:off x="1112264" y="3315215"/>
            <a:ext cx="30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BA2A84-CD36-1AB3-1051-3151686194F3}"/>
              </a:ext>
            </a:extLst>
          </p:cNvPr>
          <p:cNvSpPr/>
          <p:nvPr/>
        </p:nvSpPr>
        <p:spPr>
          <a:xfrm>
            <a:off x="1781175" y="2967988"/>
            <a:ext cx="7172325" cy="12706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AD285E-7DC3-104F-6177-C9A8AA1D5CDE}"/>
              </a:ext>
            </a:extLst>
          </p:cNvPr>
          <p:cNvSpPr txBox="1"/>
          <p:nvPr/>
        </p:nvSpPr>
        <p:spPr>
          <a:xfrm>
            <a:off x="4729411" y="2598656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F3D8DBB-3C58-FD49-3421-D99F88C55A48}"/>
              </a:ext>
            </a:extLst>
          </p:cNvPr>
          <p:cNvSpPr/>
          <p:nvPr/>
        </p:nvSpPr>
        <p:spPr>
          <a:xfrm rot="8964941">
            <a:off x="1351342" y="3089195"/>
            <a:ext cx="525780" cy="364333"/>
          </a:xfrm>
          <a:prstGeom prst="rightArrow">
            <a:avLst/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83BF276-686A-8EB6-1980-00E273559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232226"/>
              </p:ext>
            </p:extLst>
          </p:nvPr>
        </p:nvGraphicFramePr>
        <p:xfrm>
          <a:off x="343148" y="5103552"/>
          <a:ext cx="44624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3FCC691-F0C0-6C53-B935-02624E4D0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54683"/>
              </p:ext>
            </p:extLst>
          </p:nvPr>
        </p:nvGraphicFramePr>
        <p:xfrm>
          <a:off x="5000304" y="5120754"/>
          <a:ext cx="35309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222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49485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190615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</a:tbl>
          </a:graphicData>
        </a:graphic>
      </p:graphicFrame>
      <p:sp>
        <p:nvSpPr>
          <p:cNvPr id="2" name="HighlightTextShape201407062102102337">
            <a:extLst>
              <a:ext uri="{FF2B5EF4-FFF2-40B4-BE49-F238E27FC236}">
                <a16:creationId xmlns:a16="http://schemas.microsoft.com/office/drawing/2014/main" id="{C57A0686-7652-0978-0B68-18B5E27F3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is wrong with the modified algorithm?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A6569-D9B3-B0E0-5B44-A697A1B1C847}"/>
              </a:ext>
            </a:extLst>
          </p:cNvPr>
          <p:cNvSpPr/>
          <p:nvPr/>
        </p:nvSpPr>
        <p:spPr>
          <a:xfrm>
            <a:off x="159403" y="4391943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4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>
                <a:solidFill>
                  <a:srgbClr val="0000FF"/>
                </a:solidFill>
              </a:rPr>
              <a:t>-6 -8 -5 -7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B15B65-5DFF-38DE-57E4-E3AF8AEBA866}"/>
              </a:ext>
            </a:extLst>
          </p:cNvPr>
          <p:cNvSpPr/>
          <p:nvPr/>
        </p:nvSpPr>
        <p:spPr>
          <a:xfrm>
            <a:off x="3518766" y="447297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22A403-85CC-41C3-7600-4D19ADF6873F}"/>
              </a:ext>
            </a:extLst>
          </p:cNvPr>
          <p:cNvSpPr/>
          <p:nvPr/>
        </p:nvSpPr>
        <p:spPr>
          <a:xfrm>
            <a:off x="444051" y="5869920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60C5F-8659-746B-F738-56C7E9E69859}"/>
              </a:ext>
            </a:extLst>
          </p:cNvPr>
          <p:cNvSpPr/>
          <p:nvPr/>
        </p:nvSpPr>
        <p:spPr>
          <a:xfrm>
            <a:off x="448501" y="6249931"/>
            <a:ext cx="1438027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CD8182-1982-4E59-D585-DF003895780A}"/>
              </a:ext>
            </a:extLst>
          </p:cNvPr>
          <p:cNvSpPr/>
          <p:nvPr/>
        </p:nvSpPr>
        <p:spPr>
          <a:xfrm>
            <a:off x="5070759" y="5530014"/>
            <a:ext cx="1380981" cy="26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09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Week1R - </a:t>
            </a:r>
            <a:fld id="{F7EC234A-9094-4BB8-9EA4-75ECDA8A365B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1512483" y="1207199"/>
            <a:ext cx="6469467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3200" dirty="0">
                <a:solidFill>
                  <a:srgbClr val="0000FF"/>
                </a:solidFill>
              </a:rPr>
              <a:t>Learning to write a program </a:t>
            </a:r>
            <a:br>
              <a:rPr lang="en-US" sz="3200" dirty="0">
                <a:solidFill>
                  <a:srgbClr val="0000FF"/>
                </a:solidFill>
              </a:rPr>
            </a:br>
            <a:r>
              <a:rPr lang="en-US" sz="3200" dirty="0"/>
              <a:t>that does what you want is </a:t>
            </a:r>
            <a:br>
              <a:rPr lang="en-US" sz="3200" dirty="0"/>
            </a:br>
            <a:r>
              <a:rPr lang="en-US" sz="3200" dirty="0">
                <a:solidFill>
                  <a:srgbClr val="0000FF"/>
                </a:solidFill>
              </a:rPr>
              <a:t>the easy part</a:t>
            </a:r>
            <a:r>
              <a:rPr lang="en-US" sz="3200" dirty="0"/>
              <a:t>.</a:t>
            </a:r>
          </a:p>
          <a:p>
            <a:pPr marL="288925" indent="-288925"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GB" sz="2800" dirty="0">
              <a:solidFill>
                <a:srgbClr val="0000FF"/>
              </a:solidFill>
            </a:endParaRPr>
          </a:p>
        </p:txBody>
      </p:sp>
      <p:sp>
        <p:nvSpPr>
          <p:cNvPr id="11" name="HighlightTextShape201406241503265130"/>
          <p:cNvSpPr>
            <a:spLocks noChangeArrowheads="1"/>
          </p:cNvSpPr>
          <p:nvPr/>
        </p:nvSpPr>
        <p:spPr bwMode="auto">
          <a:xfrm>
            <a:off x="1969954" y="3743326"/>
            <a:ext cx="5649774" cy="149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000" dirty="0">
                <a:solidFill>
                  <a:srgbClr val="FF0000"/>
                </a:solidFill>
              </a:rPr>
              <a:t>Knowing what you want </a:t>
            </a:r>
            <a:br>
              <a:rPr lang="en-US" sz="4000" dirty="0">
                <a:solidFill>
                  <a:srgbClr val="FF0000"/>
                </a:solidFill>
              </a:rPr>
            </a:br>
            <a:r>
              <a:rPr lang="en-US" sz="4000" dirty="0"/>
              <a:t>your program to do is </a:t>
            </a:r>
            <a:br>
              <a:rPr lang="en-US" sz="4000" dirty="0"/>
            </a:br>
            <a:r>
              <a:rPr lang="en-US" sz="4000" dirty="0">
                <a:solidFill>
                  <a:srgbClr val="FF0000"/>
                </a:solidFill>
              </a:rPr>
              <a:t>the real challenge</a:t>
            </a:r>
            <a:r>
              <a:rPr lang="en-US" sz="4000" dirty="0"/>
              <a:t>!</a:t>
            </a:r>
            <a:endParaRPr lang="en-GB" sz="4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397AB8-2781-1921-06E8-3DDE56F1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8711625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13337</TotalTime>
  <Words>1019</Words>
  <Application>Microsoft Office PowerPoint</Application>
  <PresentationFormat>On-screen Show (4:3)</PresentationFormat>
  <Paragraphs>370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Clarity</vt:lpstr>
      <vt:lpstr>PowerPoint Presentation</vt:lpstr>
      <vt:lpstr>Objectives </vt:lpstr>
      <vt:lpstr>Computational Problems and Algorithms</vt:lpstr>
      <vt:lpstr>Problem Solving Process</vt:lpstr>
      <vt:lpstr>Objectives </vt:lpstr>
      <vt:lpstr>Program Execution</vt:lpstr>
      <vt:lpstr>Objectives </vt:lpstr>
      <vt:lpstr>The Edit, Compile and Execute Cycle</vt:lpstr>
      <vt:lpstr>The CS1010 Programming Environment</vt:lpstr>
      <vt:lpstr>Algorithm: Example</vt:lpstr>
      <vt:lpstr>Algorithm: Example</vt:lpstr>
      <vt:lpstr>Algorithm: Example</vt:lpstr>
      <vt:lpstr>Algorithm: Example</vt:lpstr>
      <vt:lpstr>Algorithm: Example</vt:lpstr>
      <vt:lpstr>Correctness</vt:lpstr>
      <vt:lpstr>Correctness</vt:lpstr>
      <vt:lpstr>Correctness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1194</cp:revision>
  <cp:lastPrinted>2014-06-20T04:24:53Z</cp:lastPrinted>
  <dcterms:created xsi:type="dcterms:W3CDTF">1998-09-05T15:03:32Z</dcterms:created>
  <dcterms:modified xsi:type="dcterms:W3CDTF">2026-01-20T00:52:07Z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  <property fmtid="{D5CDD505-2E9C-101B-9397-08002B2CF9AE}" pid="22" name="MSIP_Label_3a1cbd45-6d41-45e2-b480-1999be9cf844_Enabled">
    <vt:lpwstr>true</vt:lpwstr>
  </property>
  <property fmtid="{D5CDD505-2E9C-101B-9397-08002B2CF9AE}" pid="23" name="MSIP_Label_3a1cbd45-6d41-45e2-b480-1999be9cf844_SetDate">
    <vt:lpwstr>2024-03-12T00:52:43Z</vt:lpwstr>
  </property>
  <property fmtid="{D5CDD505-2E9C-101B-9397-08002B2CF9AE}" pid="24" name="MSIP_Label_3a1cbd45-6d41-45e2-b480-1999be9cf844_Method">
    <vt:lpwstr>Standard</vt:lpwstr>
  </property>
  <property fmtid="{D5CDD505-2E9C-101B-9397-08002B2CF9AE}" pid="25" name="MSIP_Label_3a1cbd45-6d41-45e2-b480-1999be9cf844_Name">
    <vt:lpwstr>NUS Restricted</vt:lpwstr>
  </property>
  <property fmtid="{D5CDD505-2E9C-101B-9397-08002B2CF9AE}" pid="26" name="MSIP_Label_3a1cbd45-6d41-45e2-b480-1999be9cf844_SiteId">
    <vt:lpwstr>5ba5ef5e-3109-4e77-85bd-cfeb0d347e82</vt:lpwstr>
  </property>
  <property fmtid="{D5CDD505-2E9C-101B-9397-08002B2CF9AE}" pid="27" name="MSIP_Label_3a1cbd45-6d41-45e2-b480-1999be9cf844_ActionId">
    <vt:lpwstr>81f710de-5310-4c24-a937-90ff54d1e1e2</vt:lpwstr>
  </property>
  <property fmtid="{D5CDD505-2E9C-101B-9397-08002B2CF9AE}" pid="28" name="MSIP_Label_3a1cbd45-6d41-45e2-b480-1999be9cf844_ContentBits">
    <vt:lpwstr>2</vt:lpwstr>
  </property>
  <property fmtid="{D5CDD505-2E9C-101B-9397-08002B2CF9AE}" pid="29" name="ClassificationContentMarkingFooterLocations">
    <vt:lpwstr>Clarity:9</vt:lpwstr>
  </property>
  <property fmtid="{D5CDD505-2E9C-101B-9397-08002B2CF9AE}" pid="30" name="ClassificationContentMarkingFooterText">
    <vt:lpwstr>## NUS Restricted ##</vt:lpwstr>
  </property>
</Properties>
</file>