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1"/>
  </p:notesMasterIdLst>
  <p:handoutMasterIdLst>
    <p:handoutMasterId r:id="rId42"/>
  </p:handoutMasterIdLst>
  <p:sldIdLst>
    <p:sldId id="256" r:id="rId2"/>
    <p:sldId id="468" r:id="rId3"/>
    <p:sldId id="556" r:id="rId4"/>
    <p:sldId id="557" r:id="rId5"/>
    <p:sldId id="509" r:id="rId6"/>
    <p:sldId id="530" r:id="rId7"/>
    <p:sldId id="532" r:id="rId8"/>
    <p:sldId id="558" r:id="rId9"/>
    <p:sldId id="559" r:id="rId10"/>
    <p:sldId id="531" r:id="rId11"/>
    <p:sldId id="525" r:id="rId12"/>
    <p:sldId id="511" r:id="rId13"/>
    <p:sldId id="534" r:id="rId14"/>
    <p:sldId id="535" r:id="rId15"/>
    <p:sldId id="538" r:id="rId16"/>
    <p:sldId id="543" r:id="rId17"/>
    <p:sldId id="544" r:id="rId18"/>
    <p:sldId id="540" r:id="rId19"/>
    <p:sldId id="541" r:id="rId20"/>
    <p:sldId id="549" r:id="rId21"/>
    <p:sldId id="537" r:id="rId22"/>
    <p:sldId id="547" r:id="rId23"/>
    <p:sldId id="548" r:id="rId24"/>
    <p:sldId id="539" r:id="rId25"/>
    <p:sldId id="542" r:id="rId26"/>
    <p:sldId id="545" r:id="rId27"/>
    <p:sldId id="546" r:id="rId28"/>
    <p:sldId id="550" r:id="rId29"/>
    <p:sldId id="551" r:id="rId30"/>
    <p:sldId id="523" r:id="rId31"/>
    <p:sldId id="552" r:id="rId32"/>
    <p:sldId id="510" r:id="rId33"/>
    <p:sldId id="524" r:id="rId34"/>
    <p:sldId id="527" r:id="rId35"/>
    <p:sldId id="529" r:id="rId36"/>
    <p:sldId id="553" r:id="rId37"/>
    <p:sldId id="554" r:id="rId38"/>
    <p:sldId id="555" r:id="rId39"/>
    <p:sldId id="526" r:id="rId4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99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DB5FC0-FDB4-4D8B-84CA-4DF87D1EC7D5}" v="704" dt="2026-01-20T01:02:38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81" autoAdjust="0"/>
    <p:restoredTop sz="87185" autoAdjust="0"/>
  </p:normalViewPr>
  <p:slideViewPr>
    <p:cSldViewPr snapToGrid="0">
      <p:cViewPr varScale="1">
        <p:scale>
          <a:sx n="104" d="100"/>
          <a:sy n="104" d="100"/>
        </p:scale>
        <p:origin x="61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 sldOrd">
      <pc:chgData name="Zhao Jin" userId="cd05a825-544c-438a-9ba1-08e63db50b47" providerId="ADAL" clId="{5DF3A229-1965-414E-AF54-F4C37AC7DF68}" dt="2026-01-20T01:03:47.277" v="1939" actId="207"/>
      <pc:docMkLst>
        <pc:docMk/>
      </pc:docMkLst>
      <pc:sldChg chg="addSp delSp modSp mod addAnim delAnim modAnim">
        <pc:chgData name="Zhao Jin" userId="cd05a825-544c-438a-9ba1-08e63db50b47" providerId="ADAL" clId="{5DF3A229-1965-414E-AF54-F4C37AC7DF68}" dt="2026-01-20T00:53:12.016" v="1758"/>
        <pc:sldMkLst>
          <pc:docMk/>
          <pc:sldMk cId="1691474746" sldId="509"/>
        </pc:sldMkLst>
        <pc:spChg chg="add del mod">
          <ac:chgData name="Zhao Jin" userId="cd05a825-544c-438a-9ba1-08e63db50b47" providerId="ADAL" clId="{5DF3A229-1965-414E-AF54-F4C37AC7DF68}" dt="2026-01-19T07:46:04.647" v="703"/>
          <ac:spMkLst>
            <pc:docMk/>
            <pc:sldMk cId="1691474746" sldId="509"/>
            <ac:spMk id="4" creationId="{9479281D-60A4-9FD7-E941-180F7DEAB0D1}"/>
          </ac:spMkLst>
        </pc:spChg>
        <pc:spChg chg="add del mod">
          <ac:chgData name="Zhao Jin" userId="cd05a825-544c-438a-9ba1-08e63db50b47" providerId="ADAL" clId="{5DF3A229-1965-414E-AF54-F4C37AC7DF68}" dt="2026-01-19T08:08:54.014" v="1079" actId="478"/>
          <ac:spMkLst>
            <pc:docMk/>
            <pc:sldMk cId="1691474746" sldId="509"/>
            <ac:spMk id="5" creationId="{9D351636-55B6-C21E-8B60-70F117806366}"/>
          </ac:spMkLst>
        </pc:spChg>
        <pc:spChg chg="mod">
          <ac:chgData name="Zhao Jin" userId="cd05a825-544c-438a-9ba1-08e63db50b47" providerId="ADAL" clId="{5DF3A229-1965-414E-AF54-F4C37AC7DF68}" dt="2026-01-19T08:16:58.069" v="1334" actId="20577"/>
          <ac:spMkLst>
            <pc:docMk/>
            <pc:sldMk cId="1691474746" sldId="509"/>
            <ac:spMk id="10" creationId="{00000000-0000-0000-0000-000000000000}"/>
          </ac:spMkLst>
        </pc:spChg>
      </pc:sldChg>
      <pc:sldChg chg="modSp addAnim delAnim modAnim">
        <pc:chgData name="Zhao Jin" userId="cd05a825-544c-438a-9ba1-08e63db50b47" providerId="ADAL" clId="{5DF3A229-1965-414E-AF54-F4C37AC7DF68}" dt="2026-01-20T01:03:19.713" v="1938"/>
        <pc:sldMkLst>
          <pc:docMk/>
          <pc:sldMk cId="3813801240" sldId="511"/>
        </pc:sldMkLst>
        <pc:spChg chg="mod">
          <ac:chgData name="Zhao Jin" userId="cd05a825-544c-438a-9ba1-08e63db50b47" providerId="ADAL" clId="{5DF3A229-1965-414E-AF54-F4C37AC7DF68}" dt="2026-01-19T08:31:15.274" v="1637" actId="20577"/>
          <ac:spMkLst>
            <pc:docMk/>
            <pc:sldMk cId="3813801240" sldId="511"/>
            <ac:spMk id="10" creationId="{00000000-0000-0000-0000-000000000000}"/>
          </ac:spMkLst>
        </pc:spChg>
      </pc:sldChg>
      <pc:sldChg chg="modSp del mod">
        <pc:chgData name="Zhao Jin" userId="cd05a825-544c-438a-9ba1-08e63db50b47" providerId="ADAL" clId="{5DF3A229-1965-414E-AF54-F4C37AC7DF68}" dt="2026-01-20T00:58:40.056" v="1926" actId="47"/>
        <pc:sldMkLst>
          <pc:docMk/>
          <pc:sldMk cId="39845570" sldId="522"/>
        </pc:sldMkLst>
        <pc:spChg chg="mod">
          <ac:chgData name="Zhao Jin" userId="cd05a825-544c-438a-9ba1-08e63db50b47" providerId="ADAL" clId="{5DF3A229-1965-414E-AF54-F4C37AC7DF68}" dt="2026-01-20T00:57:55.883" v="1925"/>
          <ac:spMkLst>
            <pc:docMk/>
            <pc:sldMk cId="39845570" sldId="522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0:57:40.436" v="1924" actId="207"/>
        <pc:sldMkLst>
          <pc:docMk/>
          <pc:sldMk cId="2544506794" sldId="525"/>
        </pc:sldMkLst>
        <pc:spChg chg="mod">
          <ac:chgData name="Zhao Jin" userId="cd05a825-544c-438a-9ba1-08e63db50b47" providerId="ADAL" clId="{5DF3A229-1965-414E-AF54-F4C37AC7DF68}" dt="2026-01-19T08:14:11.173" v="1317" actId="14100"/>
          <ac:spMkLst>
            <pc:docMk/>
            <pc:sldMk cId="2544506794" sldId="525"/>
            <ac:spMk id="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14:14.003" v="1318" actId="1076"/>
          <ac:spMkLst>
            <pc:docMk/>
            <pc:sldMk cId="2544506794" sldId="525"/>
            <ac:spMk id="7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0T00:57:40.436" v="1924" actId="207"/>
          <ac:spMkLst>
            <pc:docMk/>
            <pc:sldMk cId="2544506794" sldId="525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19T07:43:34.569" v="631" actId="20577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1-19T07:43:34.569" v="631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addAnim delAnim modAnim">
        <pc:chgData name="Zhao Jin" userId="cd05a825-544c-438a-9ba1-08e63db50b47" providerId="ADAL" clId="{5DF3A229-1965-414E-AF54-F4C37AC7DF68}" dt="2026-01-20T00:53:46.213" v="1774"/>
        <pc:sldMkLst>
          <pc:docMk/>
          <pc:sldMk cId="436156561" sldId="530"/>
        </pc:sldMkLst>
        <pc:spChg chg="mod">
          <ac:chgData name="Zhao Jin" userId="cd05a825-544c-438a-9ba1-08e63db50b47" providerId="ADAL" clId="{5DF3A229-1965-414E-AF54-F4C37AC7DF68}" dt="2026-01-19T08:10:02.133" v="1179" actId="6549"/>
          <ac:spMkLst>
            <pc:docMk/>
            <pc:sldMk cId="436156561" sldId="530"/>
            <ac:spMk id="10" creationId="{00000000-0000-0000-0000-000000000000}"/>
          </ac:spMkLst>
        </pc:spChg>
      </pc:sldChg>
      <pc:sldChg chg="modSp modAnim">
        <pc:chgData name="Zhao Jin" userId="cd05a825-544c-438a-9ba1-08e63db50b47" providerId="ADAL" clId="{5DF3A229-1965-414E-AF54-F4C37AC7DF68}" dt="2026-01-19T08:22:40.764" v="1491" actId="207"/>
        <pc:sldMkLst>
          <pc:docMk/>
          <pc:sldMk cId="681224785" sldId="531"/>
        </pc:sldMkLst>
        <pc:spChg chg="mod">
          <ac:chgData name="Zhao Jin" userId="cd05a825-544c-438a-9ba1-08e63db50b47" providerId="ADAL" clId="{5DF3A229-1965-414E-AF54-F4C37AC7DF68}" dt="2026-01-19T08:22:40.764" v="1491" actId="207"/>
          <ac:spMkLst>
            <pc:docMk/>
            <pc:sldMk cId="681224785" sldId="531"/>
            <ac:spMk id="10" creationId="{00000000-0000-0000-0000-000000000000}"/>
          </ac:spMkLst>
        </pc:spChg>
      </pc:sldChg>
      <pc:sldChg chg="modSp modAnim">
        <pc:chgData name="Zhao Jin" userId="cd05a825-544c-438a-9ba1-08e63db50b47" providerId="ADAL" clId="{5DF3A229-1965-414E-AF54-F4C37AC7DF68}" dt="2026-01-20T00:55:14.105" v="1917" actId="113"/>
        <pc:sldMkLst>
          <pc:docMk/>
          <pc:sldMk cId="3275268416" sldId="532"/>
        </pc:sldMkLst>
        <pc:spChg chg="mod">
          <ac:chgData name="Zhao Jin" userId="cd05a825-544c-438a-9ba1-08e63db50b47" providerId="ADAL" clId="{5DF3A229-1965-414E-AF54-F4C37AC7DF68}" dt="2026-01-20T00:55:14.105" v="1917" actId="113"/>
          <ac:spMkLst>
            <pc:docMk/>
            <pc:sldMk cId="3275268416" sldId="532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1:01:18.431" v="1934" actId="207"/>
        <pc:sldMkLst>
          <pc:docMk/>
          <pc:sldMk cId="1293966413" sldId="539"/>
        </pc:sldMkLst>
        <pc:spChg chg="mod">
          <ac:chgData name="Zhao Jin" userId="cd05a825-544c-438a-9ba1-08e63db50b47" providerId="ADAL" clId="{5DF3A229-1965-414E-AF54-F4C37AC7DF68}" dt="2026-01-20T01:01:18.431" v="1934" actId="207"/>
          <ac:spMkLst>
            <pc:docMk/>
            <pc:sldMk cId="1293966413" sldId="539"/>
            <ac:spMk id="15" creationId="{00000000-0000-0000-0000-000000000000}"/>
          </ac:spMkLst>
        </pc:spChg>
      </pc:sldChg>
      <pc:sldChg chg="addSp modSp mod">
        <pc:chgData name="Zhao Jin" userId="cd05a825-544c-438a-9ba1-08e63db50b47" providerId="ADAL" clId="{5DF3A229-1965-414E-AF54-F4C37AC7DF68}" dt="2026-01-19T08:34:54.517" v="1646"/>
        <pc:sldMkLst>
          <pc:docMk/>
          <pc:sldMk cId="2442193536" sldId="543"/>
        </pc:sldMkLst>
        <pc:spChg chg="add 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5" creationId="{D59C4ADE-D2AB-2DC8-307E-EE658948F782}"/>
          </ac:spMkLst>
        </pc:spChg>
        <pc:spChg chg="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2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4" creationId="{00000000-0000-0000-0000-000000000000}"/>
          </ac:spMkLst>
        </pc:spChg>
        <pc:spChg chg="add mod">
          <ac:chgData name="Zhao Jin" userId="cd05a825-544c-438a-9ba1-08e63db50b47" providerId="ADAL" clId="{5DF3A229-1965-414E-AF54-F4C37AC7DF68}" dt="2026-01-19T08:34:49.359" v="1644" actId="571"/>
          <ac:spMkLst>
            <pc:docMk/>
            <pc:sldMk cId="2442193536" sldId="543"/>
            <ac:spMk id="16" creationId="{DE4F0EE5-7E32-890D-C4E2-D430694E00B3}"/>
          </ac:spMkLst>
        </pc:spChg>
        <pc:spChg chg="mod">
          <ac:chgData name="Zhao Jin" userId="cd05a825-544c-438a-9ba1-08e63db50b47" providerId="ADAL" clId="{5DF3A229-1965-414E-AF54-F4C37AC7DF68}" dt="2026-01-19T08:34:54.517" v="1646"/>
          <ac:spMkLst>
            <pc:docMk/>
            <pc:sldMk cId="2442193536" sldId="543"/>
            <ac:spMk id="22" creationId="{9BE95EB9-34BE-1A0C-FE84-43472974F64A}"/>
          </ac:spMkLst>
        </pc:spChg>
        <pc:spChg chg="mod">
          <ac:chgData name="Zhao Jin" userId="cd05a825-544c-438a-9ba1-08e63db50b47" providerId="ADAL" clId="{5DF3A229-1965-414E-AF54-F4C37AC7DF68}" dt="2026-01-19T08:34:54.517" v="1646"/>
          <ac:spMkLst>
            <pc:docMk/>
            <pc:sldMk cId="2442193536" sldId="543"/>
            <ac:spMk id="23" creationId="{69DA5A72-E34C-CB30-ECE3-7570091E870A}"/>
          </ac:spMkLst>
        </pc:spChg>
        <pc:spChg chg="mod">
          <ac:chgData name="Zhao Jin" userId="cd05a825-544c-438a-9ba1-08e63db50b47" providerId="ADAL" clId="{5DF3A229-1965-414E-AF54-F4C37AC7DF68}" dt="2026-01-19T08:34:54.517" v="1646"/>
          <ac:spMkLst>
            <pc:docMk/>
            <pc:sldMk cId="2442193536" sldId="543"/>
            <ac:spMk id="24" creationId="{1CDD231E-AB95-B4EC-8C85-26E2EBD66D76}"/>
          </ac:spMkLst>
        </pc:spChg>
        <pc:spChg chg="mod">
          <ac:chgData name="Zhao Jin" userId="cd05a825-544c-438a-9ba1-08e63db50b47" providerId="ADAL" clId="{5DF3A229-1965-414E-AF54-F4C37AC7DF68}" dt="2026-01-19T08:33:50.860" v="1640" actId="6549"/>
          <ac:spMkLst>
            <pc:docMk/>
            <pc:sldMk cId="2442193536" sldId="543"/>
            <ac:spMk id="24578" creationId="{00000000-0000-0000-0000-000000000000}"/>
          </ac:spMkLst>
        </pc:spChg>
        <pc:grpChg chg="mod">
          <ac:chgData name="Zhao Jin" userId="cd05a825-544c-438a-9ba1-08e63db50b47" providerId="ADAL" clId="{5DF3A229-1965-414E-AF54-F4C37AC7DF68}" dt="2026-01-19T08:34:22.059" v="1642" actId="1076"/>
          <ac:grpSpMkLst>
            <pc:docMk/>
            <pc:sldMk cId="2442193536" sldId="543"/>
            <ac:grpSpMk id="7" creationId="{00000000-0000-0000-0000-000000000000}"/>
          </ac:grpSpMkLst>
        </pc:grpChg>
        <pc:grpChg chg="add mod">
          <ac:chgData name="Zhao Jin" userId="cd05a825-544c-438a-9ba1-08e63db50b47" providerId="ADAL" clId="{5DF3A229-1965-414E-AF54-F4C37AC7DF68}" dt="2026-01-19T08:34:54.517" v="1646"/>
          <ac:grpSpMkLst>
            <pc:docMk/>
            <pc:sldMk cId="2442193536" sldId="543"/>
            <ac:grpSpMk id="18" creationId="{5A1EB6A8-7361-771D-FF63-F4916F1B1492}"/>
          </ac:grpSpMkLst>
        </pc:grpChg>
        <pc:picChg chg="add 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2" creationId="{BA7300C3-AD2B-880E-500F-25348E133B6B}"/>
          </ac:picMkLst>
        </pc:picChg>
        <pc:picChg chg="add 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3" creationId="{790F24DE-6249-E153-E62C-8D23DDAD0DB9}"/>
          </ac:picMkLst>
        </pc:picChg>
        <pc:picChg chg="add 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4" creationId="{D3FD2EB3-62BD-3495-F68B-C536E6C0D866}"/>
          </ac:picMkLst>
        </pc:picChg>
        <pc:picChg chg="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8" creationId="{00000000-0000-0000-0000-000000000000}"/>
          </ac:picMkLst>
        </pc:picChg>
        <pc:picChg chg="mod">
          <ac:chgData name="Zhao Jin" userId="cd05a825-544c-438a-9ba1-08e63db50b47" providerId="ADAL" clId="{5DF3A229-1965-414E-AF54-F4C37AC7DF68}" dt="2026-01-19T08:34:49.359" v="1644" actId="571"/>
          <ac:picMkLst>
            <pc:docMk/>
            <pc:sldMk cId="2442193536" sldId="543"/>
            <ac:picMk id="11" creationId="{00000000-0000-0000-0000-000000000000}"/>
          </ac:picMkLst>
        </pc:picChg>
        <pc:picChg chg="mod">
          <ac:chgData name="Zhao Jin" userId="cd05a825-544c-438a-9ba1-08e63db50b47" providerId="ADAL" clId="{5DF3A229-1965-414E-AF54-F4C37AC7DF68}" dt="2026-01-19T08:34:54.517" v="1646"/>
          <ac:picMkLst>
            <pc:docMk/>
            <pc:sldMk cId="2442193536" sldId="543"/>
            <ac:picMk id="19" creationId="{BCCED824-1FDA-960D-F0F4-F117FBD6424A}"/>
          </ac:picMkLst>
        </pc:picChg>
        <pc:picChg chg="mod">
          <ac:chgData name="Zhao Jin" userId="cd05a825-544c-438a-9ba1-08e63db50b47" providerId="ADAL" clId="{5DF3A229-1965-414E-AF54-F4C37AC7DF68}" dt="2026-01-19T08:34:54.517" v="1646"/>
          <ac:picMkLst>
            <pc:docMk/>
            <pc:sldMk cId="2442193536" sldId="543"/>
            <ac:picMk id="20" creationId="{B224FBBF-743A-0FF8-8F2A-317931BC59D6}"/>
          </ac:picMkLst>
        </pc:picChg>
        <pc:picChg chg="mod">
          <ac:chgData name="Zhao Jin" userId="cd05a825-544c-438a-9ba1-08e63db50b47" providerId="ADAL" clId="{5DF3A229-1965-414E-AF54-F4C37AC7DF68}" dt="2026-01-19T08:34:54.517" v="1646"/>
          <ac:picMkLst>
            <pc:docMk/>
            <pc:sldMk cId="2442193536" sldId="543"/>
            <ac:picMk id="21" creationId="{0E4549FC-EC57-2508-7F66-7D8AE55F41C8}"/>
          </ac:picMkLst>
        </pc:picChg>
      </pc:sldChg>
      <pc:sldChg chg="modSp mod">
        <pc:chgData name="Zhao Jin" userId="cd05a825-544c-438a-9ba1-08e63db50b47" providerId="ADAL" clId="{5DF3A229-1965-414E-AF54-F4C37AC7DF68}" dt="2026-01-19T08:44:09.035" v="1647" actId="6549"/>
        <pc:sldMkLst>
          <pc:docMk/>
          <pc:sldMk cId="3813214823" sldId="544"/>
        </pc:sldMkLst>
        <pc:spChg chg="mod">
          <ac:chgData name="Zhao Jin" userId="cd05a825-544c-438a-9ba1-08e63db50b47" providerId="ADAL" clId="{5DF3A229-1965-414E-AF54-F4C37AC7DF68}" dt="2026-01-19T08:44:09.035" v="1647" actId="6549"/>
          <ac:spMkLst>
            <pc:docMk/>
            <pc:sldMk cId="3813214823" sldId="544"/>
            <ac:spMk id="24578" creationId="{00000000-0000-0000-0000-000000000000}"/>
          </ac:spMkLst>
        </pc:spChg>
      </pc:sldChg>
      <pc:sldChg chg="delSp modSp mod">
        <pc:chgData name="Zhao Jin" userId="cd05a825-544c-438a-9ba1-08e63db50b47" providerId="ADAL" clId="{5DF3A229-1965-414E-AF54-F4C37AC7DF68}" dt="2026-01-20T01:01:39.846" v="1935" actId="20577"/>
        <pc:sldMkLst>
          <pc:docMk/>
          <pc:sldMk cId="3246666524" sldId="545"/>
        </pc:sldMkLst>
        <pc:spChg chg="del mod">
          <ac:chgData name="Zhao Jin" userId="cd05a825-544c-438a-9ba1-08e63db50b47" providerId="ADAL" clId="{5DF3A229-1965-414E-AF54-F4C37AC7DF68}" dt="2026-01-19T09:08:16.576" v="1730" actId="478"/>
          <ac:spMkLst>
            <pc:docMk/>
            <pc:sldMk cId="3246666524" sldId="545"/>
            <ac:spMk id="2" creationId="{A86CB8D5-AE7B-43FA-2CAC-CAB5F569DFFD}"/>
          </ac:spMkLst>
        </pc:spChg>
        <pc:spChg chg="mod">
          <ac:chgData name="Zhao Jin" userId="cd05a825-544c-438a-9ba1-08e63db50b47" providerId="ADAL" clId="{5DF3A229-1965-414E-AF54-F4C37AC7DF68}" dt="2026-01-20T01:01:39.846" v="1935" actId="20577"/>
          <ac:spMkLst>
            <pc:docMk/>
            <pc:sldMk cId="3246666524" sldId="545"/>
            <ac:spMk id="15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19T08:44:45.915" v="1648" actId="6549"/>
          <ac:spMkLst>
            <pc:docMk/>
            <pc:sldMk cId="3246666524" sldId="545"/>
            <ac:spMk id="2457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1:03:47.277" v="1939" actId="207"/>
        <pc:sldMkLst>
          <pc:docMk/>
          <pc:sldMk cId="2295364242" sldId="547"/>
        </pc:sldMkLst>
        <pc:spChg chg="mod">
          <ac:chgData name="Zhao Jin" userId="cd05a825-544c-438a-9ba1-08e63db50b47" providerId="ADAL" clId="{5DF3A229-1965-414E-AF54-F4C37AC7DF68}" dt="2026-01-20T01:03:47.277" v="1939" actId="207"/>
          <ac:spMkLst>
            <pc:docMk/>
            <pc:sldMk cId="2295364242" sldId="547"/>
            <ac:spMk id="15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0T01:00:55.824" v="1928" actId="13926"/>
        <pc:sldMkLst>
          <pc:docMk/>
          <pc:sldMk cId="601852946" sldId="548"/>
        </pc:sldMkLst>
        <pc:spChg chg="mod">
          <ac:chgData name="Zhao Jin" userId="cd05a825-544c-438a-9ba1-08e63db50b47" providerId="ADAL" clId="{5DF3A229-1965-414E-AF54-F4C37AC7DF68}" dt="2026-01-20T01:00:55.824" v="1928" actId="13926"/>
          <ac:spMkLst>
            <pc:docMk/>
            <pc:sldMk cId="601852946" sldId="548"/>
            <ac:spMk id="15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19T09:15:00.326" v="1751" actId="20577"/>
        <pc:sldMkLst>
          <pc:docMk/>
          <pc:sldMk cId="3780451803" sldId="553"/>
        </pc:sldMkLst>
        <pc:graphicFrameChg chg="modGraphic">
          <ac:chgData name="Zhao Jin" userId="cd05a825-544c-438a-9ba1-08e63db50b47" providerId="ADAL" clId="{5DF3A229-1965-414E-AF54-F4C37AC7DF68}" dt="2026-01-19T09:15:00.326" v="1751" actId="20577"/>
          <ac:graphicFrameMkLst>
            <pc:docMk/>
            <pc:sldMk cId="3780451803" sldId="553"/>
            <ac:graphicFrameMk id="2" creationId="{88D8F262-3B8D-2B90-E937-75C9A38BBED6}"/>
          </ac:graphicFrameMkLst>
        </pc:graphicFrameChg>
      </pc:sldChg>
      <pc:sldChg chg="modSp add mod ord">
        <pc:chgData name="Zhao Jin" userId="cd05a825-544c-438a-9ba1-08e63db50b47" providerId="ADAL" clId="{5DF3A229-1965-414E-AF54-F4C37AC7DF68}" dt="2026-01-19T07:40:53.890" v="562" actId="207"/>
        <pc:sldMkLst>
          <pc:docMk/>
          <pc:sldMk cId="1955926907" sldId="555"/>
        </pc:sldMkLst>
        <pc:spChg chg="mod">
          <ac:chgData name="Zhao Jin" userId="cd05a825-544c-438a-9ba1-08e63db50b47" providerId="ADAL" clId="{5DF3A229-1965-414E-AF54-F4C37AC7DF68}" dt="2026-01-19T07:40:53.890" v="562" actId="207"/>
          <ac:spMkLst>
            <pc:docMk/>
            <pc:sldMk cId="1955926907" sldId="555"/>
            <ac:spMk id="13" creationId="{F7D1DAD7-76BE-B4AB-3658-2EE379ACF6C9}"/>
          </ac:spMkLst>
        </pc:spChg>
      </pc:sldChg>
      <pc:sldChg chg="delSp modSp add mod delAnim modAnim">
        <pc:chgData name="Zhao Jin" userId="cd05a825-544c-438a-9ba1-08e63db50b47" providerId="ADAL" clId="{5DF3A229-1965-414E-AF54-F4C37AC7DF68}" dt="2026-01-19T07:48:37.524" v="719" actId="478"/>
        <pc:sldMkLst>
          <pc:docMk/>
          <pc:sldMk cId="191507856" sldId="556"/>
        </pc:sldMkLst>
        <pc:spChg chg="del">
          <ac:chgData name="Zhao Jin" userId="cd05a825-544c-438a-9ba1-08e63db50b47" providerId="ADAL" clId="{5DF3A229-1965-414E-AF54-F4C37AC7DF68}" dt="2026-01-19T07:48:37.524" v="719" actId="478"/>
          <ac:spMkLst>
            <pc:docMk/>
            <pc:sldMk cId="191507856" sldId="556"/>
            <ac:spMk id="5" creationId="{A0BD3E42-9943-33E6-6ED9-D5A94EB9B60F}"/>
          </ac:spMkLst>
        </pc:spChg>
        <pc:spChg chg="mod">
          <ac:chgData name="Zhao Jin" userId="cd05a825-544c-438a-9ba1-08e63db50b47" providerId="ADAL" clId="{5DF3A229-1965-414E-AF54-F4C37AC7DF68}" dt="2026-01-19T07:48:36.125" v="718" actId="20577"/>
          <ac:spMkLst>
            <pc:docMk/>
            <pc:sldMk cId="191507856" sldId="556"/>
            <ac:spMk id="10" creationId="{878A9F90-188D-5077-D6A7-F33D0F94624F}"/>
          </ac:spMkLst>
        </pc:spChg>
      </pc:sldChg>
      <pc:sldChg chg="new del">
        <pc:chgData name="Zhao Jin" userId="cd05a825-544c-438a-9ba1-08e63db50b47" providerId="ADAL" clId="{5DF3A229-1965-414E-AF54-F4C37AC7DF68}" dt="2026-01-19T07:38:29.984" v="399" actId="680"/>
        <pc:sldMkLst>
          <pc:docMk/>
          <pc:sldMk cId="2508716827" sldId="556"/>
        </pc:sldMkLst>
      </pc:sldChg>
      <pc:sldChg chg="modSp add mod addAnim delAnim modAnim">
        <pc:chgData name="Zhao Jin" userId="cd05a825-544c-438a-9ba1-08e63db50b47" providerId="ADAL" clId="{5DF3A229-1965-414E-AF54-F4C37AC7DF68}" dt="2026-01-20T00:52:54.471" v="1755"/>
        <pc:sldMkLst>
          <pc:docMk/>
          <pc:sldMk cId="1418161847" sldId="557"/>
        </pc:sldMkLst>
        <pc:spChg chg="mod">
          <ac:chgData name="Zhao Jin" userId="cd05a825-544c-438a-9ba1-08e63db50b47" providerId="ADAL" clId="{5DF3A229-1965-414E-AF54-F4C37AC7DF68}" dt="2026-01-20T00:52:48.516" v="1753" actId="113"/>
          <ac:spMkLst>
            <pc:docMk/>
            <pc:sldMk cId="1418161847" sldId="557"/>
            <ac:spMk id="10" creationId="{57A7F4F8-1C0D-1828-A4B8-53F581604A50}"/>
          </ac:spMkLst>
        </pc:spChg>
      </pc:sldChg>
      <pc:sldChg chg="modSp add addAnim delAnim modAnim">
        <pc:chgData name="Zhao Jin" userId="cd05a825-544c-438a-9ba1-08e63db50b47" providerId="ADAL" clId="{5DF3A229-1965-414E-AF54-F4C37AC7DF68}" dt="2026-01-20T01:02:38.773" v="1936"/>
        <pc:sldMkLst>
          <pc:docMk/>
          <pc:sldMk cId="950391350" sldId="558"/>
        </pc:sldMkLst>
        <pc:spChg chg="mod">
          <ac:chgData name="Zhao Jin" userId="cd05a825-544c-438a-9ba1-08e63db50b47" providerId="ADAL" clId="{5DF3A229-1965-414E-AF54-F4C37AC7DF68}" dt="2026-01-19T08:22:58.367" v="1499" actId="20577"/>
          <ac:spMkLst>
            <pc:docMk/>
            <pc:sldMk cId="950391350" sldId="558"/>
            <ac:spMk id="10" creationId="{E37B6BC8-2EDA-A433-745D-12C51EA839EA}"/>
          </ac:spMkLst>
        </pc:spChg>
      </pc:sldChg>
      <pc:sldChg chg="modSp add modAnim">
        <pc:chgData name="Zhao Jin" userId="cd05a825-544c-438a-9ba1-08e63db50b47" providerId="ADAL" clId="{5DF3A229-1965-414E-AF54-F4C37AC7DF68}" dt="2026-01-19T08:23:08.887" v="1500"/>
        <pc:sldMkLst>
          <pc:docMk/>
          <pc:sldMk cId="3558620410" sldId="559"/>
        </pc:sldMkLst>
        <pc:spChg chg="mod">
          <ac:chgData name="Zhao Jin" userId="cd05a825-544c-438a-9ba1-08e63db50b47" providerId="ADAL" clId="{5DF3A229-1965-414E-AF54-F4C37AC7DF68}" dt="2026-01-19T08:15:43.425" v="1327" actId="6549"/>
          <ac:spMkLst>
            <pc:docMk/>
            <pc:sldMk cId="3558620410" sldId="559"/>
            <ac:spMk id="10" creationId="{931A9393-8BAD-60C5-27B9-918567407C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1/20/2026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8EE8-5A62-8625-8666-63F0850F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F4620DC-C140-949D-5987-3DC1BE6E5E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34FA5C5C-57CA-F34A-C19A-5A72AC8B4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E91A9ED-40CB-3707-10F5-57DFEC207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E89D-1A3E-3AE8-FF5B-D931D688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475574E-6219-D533-76D1-C5F86A354B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30267556-06B9-2438-591D-FA86A1B1E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3FD6714-44EC-D193-5FC5-FB7534EE7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19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92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2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19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76FB-C035-13AC-464A-EBCFEF7A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E34CAD6-95E1-D7AF-BA34-55A7CF6A10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7B6A66C-9745-43D4-E9B7-56CDBAE37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AEF6D61-AD2A-E2C7-7787-B802BDF74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63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9AD2-5F1E-B4DA-1F7A-98A49820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5DEC024-5314-C757-B8FA-713AA99656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E41E2AB-FA9F-F69D-5417-02248E3216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FF61B0E-5184-02DF-7FD9-D95BEB61C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01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79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14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39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88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666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77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25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25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011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9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372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95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3197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12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3081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167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07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983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925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323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915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075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92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801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055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507F-D64C-B418-6CBC-98E06EA2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A4D193F-91E0-3FB3-3EDC-50D2B1E697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3353AE9-6C18-15EA-8B7B-9D91DCE77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B63022C-C337-129A-438F-5AE6D078E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105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Unit3 -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3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Functions</a:t>
            </a:r>
            <a:endParaRPr lang="en-US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6BF430A-8D41-A5D1-1E83-CE728C0E7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24D3E4-44A2-4577-017D-7DC2E500587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3: Functions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Problem Solving Techniques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Functions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More examples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Even more examples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Unit3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C5F78A-4178-BDC3-EEDB-C7E919DC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7CC1-17F4-DB3F-4E95-ACC2BCAA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544DC0D-48B1-6320-11A1-0BFE6DFED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81D9B45A-0496-C4F4-62CB-6DCE727E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CB0AB18D-9BF8-AF14-6E18-417966CA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878A9F90-188D-5077-D6A7-F33D0F94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19379113-D821-14A4-A2FC-1D8E29A3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615116-3802-0D18-88F5-4228CC500002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121897-CBA8-89EF-5EBC-D70645D5691B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150785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8EF9D-5291-EACB-BB6F-2E7A768B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D44CCB5-514F-1FCA-00CA-29DF2DB32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B472F684-2AD8-791B-0720-E70E3D6D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C819589-F3CB-B9A6-5958-2A6000FD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57A7F4F8-1C0D-1828-A4B8-53F581604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br>
              <a:rPr lang="en-US" sz="2400" dirty="0"/>
            </a:b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are the inputs, outputs and constraints?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Inputs: </a:t>
            </a:r>
            <a:r>
              <a:rPr lang="en-US" altLang="en-US" sz="2400" dirty="0">
                <a:ea typeface="Roboto"/>
                <a:cs typeface="Courier New" panose="02070309020205020404" pitchFamily="49" charset="0"/>
              </a:rPr>
              <a:t>a number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 k 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= the size of the list,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a list of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numbers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l = 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⟨l</a:t>
            </a:r>
            <a:r>
              <a:rPr lang="en-US" altLang="en-US" sz="2400" baseline="-250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,...,l</a:t>
            </a:r>
            <a:r>
              <a:rPr lang="en-US" altLang="en-US" sz="2400" baseline="-250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k−1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⟩</a:t>
            </a:r>
            <a:endParaRPr lang="en-US" altLang="en-US" sz="2400" b="1" dirty="0">
              <a:solidFill>
                <a:srgbClr val="000000"/>
              </a:solidFill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Output: a number 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Constraints: 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r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is the range (i.e., max-min) of the given numbers</a:t>
            </a:r>
            <a:endParaRPr lang="en-US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6508795D-9C1C-E78B-1764-0EA74038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33B0AD-63AB-0578-0E64-801B9DBF706C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3BD8AD-3270-E013-317B-390E3E46CF21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181618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5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056333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Technique 1: Breaking it down!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one integer </a:t>
            </a:r>
            <a:r>
              <a:rPr lang="en-US" sz="2400" b="1" dirty="0"/>
              <a:t>k</a:t>
            </a:r>
            <a:r>
              <a:rPr lang="en-US" sz="2400" dirty="0"/>
              <a:t>, and k integers </a:t>
            </a:r>
            <a:r>
              <a:rPr lang="en-US" sz="2400" b="1" dirty="0"/>
              <a:t>l</a:t>
            </a:r>
            <a:r>
              <a:rPr lang="en-US" sz="2400" b="1" baseline="-25000" dirty="0"/>
              <a:t>0</a:t>
            </a:r>
            <a:r>
              <a:rPr lang="en-US" sz="2400" b="1" dirty="0"/>
              <a:t>…l</a:t>
            </a:r>
            <a:r>
              <a:rPr lang="en-US" sz="2400" b="1" baseline="-25000" dirty="0"/>
              <a:t>k-1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range </a:t>
            </a:r>
            <a:r>
              <a:rPr lang="en-US" sz="2400" b="1" dirty="0"/>
              <a:t>r</a:t>
            </a:r>
            <a:r>
              <a:rPr lang="en-US" sz="2400" dirty="0"/>
              <a:t> of a list of k numbers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 the range </a:t>
            </a:r>
            <a:r>
              <a:rPr lang="en-US" sz="2400" b="1" dirty="0"/>
              <a:t>r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53886-6D99-2CDF-D068-FDE446A5375D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FD0CE-370B-4186-1283-DCEDAD69DA08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14747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6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solve a new problem?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the </a:t>
            </a:r>
            <a:r>
              <a:rPr lang="en-US" sz="2400" dirty="0">
                <a:solidFill>
                  <a:srgbClr val="0000FF"/>
                </a:solidFill>
              </a:rPr>
              <a:t>range (i.e., max-min)</a:t>
            </a:r>
            <a:r>
              <a:rPr lang="en-US" sz="2400" dirty="0"/>
              <a:t> of a list of k numbers {l</a:t>
            </a:r>
            <a:r>
              <a:rPr lang="en-US" sz="2400" baseline="-25000" dirty="0"/>
              <a:t>0</a:t>
            </a:r>
            <a:r>
              <a:rPr lang="en-US" sz="2400" dirty="0"/>
              <a:t>,…,l</a:t>
            </a:r>
            <a:r>
              <a:rPr lang="en-US" sz="2400" baseline="-25000" dirty="0"/>
              <a:t>k-1</a:t>
            </a:r>
            <a:r>
              <a:rPr lang="en-US" sz="24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36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Technique 2: Borrowing from what we know!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one integer </a:t>
            </a:r>
            <a:r>
              <a:rPr lang="en-US" sz="2400" b="1" dirty="0"/>
              <a:t>k</a:t>
            </a:r>
            <a:r>
              <a:rPr lang="en-US" sz="2400" dirty="0"/>
              <a:t>, and k integers </a:t>
            </a:r>
            <a:r>
              <a:rPr lang="en-US" sz="2400" b="1" dirty="0"/>
              <a:t>l</a:t>
            </a:r>
            <a:r>
              <a:rPr lang="en-US" sz="2400" b="1" baseline="-25000" dirty="0"/>
              <a:t>0</a:t>
            </a:r>
            <a:r>
              <a:rPr lang="en-US" sz="2400" b="1" dirty="0"/>
              <a:t>…l</a:t>
            </a:r>
            <a:r>
              <a:rPr lang="en-US" sz="2400" b="1" baseline="-25000" dirty="0"/>
              <a:t>k-1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input step for </a:t>
            </a:r>
            <a:r>
              <a:rPr lang="en-US" sz="2000" dirty="0" err="1"/>
              <a:t>FindMax</a:t>
            </a:r>
            <a:r>
              <a:rPr lang="en-US" sz="2000" dirty="0"/>
              <a:t> (i.e., input one number, followed by a list of numbers)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 the range </a:t>
            </a:r>
            <a:r>
              <a:rPr lang="en-US" sz="2400" b="1" dirty="0"/>
              <a:t>r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output step for </a:t>
            </a:r>
            <a:r>
              <a:rPr lang="en-US" sz="2000" dirty="0" err="1"/>
              <a:t>FindMax</a:t>
            </a:r>
            <a:r>
              <a:rPr lang="en-US" sz="2000" dirty="0"/>
              <a:t> (i.e., output one number)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06D94-7056-9AD2-EE6C-003C659AC10E}"/>
              </a:ext>
            </a:extLst>
          </p:cNvPr>
          <p:cNvSpPr/>
          <p:nvPr/>
        </p:nvSpPr>
        <p:spPr>
          <a:xfrm>
            <a:off x="1380155" y="2673815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5639C6-E030-743C-F2ED-7847B69FDD84}"/>
              </a:ext>
            </a:extLst>
          </p:cNvPr>
          <p:cNvSpPr/>
          <p:nvPr/>
        </p:nvSpPr>
        <p:spPr>
          <a:xfrm>
            <a:off x="3429000" y="2661186"/>
            <a:ext cx="1210645" cy="4843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Output: </a:t>
            </a:r>
            <a:r>
              <a:rPr lang="en-US" dirty="0">
                <a:solidFill>
                  <a:srgbClr val="0000FF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361565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7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about the Compute step?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: Compute the range of the given list L of k numbers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Need to apply </a:t>
            </a:r>
            <a:r>
              <a:rPr lang="en-US" sz="2400" dirty="0">
                <a:solidFill>
                  <a:srgbClr val="0000FF"/>
                </a:solidFill>
              </a:rPr>
              <a:t>Breaking it down </a:t>
            </a:r>
            <a:r>
              <a:rPr lang="en-US" sz="2400" b="1" dirty="0"/>
              <a:t>again</a:t>
            </a:r>
            <a:r>
              <a:rPr lang="en-US" sz="2400" dirty="0"/>
              <a:t>. But how?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Observation: range = max – min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max and min are the intermediate results we need!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2684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16DD-9C24-09E4-A5AC-5777CD9E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E6635FE-5403-1ACF-9FE2-7FDFF25F3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BE7D1AB4-94D9-5B7B-413A-02FF07CE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9839408A-243E-A0EA-8FCC-27A55016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8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E37B6BC8-2EDA-A433-745D-12C51EA83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Compute the </a:t>
            </a:r>
            <a:r>
              <a:rPr lang="en-US" sz="2800" dirty="0">
                <a:solidFill>
                  <a:srgbClr val="0000FF"/>
                </a:solidFill>
              </a:rPr>
              <a:t>range </a:t>
            </a:r>
            <a:r>
              <a:rPr lang="en-US" sz="2800" dirty="0"/>
              <a:t>r of a list of k numbers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000" dirty="0">
                <a:solidFill>
                  <a:srgbClr val="0000FF"/>
                </a:solidFill>
              </a:rPr>
              <a:t>(Breaking it down…) </a:t>
            </a: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maximum </a:t>
            </a:r>
            <a:r>
              <a:rPr lang="en-US" sz="2400" b="1" dirty="0"/>
              <a:t>m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of a list L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compute step of </a:t>
            </a:r>
            <a:r>
              <a:rPr lang="en-US" sz="2000" dirty="0" err="1"/>
              <a:t>FindMax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0000FF"/>
                </a:solidFill>
              </a:rPr>
              <a:t>Borrowing from what we know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minimum</a:t>
            </a:r>
            <a:r>
              <a:rPr lang="en-US" sz="2400" dirty="0"/>
              <a:t> </a:t>
            </a:r>
            <a:r>
              <a:rPr lang="en-US" sz="2400" b="1" dirty="0"/>
              <a:t>n </a:t>
            </a:r>
            <a:r>
              <a:rPr lang="en-US" sz="2400" dirty="0"/>
              <a:t>of a list L of k numbers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????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range</a:t>
            </a:r>
            <a:r>
              <a:rPr lang="en-US" sz="2400" dirty="0"/>
              <a:t> </a:t>
            </a:r>
            <a:r>
              <a:rPr lang="en-US" sz="2400" b="1" dirty="0"/>
              <a:t>r</a:t>
            </a:r>
            <a:r>
              <a:rPr lang="en-US" sz="2400" dirty="0"/>
              <a:t> as </a:t>
            </a:r>
            <a:r>
              <a:rPr lang="en-US" sz="2400" b="1" dirty="0"/>
              <a:t>m</a:t>
            </a:r>
            <a:r>
              <a:rPr lang="en-US" sz="2400" dirty="0"/>
              <a:t>-</a:t>
            </a:r>
            <a:r>
              <a:rPr lang="en-US" sz="2400" b="1" dirty="0"/>
              <a:t>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Simple Computation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="1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="1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2FB83845-6F74-90EC-37B6-743EA4E8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913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6AFA-89C9-7B01-6230-529E9C31C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B4C3B01-E3CA-B1F3-5331-DDF8A8EFD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DCED3445-95E6-C149-B519-9F61A345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782E461-DAEE-7FEE-F1FA-08F516D2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9</a:t>
            </a:fld>
            <a:endParaRPr dirty="0"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931A9393-8BAD-60C5-27B9-918567407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Technique 3: Wishful thinking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Assume that we have </a:t>
            </a:r>
            <a:r>
              <a:rPr lang="en-US" sz="2400" dirty="0">
                <a:solidFill>
                  <a:srgbClr val="0000FF"/>
                </a:solidFill>
              </a:rPr>
              <a:t>a magic black box</a:t>
            </a:r>
            <a:r>
              <a:rPr lang="en-US" sz="2400" dirty="0"/>
              <a:t> for solving a </a:t>
            </a:r>
            <a:r>
              <a:rPr lang="en-US" sz="2400" dirty="0">
                <a:solidFill>
                  <a:srgbClr val="0000FF"/>
                </a:solidFill>
              </a:rPr>
              <a:t>smaller</a:t>
            </a:r>
            <a:r>
              <a:rPr lang="en-US" sz="2400" dirty="0"/>
              <a:t> problem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i.e., given some inputs, this magic black box produces a value (usually an intermediate result) that we need.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004ECAA8-CF6B-4555-C441-3F642D7B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62041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10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Compute the </a:t>
            </a:r>
            <a:r>
              <a:rPr lang="en-US" sz="2800" dirty="0">
                <a:solidFill>
                  <a:srgbClr val="0000FF"/>
                </a:solidFill>
              </a:rPr>
              <a:t>range </a:t>
            </a:r>
            <a:r>
              <a:rPr lang="en-US" sz="2800" dirty="0"/>
              <a:t>r of a list of k numbers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000" dirty="0">
                <a:solidFill>
                  <a:srgbClr val="0000FF"/>
                </a:solidFill>
              </a:rPr>
              <a:t>(Breaking it down…)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maximum </a:t>
            </a:r>
            <a:r>
              <a:rPr lang="en-US" sz="2400" b="1" dirty="0"/>
              <a:t>m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of a list L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Same as the compute step of </a:t>
            </a:r>
            <a:r>
              <a:rPr lang="en-US" sz="2000" dirty="0" err="1"/>
              <a:t>FindMax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0000FF"/>
                </a:solidFill>
              </a:rPr>
              <a:t>Borrowing from what we know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minimum</a:t>
            </a:r>
            <a:r>
              <a:rPr lang="en-US" sz="2400" dirty="0"/>
              <a:t> </a:t>
            </a:r>
            <a:r>
              <a:rPr lang="en-US" sz="2400" b="1" dirty="0"/>
              <a:t>n </a:t>
            </a:r>
            <a:r>
              <a:rPr lang="en-US" sz="2400" dirty="0"/>
              <a:t>of a list L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Assume we have it. (</a:t>
            </a:r>
            <a:r>
              <a:rPr lang="en-US" sz="2000" dirty="0">
                <a:solidFill>
                  <a:srgbClr val="0000FF"/>
                </a:solidFill>
              </a:rPr>
              <a:t>Wishful thinking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Compute the </a:t>
            </a:r>
            <a:r>
              <a:rPr lang="en-US" sz="2400" dirty="0">
                <a:solidFill>
                  <a:srgbClr val="0000FF"/>
                </a:solidFill>
              </a:rPr>
              <a:t>range</a:t>
            </a:r>
            <a:r>
              <a:rPr lang="en-US" sz="2400" dirty="0"/>
              <a:t> </a:t>
            </a:r>
            <a:r>
              <a:rPr lang="en-US" sz="2400" b="1" dirty="0"/>
              <a:t>r</a:t>
            </a:r>
            <a:r>
              <a:rPr lang="en-US" sz="2400" dirty="0"/>
              <a:t> as </a:t>
            </a:r>
            <a:r>
              <a:rPr lang="en-US" sz="2400" b="1" dirty="0"/>
              <a:t>m</a:t>
            </a:r>
            <a:r>
              <a:rPr lang="en-US" sz="2400" dirty="0"/>
              <a:t>-</a:t>
            </a:r>
            <a:r>
              <a:rPr lang="en-US" sz="2400" b="1" dirty="0"/>
              <a:t>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Simple Computation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="1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22478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11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Find the</a:t>
            </a:r>
            <a:r>
              <a:rPr lang="en-US" sz="2800" dirty="0">
                <a:solidFill>
                  <a:srgbClr val="0000FF"/>
                </a:solidFill>
              </a:rPr>
              <a:t> range (i.e., max-min)</a:t>
            </a:r>
            <a:r>
              <a:rPr lang="en-US" sz="2800" dirty="0"/>
              <a:t> of a list of numbers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one integer </a:t>
            </a:r>
            <a:r>
              <a:rPr lang="en-US" sz="2400" b="1" dirty="0"/>
              <a:t>k</a:t>
            </a:r>
            <a:r>
              <a:rPr lang="en-US" sz="2400" dirty="0"/>
              <a:t>, and k integers </a:t>
            </a:r>
            <a:r>
              <a:rPr lang="en-US" sz="2400" b="1" dirty="0"/>
              <a:t>l</a:t>
            </a:r>
            <a:r>
              <a:rPr lang="en-US" sz="2400" b="1" baseline="-25000" dirty="0"/>
              <a:t>0</a:t>
            </a:r>
            <a:r>
              <a:rPr lang="en-US" sz="2400" b="1" dirty="0"/>
              <a:t>…l</a:t>
            </a:r>
            <a:r>
              <a:rPr lang="en-US" sz="2400" b="1" baseline="-25000" dirty="0"/>
              <a:t>k-1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0000FF"/>
                </a:solidFill>
              </a:rPr>
              <a:t>range </a:t>
            </a:r>
            <a:r>
              <a:rPr lang="en-US" sz="2400" dirty="0"/>
              <a:t>r of a list of k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maximum </a:t>
            </a:r>
            <a:r>
              <a:rPr lang="en-US" sz="2000" b="1" dirty="0"/>
              <a:t>m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of a list L of </a:t>
            </a:r>
            <a:r>
              <a:rPr lang="en-US" sz="2000" b="1" dirty="0"/>
              <a:t>k</a:t>
            </a:r>
            <a:r>
              <a:rPr lang="en-US" sz="2000" dirty="0"/>
              <a:t> numbers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minimum</a:t>
            </a:r>
            <a:r>
              <a:rPr lang="en-US" sz="2000" dirty="0"/>
              <a:t> </a:t>
            </a:r>
            <a:r>
              <a:rPr lang="en-US" sz="2000" b="1" dirty="0"/>
              <a:t>n</a:t>
            </a:r>
            <a:r>
              <a:rPr lang="en-US" sz="2000" dirty="0"/>
              <a:t> of a list L of </a:t>
            </a:r>
            <a:r>
              <a:rPr lang="en-US" sz="2000" b="1" dirty="0"/>
              <a:t>k</a:t>
            </a:r>
            <a:r>
              <a:rPr lang="en-US" sz="2000" dirty="0"/>
              <a:t> numbers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dirty="0">
                <a:solidFill>
                  <a:srgbClr val="0000FF"/>
                </a:solidFill>
              </a:rPr>
              <a:t>range</a:t>
            </a:r>
            <a:r>
              <a:rPr lang="en-US" sz="2000" dirty="0"/>
              <a:t> </a:t>
            </a:r>
            <a:r>
              <a:rPr lang="en-US" sz="2000" b="1" dirty="0"/>
              <a:t>r</a:t>
            </a:r>
            <a:r>
              <a:rPr lang="en-US" sz="2000" dirty="0"/>
              <a:t> as </a:t>
            </a:r>
            <a:r>
              <a:rPr lang="en-US" sz="2000" b="1" dirty="0"/>
              <a:t>m</a:t>
            </a:r>
            <a:r>
              <a:rPr lang="en-US" sz="2000" dirty="0"/>
              <a:t>-</a:t>
            </a:r>
            <a:r>
              <a:rPr lang="en-US" sz="2000" b="1" dirty="0"/>
              <a:t>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: Print the range</a:t>
            </a:r>
            <a:r>
              <a:rPr lang="en-US" sz="2400" b="1" dirty="0"/>
              <a:t> r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85887" y="4630048"/>
            <a:ext cx="5922687" cy="4381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543800" y="4529328"/>
            <a:ext cx="1119188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real problem!</a:t>
            </a:r>
          </a:p>
        </p:txBody>
      </p:sp>
    </p:spTree>
    <p:extLst>
      <p:ext uri="{BB962C8B-B14F-4D97-AF65-F5344CB8AC3E}">
        <p14:creationId xmlns:p14="http://schemas.microsoft.com/office/powerpoint/2010/main" val="254450679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Functions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12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magic black box (a.k.a. a </a:t>
            </a:r>
            <a:r>
              <a:rPr lang="en-US" sz="2800" dirty="0">
                <a:solidFill>
                  <a:srgbClr val="0000FF"/>
                </a:solidFill>
              </a:rPr>
              <a:t>Function</a:t>
            </a:r>
            <a:r>
              <a:rPr lang="en-US" sz="28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Given some inputs, it produces a value that we need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Where to find it?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Provided by the standard C library or other libraries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</a:t>
            </a:r>
            <a:r>
              <a:rPr lang="en-US" sz="2400" dirty="0" err="1"/>
              <a:t>sqrt</a:t>
            </a:r>
            <a:r>
              <a:rPr lang="en-US" sz="2400" dirty="0"/>
              <a:t>(x) computes the square root of x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Written by you!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modify the algorithm of </a:t>
            </a:r>
            <a:r>
              <a:rPr lang="en-US" sz="2400" dirty="0" err="1"/>
              <a:t>FindMax</a:t>
            </a:r>
            <a:r>
              <a:rPr lang="en-US" sz="2400" dirty="0"/>
              <a:t> so that it finds the minimum instead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01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13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</a:t>
            </a:r>
            <a:r>
              <a:rPr lang="en-US" sz="2400" dirty="0">
                <a:solidFill>
                  <a:srgbClr val="0000FF"/>
                </a:solidFill>
              </a:rPr>
              <a:t> standard deviation</a:t>
            </a:r>
            <a:r>
              <a:rPr lang="en-US" sz="2400" dirty="0"/>
              <a:t> of a list of numbers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l-GR" sz="2400" i="1" dirty="0"/>
              <a:t>μ</a:t>
            </a:r>
            <a:r>
              <a:rPr lang="en-US" sz="2400" dirty="0"/>
              <a:t>: mean (L,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L': subtract (L, k, </a:t>
            </a:r>
            <a:r>
              <a:rPr lang="el-GR" sz="2400" i="1" dirty="0"/>
              <a:t>μ</a:t>
            </a:r>
            <a:r>
              <a:rPr lang="en-US" sz="2400" i="1" dirty="0"/>
              <a:t>)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L'': square (L',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l-GR" sz="2400" i="1" dirty="0"/>
              <a:t>μ</a:t>
            </a:r>
            <a:r>
              <a:rPr lang="en-US" sz="2400" i="1" dirty="0"/>
              <a:t>''</a:t>
            </a:r>
            <a:r>
              <a:rPr lang="en-US" sz="2400" dirty="0"/>
              <a:t>:</a:t>
            </a:r>
            <a:r>
              <a:rPr lang="en-US" sz="2400" i="1" dirty="0"/>
              <a:t> </a:t>
            </a:r>
            <a:r>
              <a:rPr lang="en-US" sz="2400" dirty="0"/>
              <a:t>mean (L'',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i="1" dirty="0"/>
              <a:t>result:</a:t>
            </a:r>
            <a:r>
              <a:rPr lang="en-US" sz="2400" dirty="0"/>
              <a:t> </a:t>
            </a:r>
            <a:r>
              <a:rPr lang="en-US" sz="2400" dirty="0" err="1"/>
              <a:t>sqrt</a:t>
            </a:r>
            <a:r>
              <a:rPr lang="en-US" sz="2400" dirty="0"/>
              <a:t> </a:t>
            </a:r>
            <a:r>
              <a:rPr lang="en-US" sz="2400" i="1" dirty="0"/>
              <a:t>(</a:t>
            </a:r>
            <a:r>
              <a:rPr lang="el-GR" sz="2400" i="1" dirty="0"/>
              <a:t>μ</a:t>
            </a:r>
            <a:r>
              <a:rPr lang="en-US" sz="2400" i="1" dirty="0"/>
              <a:t>'')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263" y="2101830"/>
            <a:ext cx="2665936" cy="11172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2356" y="3286204"/>
            <a:ext cx="4503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say k = </a:t>
            </a:r>
            <a:r>
              <a:rPr lang="en-US" sz="2400" dirty="0">
                <a:solidFill>
                  <a:srgbClr val="0000FF"/>
                </a:solidFill>
              </a:rPr>
              <a:t>5</a:t>
            </a:r>
            <a:r>
              <a:rPr lang="en-US" sz="2400" dirty="0"/>
              <a:t>, L = {</a:t>
            </a:r>
            <a:r>
              <a:rPr lang="en-US" sz="2400" dirty="0">
                <a:solidFill>
                  <a:srgbClr val="0000FF"/>
                </a:solidFill>
              </a:rPr>
              <a:t>1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3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5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7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00FF"/>
                </a:solidFill>
              </a:rPr>
              <a:t>9</a:t>
            </a:r>
            <a:r>
              <a:rPr lang="en-US" sz="2400" dirty="0"/>
              <a:t>}, 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22355" y="3750782"/>
            <a:ext cx="4503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i="1" dirty="0"/>
              <a:t>μ</a:t>
            </a:r>
            <a:r>
              <a:rPr lang="en-US" sz="2400" i="1" dirty="0"/>
              <a:t> = 5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122354" y="4281090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subtract (L, k, </a:t>
            </a:r>
            <a:r>
              <a:rPr lang="el-GR" sz="2400" dirty="0"/>
              <a:t>μ</a:t>
            </a:r>
            <a:r>
              <a:rPr lang="en-US" sz="2400" dirty="0"/>
              <a:t>) = {-4, -2, 0, 2 ,4}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2354" y="4815557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square (L', k) = {16, 4, 0, 4,16}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2354" y="5320892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i="1" dirty="0"/>
              <a:t>μ</a:t>
            </a:r>
            <a:r>
              <a:rPr lang="en-US" sz="2400" i="1" dirty="0"/>
              <a:t>''</a:t>
            </a:r>
            <a:r>
              <a:rPr lang="en-US" sz="2400" dirty="0"/>
              <a:t> = mean (L'', k) =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9911" y="5844243"/>
            <a:ext cx="4711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sqrt</a:t>
            </a:r>
            <a:r>
              <a:rPr lang="en-US" sz="2400" dirty="0"/>
              <a:t> (</a:t>
            </a:r>
            <a:r>
              <a:rPr lang="el-GR" sz="2400" i="1" dirty="0"/>
              <a:t>μ</a:t>
            </a:r>
            <a:r>
              <a:rPr lang="en-US" sz="2400" i="1" dirty="0"/>
              <a:t>''</a:t>
            </a:r>
            <a:r>
              <a:rPr lang="en-US" sz="2400" dirty="0"/>
              <a:t>) = 2.83</a:t>
            </a:r>
          </a:p>
        </p:txBody>
      </p:sp>
    </p:spTree>
    <p:extLst>
      <p:ext uri="{BB962C8B-B14F-4D97-AF65-F5344CB8AC3E}">
        <p14:creationId xmlns:p14="http://schemas.microsoft.com/office/powerpoint/2010/main" val="42658789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14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</a:t>
            </a:r>
            <a:r>
              <a:rPr lang="en-US" sz="2400" dirty="0">
                <a:solidFill>
                  <a:srgbClr val="0000FF"/>
                </a:solidFill>
              </a:rPr>
              <a:t> standard deviation</a:t>
            </a:r>
            <a:r>
              <a:rPr lang="en-US" sz="2400" dirty="0"/>
              <a:t> of a list L of k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i="1"/>
              <a:t>result: </a:t>
            </a:r>
            <a:r>
              <a:rPr lang="en-US" sz="2400" i="1" dirty="0"/>
              <a:t>sqrt ( mean ( square ( subtract (L, k, mean (L, k)), k),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i="1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Reuse of functions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 function, once defined, can be reused any number of times!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No need to reinvent the wheel every time!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7015" y="4436266"/>
            <a:ext cx="2238769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mean is used twice!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294863" y="4216820"/>
            <a:ext cx="1042869" cy="4156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635067" y="4190348"/>
            <a:ext cx="702804" cy="43058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263" y="2101830"/>
            <a:ext cx="2665936" cy="111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2561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15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</a:t>
            </a:r>
            <a:r>
              <a:rPr lang="en-US" sz="2400" dirty="0">
                <a:solidFill>
                  <a:srgbClr val="0000FF"/>
                </a:solidFill>
              </a:rPr>
              <a:t> standard deviation</a:t>
            </a:r>
            <a:r>
              <a:rPr lang="en-US" sz="2400" dirty="0"/>
              <a:t> of a list L of k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i="1" dirty="0"/>
              <a:t>result: </a:t>
            </a:r>
            <a:r>
              <a:rPr lang="en-US" sz="2400" i="1" dirty="0" err="1"/>
              <a:t>sqrt</a:t>
            </a:r>
            <a:r>
              <a:rPr lang="en-US" sz="2400" i="1" dirty="0"/>
              <a:t> ( mean ( square ( subtract (L, k, mean (L, k)), k), k)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i="1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Function calling </a:t>
            </a:r>
            <a:r>
              <a:rPr lang="en-US" sz="2400" b="1" dirty="0">
                <a:solidFill>
                  <a:srgbClr val="0000FF"/>
                </a:solidFill>
              </a:rPr>
              <a:t>other</a:t>
            </a:r>
            <a:r>
              <a:rPr lang="en-US" sz="2400" dirty="0">
                <a:solidFill>
                  <a:srgbClr val="0000FF"/>
                </a:solidFill>
              </a:rPr>
              <a:t> functions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If we treat this computation as a </a:t>
            </a:r>
            <a:r>
              <a:rPr lang="en-US" sz="2000" dirty="0">
                <a:solidFill>
                  <a:srgbClr val="0000FF"/>
                </a:solidFill>
              </a:rPr>
              <a:t>function</a:t>
            </a:r>
            <a:r>
              <a:rPr lang="en-US" sz="2000" dirty="0"/>
              <a:t> </a:t>
            </a:r>
            <a:r>
              <a:rPr lang="en-US" sz="2000" i="1" dirty="0" err="1"/>
              <a:t>stddev</a:t>
            </a:r>
            <a:r>
              <a:rPr lang="en-US" sz="2000" i="1" dirty="0"/>
              <a:t> (L, k)</a:t>
            </a:r>
            <a:r>
              <a:rPr lang="en-US" sz="2000" dirty="0"/>
              <a:t>, it calls </a:t>
            </a:r>
            <a:r>
              <a:rPr lang="en-US" sz="2000" i="1" dirty="0" err="1"/>
              <a:t>sqrt</a:t>
            </a:r>
            <a:r>
              <a:rPr lang="en-US" sz="2000" dirty="0"/>
              <a:t>, </a:t>
            </a:r>
            <a:r>
              <a:rPr lang="en-US" sz="2000" i="1" dirty="0"/>
              <a:t>mean</a:t>
            </a:r>
            <a:r>
              <a:rPr lang="en-US" sz="2000" dirty="0"/>
              <a:t>, </a:t>
            </a:r>
            <a:r>
              <a:rPr lang="en-US" sz="2000" i="1" dirty="0"/>
              <a:t>square</a:t>
            </a:r>
            <a:r>
              <a:rPr lang="en-US" sz="2000" dirty="0"/>
              <a:t> and </a:t>
            </a:r>
            <a:r>
              <a:rPr lang="en-US" sz="2000" i="1" dirty="0"/>
              <a:t>subtract </a:t>
            </a:r>
            <a:r>
              <a:rPr lang="en-US" sz="2000" dirty="0"/>
              <a:t>to complete the computation.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263" y="2101830"/>
            <a:ext cx="2665936" cy="111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6554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A Simple “Drawing” Problem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16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595710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Draw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rocket ship </a:t>
            </a:r>
            <a:r>
              <a:rPr lang="en-US" sz="2000" dirty="0"/>
              <a:t>(which is a triangle over a rectangle over an inverted V),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male stick figure </a:t>
            </a:r>
            <a:r>
              <a:rPr lang="en-US" sz="2000" dirty="0"/>
              <a:t>(a circle over a rectangle over an inverted V), and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female stick figure </a:t>
            </a:r>
            <a:r>
              <a:rPr lang="en-US" sz="2000" dirty="0"/>
              <a:t>(a circle over a triangle over an inverted V)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7303037" y="1171575"/>
            <a:ext cx="1498349" cy="5515563"/>
            <a:chOff x="6349066" y="1359412"/>
            <a:chExt cx="1499091" cy="5515978"/>
          </a:xfrm>
        </p:grpSpPr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51709" y="1412510"/>
              <a:ext cx="664111" cy="1722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49066" y="3154299"/>
              <a:ext cx="666754" cy="1785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351704" y="4964528"/>
              <a:ext cx="664116" cy="1910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6942259" y="1359412"/>
              <a:ext cx="82061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 dirty="0"/>
                <a:t>rocket</a:t>
              </a:r>
              <a:endParaRPr lang="en-SG" sz="1600" i="1" dirty="0"/>
            </a:p>
          </p:txBody>
        </p:sp>
        <p:sp>
          <p:nvSpPr>
            <p:cNvPr id="13" name="TextBox 12"/>
            <p:cNvSpPr txBox="1">
              <a:spLocks noChangeArrowheads="1"/>
            </p:cNvSpPr>
            <p:nvPr/>
          </p:nvSpPr>
          <p:spPr bwMode="auto">
            <a:xfrm>
              <a:off x="6883643" y="3101143"/>
              <a:ext cx="8792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 dirty="0"/>
                <a:t>male</a:t>
              </a:r>
              <a:endParaRPr lang="en-SG" sz="1600" i="1" dirty="0"/>
            </a:p>
          </p:txBody>
        </p:sp>
        <p:sp>
          <p:nvSpPr>
            <p:cNvPr id="14" name="TextBox 13"/>
            <p:cNvSpPr txBox="1">
              <a:spLocks noChangeArrowheads="1"/>
            </p:cNvSpPr>
            <p:nvPr/>
          </p:nvSpPr>
          <p:spPr bwMode="auto">
            <a:xfrm>
              <a:off x="7015820" y="4915228"/>
              <a:ext cx="83233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 dirty="0"/>
                <a:t>female</a:t>
              </a:r>
              <a:endParaRPr lang="en-SG" sz="1600" i="1" dirty="0"/>
            </a:p>
          </p:txBody>
        </p:sp>
      </p:grp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82209" y="4727125"/>
            <a:ext cx="5775325" cy="109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indent="-352425">
              <a:spcBef>
                <a:spcPts val="12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GB" sz="2000" kern="0" dirty="0">
              <a:latin typeface="+mn-lt"/>
              <a:cs typeface="+mn-cs"/>
            </a:endParaRPr>
          </a:p>
        </p:txBody>
      </p:sp>
      <p:sp>
        <p:nvSpPr>
          <p:cNvPr id="17" name="HighlightTextShape201406241503265130"/>
          <p:cNvSpPr>
            <a:spLocks noChangeArrowheads="1"/>
          </p:cNvSpPr>
          <p:nvPr/>
        </p:nvSpPr>
        <p:spPr bwMode="auto">
          <a:xfrm>
            <a:off x="582209" y="4163016"/>
            <a:ext cx="5957106" cy="1999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Analysis: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No particular input / compute needed.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Just draw the needed 3 figures: 1 magic box for </a:t>
            </a:r>
            <a:r>
              <a:rPr lang="en-US" sz="2000"/>
              <a:t>each figure.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There are common shapes shared by the 3 figures: 1 magic box for each shape.</a:t>
            </a:r>
          </a:p>
        </p:txBody>
      </p:sp>
    </p:spTree>
    <p:extLst>
      <p:ext uri="{BB962C8B-B14F-4D97-AF65-F5344CB8AC3E}">
        <p14:creationId xmlns:p14="http://schemas.microsoft.com/office/powerpoint/2010/main" val="24421935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A Simple “Drawing” Problem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17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582209" y="4816025"/>
            <a:ext cx="5775325" cy="109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2425" indent="-352425">
              <a:spcBef>
                <a:spcPts val="12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GB" sz="2000" kern="0" dirty="0">
              <a:latin typeface="+mn-lt"/>
              <a:cs typeface="+mn-cs"/>
            </a:endParaRPr>
          </a:p>
        </p:txBody>
      </p:sp>
      <p:sp>
        <p:nvSpPr>
          <p:cNvPr id="18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595710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Draw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rocket ship </a:t>
            </a:r>
            <a:r>
              <a:rPr lang="en-US" sz="2000" dirty="0"/>
              <a:t>(which is a triangle over a rectangle over an inverted V),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male stick figure </a:t>
            </a:r>
            <a:r>
              <a:rPr lang="en-US" sz="2000" dirty="0"/>
              <a:t>(a circle over a rectangle over an inverted V), and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b="1" dirty="0"/>
              <a:t>a female stick figure </a:t>
            </a:r>
            <a:r>
              <a:rPr lang="en-US" sz="2000" dirty="0"/>
              <a:t>(a circle over a triangle over an inverted V)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9" name="HighlightTextShape201406241503265130"/>
          <p:cNvSpPr>
            <a:spLocks noChangeArrowheads="1"/>
          </p:cNvSpPr>
          <p:nvPr/>
        </p:nvSpPr>
        <p:spPr bwMode="auto">
          <a:xfrm>
            <a:off x="580219" y="4159183"/>
            <a:ext cx="595710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Design: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  <p:grpSp>
        <p:nvGrpSpPr>
          <p:cNvPr id="20" name="Group 14"/>
          <p:cNvGrpSpPr>
            <a:grpSpLocks/>
          </p:cNvGrpSpPr>
          <p:nvPr/>
        </p:nvGrpSpPr>
        <p:grpSpPr bwMode="auto">
          <a:xfrm>
            <a:off x="7508056" y="1157478"/>
            <a:ext cx="1302562" cy="3929462"/>
            <a:chOff x="6349066" y="1330834"/>
            <a:chExt cx="1841533" cy="5553048"/>
          </a:xfrm>
        </p:grpSpPr>
        <p:pic>
          <p:nvPicPr>
            <p:cNvPr id="21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51709" y="1412510"/>
              <a:ext cx="664111" cy="17227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2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349066" y="3164447"/>
              <a:ext cx="666754" cy="17855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351704" y="4973020"/>
              <a:ext cx="664116" cy="1910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6942257" y="1330834"/>
              <a:ext cx="1181011" cy="478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rocket</a:t>
              </a:r>
              <a:endParaRPr lang="en-SG" sz="1600" i="1" dirty="0"/>
            </a:p>
          </p:txBody>
        </p:sp>
        <p:sp>
          <p:nvSpPr>
            <p:cNvPr id="25" name="TextBox 24"/>
            <p:cNvSpPr txBox="1">
              <a:spLocks noChangeArrowheads="1"/>
            </p:cNvSpPr>
            <p:nvPr/>
          </p:nvSpPr>
          <p:spPr bwMode="auto">
            <a:xfrm>
              <a:off x="6950973" y="3167824"/>
              <a:ext cx="997353" cy="478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male</a:t>
              </a:r>
              <a:endParaRPr lang="en-SG" sz="1600" i="1" dirty="0"/>
            </a:p>
          </p:txBody>
        </p: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6961955" y="4915229"/>
              <a:ext cx="1228644" cy="478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female</a:t>
              </a:r>
              <a:endParaRPr lang="en-SG" sz="1600" i="1" dirty="0"/>
            </a:p>
          </p:txBody>
        </p:sp>
      </p:grpSp>
      <p:sp>
        <p:nvSpPr>
          <p:cNvPr id="37" name="Freeform 36"/>
          <p:cNvSpPr/>
          <p:nvPr/>
        </p:nvSpPr>
        <p:spPr>
          <a:xfrm>
            <a:off x="4312673" y="4830732"/>
            <a:ext cx="795679" cy="397839"/>
          </a:xfrm>
          <a:custGeom>
            <a:avLst/>
            <a:gdLst>
              <a:gd name="connsiteX0" fmla="*/ 0 w 795679"/>
              <a:gd name="connsiteY0" fmla="*/ 0 h 397839"/>
              <a:gd name="connsiteX1" fmla="*/ 795679 w 795679"/>
              <a:gd name="connsiteY1" fmla="*/ 0 h 397839"/>
              <a:gd name="connsiteX2" fmla="*/ 795679 w 795679"/>
              <a:gd name="connsiteY2" fmla="*/ 397839 h 397839"/>
              <a:gd name="connsiteX3" fmla="*/ 0 w 795679"/>
              <a:gd name="connsiteY3" fmla="*/ 397839 h 397839"/>
              <a:gd name="connsiteX4" fmla="*/ 0 w 795679"/>
              <a:gd name="connsiteY4" fmla="*/ 0 h 397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5679" h="397839">
                <a:moveTo>
                  <a:pt x="0" y="0"/>
                </a:moveTo>
                <a:lnTo>
                  <a:pt x="795679" y="0"/>
                </a:lnTo>
                <a:lnTo>
                  <a:pt x="795679" y="397839"/>
                </a:lnTo>
                <a:lnTo>
                  <a:pt x="0" y="397839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6350" tIns="6350" rIns="6350" bIns="6350" numCol="1" spcCol="1270" anchor="ctr" anchorCtr="0">
            <a:noAutofit/>
          </a:bodyPr>
          <a:lstStyle/>
          <a:p>
            <a:pPr lvl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dirty="0"/>
              <a:t>Draw 3 Figures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1424358" y="5228572"/>
            <a:ext cx="6572309" cy="564931"/>
            <a:chOff x="1424358" y="5228572"/>
            <a:chExt cx="6572309" cy="564931"/>
          </a:xfrm>
        </p:grpSpPr>
        <p:sp>
          <p:nvSpPr>
            <p:cNvPr id="32" name="Freeform 31"/>
            <p:cNvSpPr/>
            <p:nvPr/>
          </p:nvSpPr>
          <p:spPr>
            <a:xfrm>
              <a:off x="4664793" y="5228572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1424358" y="5228572"/>
              <a:ext cx="6572309" cy="564931"/>
              <a:chOff x="1424358" y="5228572"/>
              <a:chExt cx="6572309" cy="564931"/>
            </a:xfrm>
          </p:grpSpPr>
          <p:sp>
            <p:nvSpPr>
              <p:cNvPr id="28" name="Freeform 27"/>
              <p:cNvSpPr/>
              <p:nvPr/>
            </p:nvSpPr>
            <p:spPr>
              <a:xfrm>
                <a:off x="4710513" y="5228572"/>
                <a:ext cx="2888315" cy="167092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83546"/>
                    </a:lnTo>
                    <a:lnTo>
                      <a:pt x="2888315" y="83546"/>
                    </a:lnTo>
                    <a:lnTo>
                      <a:pt x="2888315" y="167092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6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SG"/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1822198" y="5228572"/>
                <a:ext cx="2888315" cy="167092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2888315" y="0"/>
                    </a:moveTo>
                    <a:lnTo>
                      <a:pt x="2888315" y="83546"/>
                    </a:lnTo>
                    <a:lnTo>
                      <a:pt x="0" y="83546"/>
                    </a:lnTo>
                    <a:lnTo>
                      <a:pt x="0" y="167092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60000"/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1424358" y="5395664"/>
                <a:ext cx="795679" cy="397839"/>
              </a:xfrm>
              <a:custGeom>
                <a:avLst/>
                <a:gdLst>
                  <a:gd name="connsiteX0" fmla="*/ 0 w 795679"/>
                  <a:gd name="connsiteY0" fmla="*/ 0 h 397839"/>
                  <a:gd name="connsiteX1" fmla="*/ 795679 w 795679"/>
                  <a:gd name="connsiteY1" fmla="*/ 0 h 397839"/>
                  <a:gd name="connsiteX2" fmla="*/ 795679 w 795679"/>
                  <a:gd name="connsiteY2" fmla="*/ 397839 h 397839"/>
                  <a:gd name="connsiteX3" fmla="*/ 0 w 795679"/>
                  <a:gd name="connsiteY3" fmla="*/ 397839 h 397839"/>
                  <a:gd name="connsiteX4" fmla="*/ 0 w 795679"/>
                  <a:gd name="connsiteY4" fmla="*/ 0 h 39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5679" h="397839">
                    <a:moveTo>
                      <a:pt x="0" y="0"/>
                    </a:moveTo>
                    <a:lnTo>
                      <a:pt x="795679" y="0"/>
                    </a:lnTo>
                    <a:lnTo>
                      <a:pt x="795679" y="397839"/>
                    </a:lnTo>
                    <a:lnTo>
                      <a:pt x="0" y="397839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00" kern="1200" dirty="0"/>
                  <a:t>Draw Rocket Ship</a:t>
                </a:r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4312673" y="5395664"/>
                <a:ext cx="795679" cy="397839"/>
              </a:xfrm>
              <a:custGeom>
                <a:avLst/>
                <a:gdLst>
                  <a:gd name="connsiteX0" fmla="*/ 0 w 795679"/>
                  <a:gd name="connsiteY0" fmla="*/ 0 h 397839"/>
                  <a:gd name="connsiteX1" fmla="*/ 795679 w 795679"/>
                  <a:gd name="connsiteY1" fmla="*/ 0 h 397839"/>
                  <a:gd name="connsiteX2" fmla="*/ 795679 w 795679"/>
                  <a:gd name="connsiteY2" fmla="*/ 397839 h 397839"/>
                  <a:gd name="connsiteX3" fmla="*/ 0 w 795679"/>
                  <a:gd name="connsiteY3" fmla="*/ 397839 h 397839"/>
                  <a:gd name="connsiteX4" fmla="*/ 0 w 795679"/>
                  <a:gd name="connsiteY4" fmla="*/ 0 h 39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5679" h="397839">
                    <a:moveTo>
                      <a:pt x="0" y="0"/>
                    </a:moveTo>
                    <a:lnTo>
                      <a:pt x="795679" y="0"/>
                    </a:lnTo>
                    <a:lnTo>
                      <a:pt x="795679" y="397839"/>
                    </a:lnTo>
                    <a:lnTo>
                      <a:pt x="0" y="397839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00" kern="1200" dirty="0"/>
                  <a:t>Draw Male Stick Figure</a:t>
                </a:r>
              </a:p>
            </p:txBody>
          </p:sp>
          <p:sp>
            <p:nvSpPr>
              <p:cNvPr id="47" name="Freeform 46"/>
              <p:cNvSpPr/>
              <p:nvPr/>
            </p:nvSpPr>
            <p:spPr>
              <a:xfrm>
                <a:off x="7200988" y="5395664"/>
                <a:ext cx="795679" cy="397839"/>
              </a:xfrm>
              <a:custGeom>
                <a:avLst/>
                <a:gdLst>
                  <a:gd name="connsiteX0" fmla="*/ 0 w 795679"/>
                  <a:gd name="connsiteY0" fmla="*/ 0 h 397839"/>
                  <a:gd name="connsiteX1" fmla="*/ 795679 w 795679"/>
                  <a:gd name="connsiteY1" fmla="*/ 0 h 397839"/>
                  <a:gd name="connsiteX2" fmla="*/ 795679 w 795679"/>
                  <a:gd name="connsiteY2" fmla="*/ 397839 h 397839"/>
                  <a:gd name="connsiteX3" fmla="*/ 0 w 795679"/>
                  <a:gd name="connsiteY3" fmla="*/ 397839 h 397839"/>
                  <a:gd name="connsiteX4" fmla="*/ 0 w 795679"/>
                  <a:gd name="connsiteY4" fmla="*/ 0 h 397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5679" h="397839">
                    <a:moveTo>
                      <a:pt x="0" y="0"/>
                    </a:moveTo>
                    <a:lnTo>
                      <a:pt x="795679" y="0"/>
                    </a:lnTo>
                    <a:lnTo>
                      <a:pt x="795679" y="397839"/>
                    </a:lnTo>
                    <a:lnTo>
                      <a:pt x="0" y="397839"/>
                    </a:lnTo>
                    <a:lnTo>
                      <a:pt x="0" y="0"/>
                    </a:lnTo>
                    <a:close/>
                  </a:path>
                </a:pathLst>
              </a:custGeom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6350" tIns="6350" rIns="6350" bIns="6350" numCol="1" spcCol="1270" anchor="ctr" anchorCtr="0">
                <a:noAutofit/>
              </a:bodyPr>
              <a:lstStyle/>
              <a:p>
                <a:pPr lvl="0" algn="ctr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00" kern="1200" dirty="0"/>
                  <a:t>Draw Female Stick Figure</a:t>
                </a:r>
                <a:endParaRPr lang="en-US" sz="1000" kern="12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53" name="Group 52"/>
          <p:cNvGrpSpPr/>
          <p:nvPr/>
        </p:nvGrpSpPr>
        <p:grpSpPr>
          <a:xfrm>
            <a:off x="461587" y="5793504"/>
            <a:ext cx="2721222" cy="564931"/>
            <a:chOff x="461587" y="5793504"/>
            <a:chExt cx="2721222" cy="564931"/>
          </a:xfrm>
        </p:grpSpPr>
        <p:sp>
          <p:nvSpPr>
            <p:cNvPr id="33" name="Freeform 32"/>
            <p:cNvSpPr/>
            <p:nvPr/>
          </p:nvSpPr>
          <p:spPr>
            <a:xfrm>
              <a:off x="1822198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3546"/>
                  </a:lnTo>
                  <a:lnTo>
                    <a:pt x="962771" y="83546"/>
                  </a:lnTo>
                  <a:lnTo>
                    <a:pt x="962771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776478" y="5793504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59426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962771" y="0"/>
                  </a:moveTo>
                  <a:lnTo>
                    <a:pt x="962771" y="83546"/>
                  </a:lnTo>
                  <a:lnTo>
                    <a:pt x="0" y="83546"/>
                  </a:lnTo>
                  <a:lnTo>
                    <a:pt x="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461587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6DCAC"/>
                </a:gs>
                <a:gs pos="12000">
                  <a:srgbClr val="E6D78A"/>
                </a:gs>
                <a:gs pos="30000">
                  <a:srgbClr val="C7AC4C"/>
                </a:gs>
                <a:gs pos="45000">
                  <a:srgbClr val="E6D78A"/>
                </a:gs>
                <a:gs pos="77000">
                  <a:srgbClr val="C7AC4C"/>
                </a:gs>
                <a:gs pos="100000">
                  <a:srgbClr val="E6DCAC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Triangle</a:t>
              </a:r>
            </a:p>
          </p:txBody>
        </p:sp>
        <p:sp>
          <p:nvSpPr>
            <p:cNvPr id="40" name="Freeform 39"/>
            <p:cNvSpPr/>
            <p:nvPr/>
          </p:nvSpPr>
          <p:spPr>
            <a:xfrm>
              <a:off x="1424358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Rectangle</a:t>
              </a:r>
            </a:p>
          </p:txBody>
        </p:sp>
        <p:sp>
          <p:nvSpPr>
            <p:cNvPr id="41" name="Freeform 40"/>
            <p:cNvSpPr/>
            <p:nvPr/>
          </p:nvSpPr>
          <p:spPr>
            <a:xfrm>
              <a:off x="2387130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Inverted V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349902" y="5793504"/>
            <a:ext cx="2721222" cy="564931"/>
            <a:chOff x="3349902" y="5793504"/>
            <a:chExt cx="2721222" cy="564931"/>
          </a:xfrm>
        </p:grpSpPr>
        <p:sp>
          <p:nvSpPr>
            <p:cNvPr id="29" name="Freeform 28"/>
            <p:cNvSpPr/>
            <p:nvPr/>
          </p:nvSpPr>
          <p:spPr>
            <a:xfrm>
              <a:off x="4710513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3546"/>
                  </a:lnTo>
                  <a:lnTo>
                    <a:pt x="962771" y="83546"/>
                  </a:lnTo>
                  <a:lnTo>
                    <a:pt x="962771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4664793" y="5793504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3747741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962771" y="0"/>
                  </a:moveTo>
                  <a:lnTo>
                    <a:pt x="962771" y="83546"/>
                  </a:lnTo>
                  <a:lnTo>
                    <a:pt x="0" y="83546"/>
                  </a:lnTo>
                  <a:lnTo>
                    <a:pt x="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3349902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Circle</a:t>
              </a:r>
            </a:p>
          </p:txBody>
        </p:sp>
        <p:sp>
          <p:nvSpPr>
            <p:cNvPr id="45" name="Freeform 44"/>
            <p:cNvSpPr/>
            <p:nvPr/>
          </p:nvSpPr>
          <p:spPr>
            <a:xfrm>
              <a:off x="4312673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5E9EFF"/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Rectangle</a:t>
              </a:r>
            </a:p>
          </p:txBody>
        </p:sp>
        <p:sp>
          <p:nvSpPr>
            <p:cNvPr id="46" name="Freeform 45"/>
            <p:cNvSpPr/>
            <p:nvPr/>
          </p:nvSpPr>
          <p:spPr>
            <a:xfrm>
              <a:off x="5275445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Inverted V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6238217" y="5793504"/>
            <a:ext cx="2721222" cy="564931"/>
            <a:chOff x="6238217" y="5793504"/>
            <a:chExt cx="2721222" cy="564931"/>
          </a:xfrm>
        </p:grpSpPr>
        <p:sp>
          <p:nvSpPr>
            <p:cNvPr id="4" name="Freeform 3"/>
            <p:cNvSpPr/>
            <p:nvPr/>
          </p:nvSpPr>
          <p:spPr>
            <a:xfrm>
              <a:off x="7598828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83546"/>
                  </a:lnTo>
                  <a:lnTo>
                    <a:pt x="962771" y="83546"/>
                  </a:lnTo>
                  <a:lnTo>
                    <a:pt x="962771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5" name="Freeform 4"/>
            <p:cNvSpPr/>
            <p:nvPr/>
          </p:nvSpPr>
          <p:spPr>
            <a:xfrm>
              <a:off x="7553108" y="5793504"/>
              <a:ext cx="91440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6636056" y="5793504"/>
              <a:ext cx="962771" cy="16709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962771" y="0"/>
                  </a:moveTo>
                  <a:lnTo>
                    <a:pt x="962771" y="83546"/>
                  </a:lnTo>
                  <a:lnTo>
                    <a:pt x="0" y="83546"/>
                  </a:lnTo>
                  <a:lnTo>
                    <a:pt x="0" y="167092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SG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6238217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Circle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7200988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6DCAC"/>
                </a:gs>
                <a:gs pos="12000">
                  <a:srgbClr val="E6D78A"/>
                </a:gs>
                <a:gs pos="30000">
                  <a:srgbClr val="C7AC4C"/>
                </a:gs>
                <a:gs pos="45000">
                  <a:srgbClr val="E6D78A"/>
                </a:gs>
                <a:gs pos="77000">
                  <a:srgbClr val="C7AC4C"/>
                </a:gs>
                <a:gs pos="100000">
                  <a:srgbClr val="E6DCAC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Triangle</a:t>
              </a:r>
            </a:p>
          </p:txBody>
        </p:sp>
        <p:sp>
          <p:nvSpPr>
            <p:cNvPr id="50" name="Freeform 49"/>
            <p:cNvSpPr/>
            <p:nvPr/>
          </p:nvSpPr>
          <p:spPr>
            <a:xfrm>
              <a:off x="8163760" y="5960596"/>
              <a:ext cx="795679" cy="397839"/>
            </a:xfrm>
            <a:custGeom>
              <a:avLst/>
              <a:gdLst>
                <a:gd name="connsiteX0" fmla="*/ 0 w 795679"/>
                <a:gd name="connsiteY0" fmla="*/ 0 h 397839"/>
                <a:gd name="connsiteX1" fmla="*/ 795679 w 795679"/>
                <a:gd name="connsiteY1" fmla="*/ 0 h 397839"/>
                <a:gd name="connsiteX2" fmla="*/ 795679 w 795679"/>
                <a:gd name="connsiteY2" fmla="*/ 397839 h 397839"/>
                <a:gd name="connsiteX3" fmla="*/ 0 w 795679"/>
                <a:gd name="connsiteY3" fmla="*/ 397839 h 397839"/>
                <a:gd name="connsiteX4" fmla="*/ 0 w 795679"/>
                <a:gd name="connsiteY4" fmla="*/ 0 h 397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5679" h="397839">
                  <a:moveTo>
                    <a:pt x="0" y="0"/>
                  </a:moveTo>
                  <a:lnTo>
                    <a:pt x="795679" y="0"/>
                  </a:lnTo>
                  <a:lnTo>
                    <a:pt x="795679" y="397839"/>
                  </a:lnTo>
                  <a:lnTo>
                    <a:pt x="0" y="39783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BEAC7"/>
                </a:gs>
                <a:gs pos="17999">
                  <a:srgbClr val="FEE7F2"/>
                </a:gs>
                <a:gs pos="36000">
                  <a:srgbClr val="FAC77D"/>
                </a:gs>
                <a:gs pos="61000">
                  <a:srgbClr val="FBA97D"/>
                </a:gs>
                <a:gs pos="82001">
                  <a:srgbClr val="FBD49C"/>
                </a:gs>
                <a:gs pos="100000">
                  <a:srgbClr val="FEE7F2"/>
                </a:gs>
              </a:gsLst>
              <a:lin ang="16200000" scaled="0"/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6350" tIns="6350" rIns="6350" bIns="63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00" kern="1200" dirty="0"/>
                <a:t>Draw Inverted 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2148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18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Compute the factorial of n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n = 4, n! = 4! = 1 * 2 * 3 * 4 = 24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Solution: Use a function factorial (n) which computes factorial n…but with a </a:t>
            </a:r>
            <a:r>
              <a:rPr lang="en-US" sz="2400" dirty="0">
                <a:solidFill>
                  <a:srgbClr val="0000FF"/>
                </a:solidFill>
              </a:rPr>
              <a:t>twist</a:t>
            </a:r>
            <a:r>
              <a:rPr lang="en-US" sz="2400" dirty="0"/>
              <a:t>!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9E6480-8C10-E01E-2410-D546E6F00C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3447" r="9834"/>
          <a:stretch/>
        </p:blipFill>
        <p:spPr>
          <a:xfrm>
            <a:off x="1020291" y="3601035"/>
            <a:ext cx="6758975" cy="2987381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5B6F10-591C-B285-00D2-A1DCF7CCE3F9}"/>
              </a:ext>
            </a:extLst>
          </p:cNvPr>
          <p:cNvSpPr txBox="1"/>
          <p:nvPr/>
        </p:nvSpPr>
        <p:spPr>
          <a:xfrm>
            <a:off x="6018755" y="3702015"/>
            <a:ext cx="2248682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factorial calls itself?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324111F-8CDA-B145-9BBC-8F9DF326949A}"/>
              </a:ext>
            </a:extLst>
          </p:cNvPr>
          <p:cNvCxnSpPr>
            <a:cxnSpLocks/>
          </p:cNvCxnSpPr>
          <p:nvPr/>
        </p:nvCxnSpPr>
        <p:spPr>
          <a:xfrm flipH="1">
            <a:off x="5549462" y="4071347"/>
            <a:ext cx="1639614" cy="94839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61361C-6488-B7A8-2ACE-7D0913B89C7C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726036" y="3886681"/>
            <a:ext cx="292719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404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19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Solution: Use a function factorial (n) which computes factorial n?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n = </a:t>
            </a:r>
            <a:r>
              <a:rPr lang="en-US" sz="2400" dirty="0">
                <a:solidFill>
                  <a:srgbClr val="0000FF"/>
                </a:solidFill>
              </a:rPr>
              <a:t>0</a:t>
            </a:r>
            <a:r>
              <a:rPr lang="en-US" sz="2400" dirty="0"/>
              <a:t>. factorial (n) =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 (0) == 0? </a:t>
            </a:r>
            <a:r>
              <a:rPr lang="en-US" sz="2000" dirty="0">
                <a:sym typeface="Wingdings" panose="05000000000000000000" pitchFamily="2" charset="2"/>
              </a:rPr>
              <a:t> Yes. The answer is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1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3447" r="9834"/>
          <a:stretch/>
        </p:blipFill>
        <p:spPr>
          <a:xfrm>
            <a:off x="1064435" y="2257813"/>
            <a:ext cx="6758975" cy="2987381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ACA708-E897-D33D-E9F5-42CD84939316}"/>
              </a:ext>
            </a:extLst>
          </p:cNvPr>
          <p:cNvSpPr txBox="1"/>
          <p:nvPr/>
        </p:nvSpPr>
        <p:spPr>
          <a:xfrm>
            <a:off x="5959104" y="5882738"/>
            <a:ext cx="245452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base case.</a:t>
            </a:r>
          </a:p>
        </p:txBody>
      </p:sp>
    </p:spTree>
    <p:extLst>
      <p:ext uri="{BB962C8B-B14F-4D97-AF65-F5344CB8AC3E}">
        <p14:creationId xmlns:p14="http://schemas.microsoft.com/office/powerpoint/2010/main" val="346690567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20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Solution: Use a function factorial (n) which computes factorial n?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n = </a:t>
            </a:r>
            <a:r>
              <a:rPr lang="en-US" sz="2400" dirty="0">
                <a:solidFill>
                  <a:srgbClr val="0000FF"/>
                </a:solidFill>
              </a:rPr>
              <a:t>4</a:t>
            </a:r>
            <a:r>
              <a:rPr lang="en-US" sz="2400" dirty="0"/>
              <a:t>. factorial (n) =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n (4) == 0? </a:t>
            </a:r>
            <a:r>
              <a:rPr lang="en-US" sz="2000" dirty="0">
                <a:sym typeface="Wingdings" panose="05000000000000000000" pitchFamily="2" charset="2"/>
              </a:rPr>
              <a:t> No. The answer is n * factorial (3) = 4 * 6 =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24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" t="3447" r="9834"/>
          <a:stretch/>
        </p:blipFill>
        <p:spPr>
          <a:xfrm>
            <a:off x="1064435" y="2257813"/>
            <a:ext cx="6758975" cy="2987381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3CBD01-B0BA-76CB-B84A-73B4A6820EC4}"/>
              </a:ext>
            </a:extLst>
          </p:cNvPr>
          <p:cNvSpPr txBox="1"/>
          <p:nvPr/>
        </p:nvSpPr>
        <p:spPr>
          <a:xfrm>
            <a:off x="3124595" y="6269322"/>
            <a:ext cx="289481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recursive case.</a:t>
            </a:r>
          </a:p>
        </p:txBody>
      </p:sp>
    </p:spTree>
    <p:extLst>
      <p:ext uri="{BB962C8B-B14F-4D97-AF65-F5344CB8AC3E}">
        <p14:creationId xmlns:p14="http://schemas.microsoft.com/office/powerpoint/2010/main" val="373838225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21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 maximum of a list of k numbers </a:t>
            </a:r>
            <a:r>
              <a:rPr lang="en-US" sz="2000" dirty="0"/>
              <a:t>{l</a:t>
            </a:r>
            <a:r>
              <a:rPr lang="en-US" sz="2000" baseline="-25000" dirty="0"/>
              <a:t>0</a:t>
            </a:r>
            <a:r>
              <a:rPr lang="en-US" sz="2000" dirty="0"/>
              <a:t>,…,l</a:t>
            </a:r>
            <a:r>
              <a:rPr lang="en-US" sz="2000" baseline="-25000" dirty="0"/>
              <a:t>k-1</a:t>
            </a:r>
            <a:r>
              <a:rPr lang="en-US" sz="20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5, 5) = 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4, 5) = 3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= 9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29B60C-0BF5-E6A6-DDAF-A869A67F8DCC}"/>
              </a:ext>
            </a:extLst>
          </p:cNvPr>
          <p:cNvSpPr txBox="1"/>
          <p:nvPr/>
        </p:nvSpPr>
        <p:spPr>
          <a:xfrm>
            <a:off x="3379076" y="3817327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34442766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22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9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}, </a:t>
            </a:r>
            <a:r>
              <a:rPr lang="en-US" sz="2400" dirty="0" err="1"/>
              <a:t>i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5</a:t>
            </a:r>
            <a:r>
              <a:rPr lang="en-US" sz="2400" dirty="0"/>
              <a:t>, j = 5. </a:t>
            </a: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max' (L,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5</a:t>
            </a:r>
            <a:r>
              <a:rPr lang="en-US" sz="2400" dirty="0">
                <a:highlight>
                  <a:srgbClr val="FFFF00"/>
                </a:highlight>
              </a:rPr>
              <a:t>, 5) =</a:t>
            </a:r>
            <a:r>
              <a:rPr lang="en-US" sz="2400" dirty="0"/>
              <a:t>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 err="1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 (5) == j (5)?  Yes. Output </a:t>
            </a:r>
            <a:r>
              <a:rPr lang="en-US" altLang="en-US" sz="2000" dirty="0">
                <a:solidFill>
                  <a:srgbClr val="0000FF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2000" baseline="-25000" dirty="0">
                <a:solidFill>
                  <a:srgbClr val="0000FF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r>
              <a:rPr lang="en-US" altLang="en-US" sz="2000" baseline="-25000" dirty="0">
                <a:solidFill>
                  <a:srgbClr val="0000FF"/>
                </a:solidFill>
                <a:latin typeface="+mj-lt"/>
                <a:ea typeface="Roboto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(2)</a:t>
            </a:r>
            <a:endParaRPr lang="en-US" sz="20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986190" y="2206653"/>
            <a:ext cx="7432177" cy="2954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D9003F-DE6B-2044-3775-28F57108542D}"/>
              </a:ext>
            </a:extLst>
          </p:cNvPr>
          <p:cNvSpPr txBox="1"/>
          <p:nvPr/>
        </p:nvSpPr>
        <p:spPr>
          <a:xfrm>
            <a:off x="3404557" y="4895629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3DD0A-4BA5-0EDE-E310-8E7169B68F2D}"/>
              </a:ext>
            </a:extLst>
          </p:cNvPr>
          <p:cNvSpPr txBox="1"/>
          <p:nvPr/>
        </p:nvSpPr>
        <p:spPr>
          <a:xfrm>
            <a:off x="5389761" y="6026270"/>
            <a:ext cx="245452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base case.</a:t>
            </a:r>
          </a:p>
        </p:txBody>
      </p:sp>
    </p:spTree>
    <p:extLst>
      <p:ext uri="{BB962C8B-B14F-4D97-AF65-F5344CB8AC3E}">
        <p14:creationId xmlns:p14="http://schemas.microsoft.com/office/powerpoint/2010/main" val="229536424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23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9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}, </a:t>
            </a:r>
            <a:r>
              <a:rPr lang="en-US" sz="2400" dirty="0" err="1"/>
              <a:t>i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4</a:t>
            </a:r>
            <a:r>
              <a:rPr lang="en-US" sz="2400" dirty="0"/>
              <a:t>, j = 5. </a:t>
            </a: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max' (L,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4</a:t>
            </a:r>
            <a:r>
              <a:rPr lang="en-US" sz="2400" dirty="0">
                <a:highlight>
                  <a:srgbClr val="FFFF00"/>
                </a:highlight>
              </a:rPr>
              <a:t>, 5) =</a:t>
            </a:r>
            <a:r>
              <a:rPr lang="en-US" sz="2400" dirty="0"/>
              <a:t>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 err="1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 (4) == j (5)?  No. m is</a:t>
            </a:r>
            <a:r>
              <a:rPr lang="en-US" sz="2000" dirty="0"/>
              <a:t> max' (L, </a:t>
            </a:r>
            <a:r>
              <a:rPr lang="en-US" sz="2000" dirty="0">
                <a:solidFill>
                  <a:srgbClr val="0000FF"/>
                </a:solidFill>
              </a:rPr>
              <a:t>5</a:t>
            </a:r>
            <a:r>
              <a:rPr lang="en-US" sz="2000" dirty="0"/>
              <a:t>, 5) = 2 </a:t>
            </a:r>
            <a:r>
              <a:rPr lang="en-US" sz="2000" dirty="0">
                <a:sym typeface="Wingdings" panose="05000000000000000000" pitchFamily="2" charset="2"/>
              </a:rPr>
              <a:t> l</a:t>
            </a:r>
            <a:r>
              <a:rPr lang="en-US" sz="2000" baseline="-25000" dirty="0">
                <a:sym typeface="Wingdings" panose="05000000000000000000" pitchFamily="2" charset="2"/>
              </a:rPr>
              <a:t>4</a:t>
            </a:r>
            <a:r>
              <a:rPr lang="en-US" sz="2000" dirty="0">
                <a:sym typeface="Wingdings" panose="05000000000000000000" pitchFamily="2" charset="2"/>
              </a:rPr>
              <a:t> (3) &gt; m (2)?  Yes. The answer is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l</a:t>
            </a:r>
            <a:r>
              <a:rPr lang="en-US" sz="2000" baseline="-25000" dirty="0">
                <a:solidFill>
                  <a:srgbClr val="0000FF"/>
                </a:solidFill>
                <a:sym typeface="Wingdings" panose="05000000000000000000" pitchFamily="2" charset="2"/>
              </a:rPr>
              <a:t>4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(3)</a:t>
            </a:r>
            <a:r>
              <a:rPr lang="en-US" sz="2000" dirty="0">
                <a:sym typeface="Wingdings" panose="05000000000000000000" pitchFamily="2" charset="2"/>
              </a:rPr>
              <a:t>. 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986190" y="2206653"/>
            <a:ext cx="7432177" cy="2954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D9003F-DE6B-2044-3775-28F57108542D}"/>
              </a:ext>
            </a:extLst>
          </p:cNvPr>
          <p:cNvSpPr txBox="1"/>
          <p:nvPr/>
        </p:nvSpPr>
        <p:spPr>
          <a:xfrm>
            <a:off x="3404557" y="4895629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4599D-27BC-200F-4D0A-478EB41F6DFF}"/>
              </a:ext>
            </a:extLst>
          </p:cNvPr>
          <p:cNvSpPr txBox="1"/>
          <p:nvPr/>
        </p:nvSpPr>
        <p:spPr>
          <a:xfrm>
            <a:off x="4420391" y="6381882"/>
            <a:ext cx="289481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the recursive case.</a:t>
            </a:r>
          </a:p>
        </p:txBody>
      </p:sp>
    </p:spTree>
    <p:extLst>
      <p:ext uri="{BB962C8B-B14F-4D97-AF65-F5344CB8AC3E}">
        <p14:creationId xmlns:p14="http://schemas.microsoft.com/office/powerpoint/2010/main" val="60185294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24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9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}, </a:t>
            </a:r>
            <a:r>
              <a:rPr lang="en-US" sz="2400" dirty="0" err="1"/>
              <a:t>i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0</a:t>
            </a:r>
            <a:r>
              <a:rPr lang="en-US" sz="2400" dirty="0"/>
              <a:t>, j = 5. </a:t>
            </a:r>
            <a:br>
              <a:rPr lang="en-US" sz="2400" dirty="0"/>
            </a:br>
            <a:r>
              <a:rPr lang="en-US" sz="2400" dirty="0">
                <a:highlight>
                  <a:srgbClr val="FFFF00"/>
                </a:highlight>
              </a:rPr>
              <a:t>max' (L,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0</a:t>
            </a:r>
            <a:r>
              <a:rPr lang="en-US" sz="2400" dirty="0">
                <a:highlight>
                  <a:srgbClr val="FFFF00"/>
                </a:highlight>
              </a:rPr>
              <a:t>, 5) = </a:t>
            </a:r>
            <a:r>
              <a:rPr lang="en-US" sz="2400" dirty="0"/>
              <a:t>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 err="1">
                <a:sym typeface="Wingdings" panose="05000000000000000000" pitchFamily="2" charset="2"/>
              </a:rPr>
              <a:t>i</a:t>
            </a:r>
            <a:r>
              <a:rPr lang="en-US" sz="2000" dirty="0">
                <a:sym typeface="Wingdings" panose="05000000000000000000" pitchFamily="2" charset="2"/>
              </a:rPr>
              <a:t> (0) == j (5)?  No. m is</a:t>
            </a:r>
            <a:r>
              <a:rPr lang="en-US" sz="2000" dirty="0"/>
              <a:t> max' (L, </a:t>
            </a:r>
            <a:r>
              <a:rPr lang="en-US" sz="2000" dirty="0">
                <a:solidFill>
                  <a:srgbClr val="0000FF"/>
                </a:solidFill>
              </a:rPr>
              <a:t>1</a:t>
            </a:r>
            <a:r>
              <a:rPr lang="en-US" sz="2000" dirty="0"/>
              <a:t>, 5) = 9 </a:t>
            </a:r>
            <a:r>
              <a:rPr lang="en-US" sz="2000" dirty="0">
                <a:sym typeface="Wingdings" panose="05000000000000000000" pitchFamily="2" charset="2"/>
              </a:rPr>
              <a:t> l</a:t>
            </a:r>
            <a:r>
              <a:rPr lang="en-US" sz="2000" baseline="-25000" dirty="0">
                <a:sym typeface="Wingdings" panose="05000000000000000000" pitchFamily="2" charset="2"/>
              </a:rPr>
              <a:t>0</a:t>
            </a:r>
            <a:r>
              <a:rPr lang="en-US" sz="2000" dirty="0">
                <a:sym typeface="Wingdings" panose="05000000000000000000" pitchFamily="2" charset="2"/>
              </a:rPr>
              <a:t> (5) &gt; m (9)?  No. The answer is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m (9)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986190" y="2206653"/>
            <a:ext cx="7432177" cy="2954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D9003F-DE6B-2044-3775-28F57108542D}"/>
              </a:ext>
            </a:extLst>
          </p:cNvPr>
          <p:cNvSpPr txBox="1"/>
          <p:nvPr/>
        </p:nvSpPr>
        <p:spPr>
          <a:xfrm>
            <a:off x="3404557" y="4895629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29396641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Even more examples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25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399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Function calling itself (to </a:t>
            </a:r>
            <a:r>
              <a:rPr lang="en-US" sz="2400" dirty="0">
                <a:solidFill>
                  <a:srgbClr val="0000FF"/>
                </a:solidFill>
              </a:rPr>
              <a:t>obtain</a:t>
            </a:r>
            <a:r>
              <a:rPr lang="en-US" sz="2400" dirty="0"/>
              <a:t> the solution of a simpler version of the problem and </a:t>
            </a: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final answer)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factorial (4) uses factorial (3) and multiplies it by 4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uses max' (L, 1, 5) and compares it with l</a:t>
            </a:r>
            <a:r>
              <a:rPr lang="en-US" sz="2000" baseline="-25000" dirty="0"/>
              <a:t>0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This is </a:t>
            </a:r>
            <a:r>
              <a:rPr lang="en-US" sz="2400" dirty="0">
                <a:solidFill>
                  <a:srgbClr val="0000FF"/>
                </a:solidFill>
              </a:rPr>
              <a:t>Recursion</a:t>
            </a:r>
            <a:r>
              <a:rPr lang="en-US" sz="2400" dirty="0"/>
              <a:t>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This is </a:t>
            </a:r>
            <a:r>
              <a:rPr lang="en-US" sz="2000" dirty="0">
                <a:solidFill>
                  <a:srgbClr val="0000FF"/>
                </a:solidFill>
              </a:rPr>
              <a:t>Recursion</a:t>
            </a:r>
            <a:r>
              <a:rPr lang="en-US" sz="2000" dirty="0"/>
              <a:t>!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1600" dirty="0"/>
              <a:t>This is </a:t>
            </a:r>
            <a:r>
              <a:rPr lang="en-US" sz="1600" dirty="0">
                <a:solidFill>
                  <a:srgbClr val="0000FF"/>
                </a:solidFill>
              </a:rPr>
              <a:t>Recursion</a:t>
            </a:r>
            <a:r>
              <a:rPr lang="en-US" sz="1600" dirty="0"/>
              <a:t>!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1200" dirty="0"/>
              <a:t>…</a:t>
            </a:r>
          </a:p>
          <a:p>
            <a:pPr marL="2171700" lvl="4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1000" dirty="0"/>
              <a:t>This is the </a:t>
            </a:r>
            <a:r>
              <a:rPr lang="en-US" sz="1000" dirty="0">
                <a:solidFill>
                  <a:srgbClr val="0000FF"/>
                </a:solidFill>
              </a:rPr>
              <a:t>Base Case</a:t>
            </a:r>
            <a:r>
              <a:rPr lang="en-US" sz="1000" dirty="0"/>
              <a:t>!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882639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Yet another solution for </a:t>
            </a:r>
            <a:r>
              <a:rPr lang="en-GB" dirty="0" err="1">
                <a:solidFill>
                  <a:srgbClr val="0000FF"/>
                </a:solidFill>
              </a:rPr>
              <a:t>FindMax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Unit3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26</a:t>
            </a:fld>
            <a:endParaRPr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 maximum of a list of k numbers </a:t>
            </a:r>
            <a:r>
              <a:rPr lang="en-US" sz="2000" dirty="0"/>
              <a:t>{l</a:t>
            </a:r>
            <a:r>
              <a:rPr lang="en-US" sz="2000" baseline="-25000" dirty="0"/>
              <a:t>0</a:t>
            </a:r>
            <a:r>
              <a:rPr lang="en-US" sz="2000" dirty="0"/>
              <a:t>,…,l</a:t>
            </a:r>
            <a:r>
              <a:rPr lang="en-US" sz="2000" baseline="-25000" dirty="0"/>
              <a:t>k-1</a:t>
            </a:r>
            <a:r>
              <a:rPr lang="en-US" sz="2000" dirty="0"/>
              <a:t>}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Alternative solution: use max' (L, </a:t>
            </a:r>
            <a:r>
              <a:rPr lang="en-US" sz="2400" dirty="0" err="1"/>
              <a:t>i</a:t>
            </a:r>
            <a:r>
              <a:rPr lang="en-US" sz="2400" dirty="0"/>
              <a:t>, j) in a different way.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uses max' (L, 0, 4) and compares it with l</a:t>
            </a:r>
            <a:r>
              <a:rPr lang="en-US" sz="2000" baseline="-25000" dirty="0"/>
              <a:t>5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Can you draw the flowchart?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24666652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0A5-B92E-9D4A-91DD-B5C2B42B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6D022-79EC-52EB-76D2-C7C30379B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BF707-5A9A-C48D-BAC3-A4F9CA68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Unit3 - </a:t>
            </a:r>
            <a:fld id="{2E4790E1-2590-4AEE-892D-AB46A76881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64E5D9-905D-1F3C-AEFE-F544FEF6B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What </a:t>
            </a:r>
            <a:r>
              <a:rPr lang="en-GB" sz="4000">
                <a:solidFill>
                  <a:srgbClr val="0000FF"/>
                </a:solidFill>
              </a:rPr>
              <a:t>have You </a:t>
            </a:r>
            <a:r>
              <a:rPr lang="en-GB" dirty="0">
                <a:solidFill>
                  <a:srgbClr val="0000FF"/>
                </a:solidFill>
              </a:rPr>
              <a:t>L</a:t>
            </a:r>
            <a:r>
              <a:rPr lang="en-GB" sz="4000" dirty="0">
                <a:solidFill>
                  <a:srgbClr val="0000FF"/>
                </a:solidFill>
              </a:rPr>
              <a:t>earnt?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8" name="HighlightTextShape201406241503265130">
            <a:extLst>
              <a:ext uri="{FF2B5EF4-FFF2-40B4-BE49-F238E27FC236}">
                <a16:creationId xmlns:a16="http://schemas.microsoft.com/office/drawing/2014/main" id="{BA58F55C-F16E-6E7C-56F0-75EDAB179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5167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solving techniques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Algorithms with functions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But how about </a:t>
            </a:r>
            <a:r>
              <a:rPr lang="en-US" sz="2800" dirty="0">
                <a:solidFill>
                  <a:srgbClr val="0000FF"/>
                </a:solidFill>
              </a:rPr>
              <a:t>the variables (i.e., data) </a:t>
            </a:r>
            <a:r>
              <a:rPr lang="en-US" sz="2800" dirty="0"/>
              <a:t>used in the algorithms?</a:t>
            </a:r>
            <a:endParaRPr lang="en-GB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8291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4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Types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DBDDAB0-5CF8-DB83-C025-BEF3A351F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E33ED-9A42-9145-8204-67EF127CD66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4: Types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Computer Memory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Data Types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Data Type Declaration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Unit4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787E66-A3C6-CED9-248B-E456FD29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40604336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Computer Memory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30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533400" y="11430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Memory = a collection of switches (transistors) for storing information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Units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1 </a:t>
            </a:r>
            <a:r>
              <a:rPr lang="en-US" sz="2400" dirty="0">
                <a:solidFill>
                  <a:srgbClr val="0000FF"/>
                </a:solidFill>
              </a:rPr>
              <a:t>bit</a:t>
            </a:r>
            <a:r>
              <a:rPr lang="en-US" sz="2400" dirty="0"/>
              <a:t> = the value represented in one switch (transistor)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Two states only: 0 or 1 (e.g., off or on, false or true)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1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56B427-62F2-5984-4261-F9A597E225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5" r="13743"/>
          <a:stretch/>
        </p:blipFill>
        <p:spPr>
          <a:xfrm>
            <a:off x="2426865" y="2161452"/>
            <a:ext cx="4505205" cy="2438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F83DD13-C5F6-AD7D-E573-9E1409226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896" y="436626"/>
            <a:ext cx="1127925" cy="73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03941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Computer Memory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31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Units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1 </a:t>
            </a:r>
            <a:r>
              <a:rPr lang="en-US" sz="2400" dirty="0">
                <a:solidFill>
                  <a:srgbClr val="0000FF"/>
                </a:solidFill>
              </a:rPr>
              <a:t>byte</a:t>
            </a:r>
            <a:r>
              <a:rPr lang="en-US" sz="2400" dirty="0"/>
              <a:t> = </a:t>
            </a:r>
            <a:r>
              <a:rPr lang="en-US" sz="2400" dirty="0">
                <a:solidFill>
                  <a:srgbClr val="0000FF"/>
                </a:solidFill>
              </a:rPr>
              <a:t>8</a:t>
            </a:r>
            <a:r>
              <a:rPr lang="en-US" sz="2400" dirty="0"/>
              <a:t> bits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256 possibilities: 00000000, 00000001, …, 11111111 (e.g., integers from 0 to 255)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More bits and/or bytes = more data can be stored / represented.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22993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32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formats used for storing different data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integers</a:t>
            </a:r>
            <a:endParaRPr lang="en-US" sz="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0~255: </a:t>
            </a:r>
            <a:r>
              <a:rPr lang="en-US" sz="2400" b="1" dirty="0"/>
              <a:t>8</a:t>
            </a:r>
            <a:r>
              <a:rPr lang="en-US" sz="2400" dirty="0"/>
              <a:t> bits / </a:t>
            </a:r>
            <a:r>
              <a:rPr lang="en-US" sz="2400" b="1" dirty="0"/>
              <a:t>1</a:t>
            </a:r>
            <a:r>
              <a:rPr lang="en-US" sz="2400" dirty="0"/>
              <a:t> byte / unsigned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42: 00101010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201: 11001001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-128~127: </a:t>
            </a:r>
            <a:r>
              <a:rPr lang="en-US" sz="2400" b="1" dirty="0"/>
              <a:t>8</a:t>
            </a:r>
            <a:r>
              <a:rPr lang="en-US" sz="2400" dirty="0"/>
              <a:t> bits / </a:t>
            </a:r>
            <a:r>
              <a:rPr lang="en-US" sz="2400" b="1" dirty="0"/>
              <a:t>1</a:t>
            </a:r>
            <a:r>
              <a:rPr lang="en-US" sz="2400" dirty="0"/>
              <a:t> byte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42: 00101010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-55: 11001001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-2,147,483,648 to 2,147,483,647: </a:t>
            </a:r>
            <a:r>
              <a:rPr lang="en-US" sz="2400" b="1" dirty="0"/>
              <a:t>32</a:t>
            </a:r>
            <a:r>
              <a:rPr lang="en-US" sz="2400" dirty="0"/>
              <a:t> bits / </a:t>
            </a:r>
            <a:r>
              <a:rPr lang="en-US" sz="2400" b="1" dirty="0"/>
              <a:t>4</a:t>
            </a:r>
            <a:r>
              <a:rPr lang="en-US" sz="2400" dirty="0"/>
              <a:t> bytes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10953: 0010101011001001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31249" y="3657600"/>
            <a:ext cx="2047876" cy="1200329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same binary number may to different values in different type.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C00E2-F684-8368-18FB-76834783BB59}"/>
              </a:ext>
            </a:extLst>
          </p:cNvPr>
          <p:cNvSpPr txBox="1"/>
          <p:nvPr/>
        </p:nvSpPr>
        <p:spPr>
          <a:xfrm>
            <a:off x="6331249" y="5997218"/>
            <a:ext cx="2047876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More bits required for larger integers.</a:t>
            </a:r>
          </a:p>
        </p:txBody>
      </p:sp>
    </p:spTree>
    <p:extLst>
      <p:ext uri="{BB962C8B-B14F-4D97-AF65-F5344CB8AC3E}">
        <p14:creationId xmlns:p14="http://schemas.microsoft.com/office/powerpoint/2010/main" val="4078683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33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characters</a:t>
            </a:r>
            <a:endParaRPr lang="en-US" sz="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ASCII character (e.g., letters, punctuations): 1 byte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A: 01000001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*: 00101010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Unicode characters (e.g. letters, emoticons, Mahjong tiles): 4 bytes</a:t>
            </a:r>
            <a:endParaRPr lang="en-US" sz="20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" b="54575"/>
          <a:stretch/>
        </p:blipFill>
        <p:spPr>
          <a:xfrm>
            <a:off x="1186224" y="4608662"/>
            <a:ext cx="2343150" cy="127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89334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34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498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real numbers</a:t>
            </a:r>
            <a:endParaRPr lang="en-US" sz="12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Single precision: 4 bytes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1.53484220797e-41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Double precision: 8 bytes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5.41150101889917339836595798829e-320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Loss of precision occurs often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77365A-3920-C97B-B17D-84FB98096ECF}"/>
              </a:ext>
            </a:extLst>
          </p:cNvPr>
          <p:cNvSpPr txBox="1"/>
          <p:nvPr/>
        </p:nvSpPr>
        <p:spPr>
          <a:xfrm>
            <a:off x="5722921" y="4531044"/>
            <a:ext cx="2220044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More bits required for higher precision</a:t>
            </a:r>
          </a:p>
        </p:txBody>
      </p:sp>
    </p:spTree>
    <p:extLst>
      <p:ext uri="{BB962C8B-B14F-4D97-AF65-F5344CB8AC3E}">
        <p14:creationId xmlns:p14="http://schemas.microsoft.com/office/powerpoint/2010/main" val="130937822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(Data) Types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35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498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For </a:t>
            </a:r>
            <a:r>
              <a:rPr lang="en-US" sz="2800" dirty="0">
                <a:solidFill>
                  <a:srgbClr val="0000FF"/>
                </a:solidFill>
              </a:rPr>
              <a:t>compound data</a:t>
            </a:r>
            <a:r>
              <a:rPr lang="en-US" sz="2800" dirty="0"/>
              <a:t>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Sequence of characters (a string)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Pair of real numbers (a point)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 string, a character, a number (a person)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No fixed size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1A541-8675-7EF0-C415-3F7C1639A66B}"/>
              </a:ext>
            </a:extLst>
          </p:cNvPr>
          <p:cNvSpPr txBox="1"/>
          <p:nvPr/>
        </p:nvSpPr>
        <p:spPr>
          <a:xfrm>
            <a:off x="6313008" y="4352137"/>
            <a:ext cx="2461583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 be introduced at the end of this course.</a:t>
            </a:r>
          </a:p>
        </p:txBody>
      </p:sp>
    </p:spTree>
    <p:extLst>
      <p:ext uri="{BB962C8B-B14F-4D97-AF65-F5344CB8AC3E}">
        <p14:creationId xmlns:p14="http://schemas.microsoft.com/office/powerpoint/2010/main" val="3357698076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(Variable) Type declaration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36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Type declaration </a:t>
            </a:r>
            <a:r>
              <a:rPr lang="en-US" sz="2800" dirty="0">
                <a:solidFill>
                  <a:srgbClr val="0000FF"/>
                </a:solidFill>
              </a:rPr>
              <a:t>for variables (before use)</a:t>
            </a:r>
            <a:r>
              <a:rPr lang="en-US" sz="2800" dirty="0"/>
              <a:t> is compulsory in C so that the computer can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Allocate</a:t>
            </a:r>
            <a:r>
              <a:rPr lang="en-US" sz="2400" dirty="0"/>
              <a:t> the right amount </a:t>
            </a:r>
            <a:r>
              <a:rPr lang="en-US" sz="2400"/>
              <a:t>of space in </a:t>
            </a:r>
            <a:r>
              <a:rPr lang="en-US" sz="2400" dirty="0"/>
              <a:t>memory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Handle</a:t>
            </a:r>
            <a:r>
              <a:rPr lang="en-US" sz="2400" dirty="0"/>
              <a:t> the value accordingly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800" dirty="0"/>
              <a:t> </a:t>
            </a: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Examples of type declarations in C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D8F262-3B8D-2B90-E937-75C9A38BB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745478"/>
              </p:ext>
            </p:extLst>
          </p:nvPr>
        </p:nvGraphicFramePr>
        <p:xfrm>
          <a:off x="952500" y="4453709"/>
          <a:ext cx="68797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943">
                  <a:extLst>
                    <a:ext uri="{9D8B030D-6E8A-4147-A177-3AD203B41FA5}">
                      <a16:colId xmlns:a16="http://schemas.microsoft.com/office/drawing/2014/main" val="3670011442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896197357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686917087"/>
                    </a:ext>
                  </a:extLst>
                </a:gridCol>
                <a:gridCol w="1719943">
                  <a:extLst>
                    <a:ext uri="{9D8B030D-6E8A-4147-A177-3AD203B41FA5}">
                      <a16:colId xmlns:a16="http://schemas.microsoft.com/office/drawing/2014/main" val="2597478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Declaration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 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storing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6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00FF"/>
                          </a:solidFill>
                        </a:rPr>
                        <a:t>long</a:t>
                      </a:r>
                      <a:r>
                        <a:rPr lang="en-SG" dirty="0"/>
                        <a:t> value;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 </a:t>
                      </a:r>
                      <a:r>
                        <a:rPr lang="en-US" dirty="0"/>
                        <a:t>bytes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integer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81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</a:rPr>
                        <a:t>char </a:t>
                      </a:r>
                      <a:r>
                        <a:rPr lang="en-US" sz="1800" dirty="0" err="1"/>
                        <a:t>ch</a:t>
                      </a:r>
                      <a:r>
                        <a:rPr lang="en-SG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byte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character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6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double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ave</a:t>
                      </a:r>
                      <a:r>
                        <a:rPr lang="en-US" dirty="0"/>
                        <a:t>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ave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real 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87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45180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In the context of problem solving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37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800" dirty="0"/>
              <a:t> 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9330B8-C7FA-10BE-8FF8-755C0E3D8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83" y="1487968"/>
            <a:ext cx="3944454" cy="473700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85CA40E-CADD-A1A9-2415-693431326E46}"/>
              </a:ext>
            </a:extLst>
          </p:cNvPr>
          <p:cNvSpPr txBox="1"/>
          <p:nvPr/>
        </p:nvSpPr>
        <p:spPr>
          <a:xfrm>
            <a:off x="4897302" y="2825799"/>
            <a:ext cx="226910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1800" dirty="0"/>
              <a:t>Figure out what variables you need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FACACE-B785-A665-DECF-222534AEE9E1}"/>
              </a:ext>
            </a:extLst>
          </p:cNvPr>
          <p:cNvSpPr txBox="1"/>
          <p:nvPr/>
        </p:nvSpPr>
        <p:spPr>
          <a:xfrm>
            <a:off x="4897302" y="4017955"/>
            <a:ext cx="2892352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1800" dirty="0"/>
              <a:t>Declare and use them accordingly in the program</a:t>
            </a:r>
          </a:p>
        </p:txBody>
      </p:sp>
    </p:spTree>
    <p:extLst>
      <p:ext uri="{BB962C8B-B14F-4D97-AF65-F5344CB8AC3E}">
        <p14:creationId xmlns:p14="http://schemas.microsoft.com/office/powerpoint/2010/main" val="359974665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56CB-7CC1-35F4-3BAF-EE5B4333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EDD75C2-0144-543E-8035-2EE7EF4E6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2C3C79B2-6E6A-6048-C77C-3F4411E8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4A4A5E57-B829-7296-7E3A-21E9CD7E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38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D10440B7-B177-B027-22B2-227CA7C3E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2C74AF58-4FEF-BE38-BE00-C577C320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F7D1DAD7-76BE-B4AB-3658-2EE379AC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Lecture 2 (due </a:t>
            </a:r>
            <a:r>
              <a:rPr lang="en-US" sz="2400" dirty="0">
                <a:solidFill>
                  <a:srgbClr val="0000FF"/>
                </a:solidFill>
              </a:rPr>
              <a:t>27 Jan, 2pm</a:t>
            </a:r>
            <a:r>
              <a:rPr lang="en-US" sz="24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Programming Environment (due </a:t>
            </a:r>
            <a:r>
              <a:rPr lang="en-US" sz="2400" dirty="0">
                <a:solidFill>
                  <a:srgbClr val="0000FF"/>
                </a:solidFill>
              </a:rPr>
              <a:t>27 Jan, 2pm</a:t>
            </a:r>
            <a:r>
              <a:rPr lang="en-US" sz="24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Vim (due </a:t>
            </a:r>
            <a:r>
              <a:rPr lang="en-US" sz="2400" dirty="0">
                <a:solidFill>
                  <a:srgbClr val="0000FF"/>
                </a:solidFill>
              </a:rPr>
              <a:t>3 Feb, 2pm</a:t>
            </a:r>
            <a:r>
              <a:rPr lang="en-US" sz="24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3.1 to 3.2 (under Unit 3)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To be discussed in the forum / tutorial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highlight>
                <a:srgbClr val="FFFF00"/>
              </a:highlight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5926907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Unit4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39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Programming environment</a:t>
            </a:r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Submission of </a:t>
            </a:r>
            <a:r>
              <a:rPr lang="en-US" sz="2400" dirty="0" err="1"/>
              <a:t>Github</a:t>
            </a:r>
            <a:r>
              <a:rPr lang="en-US" sz="2400" dirty="0"/>
              <a:t> account name via Canvas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Due </a:t>
            </a:r>
            <a:r>
              <a:rPr lang="en-US" sz="2400" dirty="0">
                <a:solidFill>
                  <a:srgbClr val="0000FF"/>
                </a:solidFill>
              </a:rPr>
              <a:t>27 Jan, 2pm</a:t>
            </a:r>
            <a:r>
              <a:rPr lang="en-US" sz="2400" dirty="0"/>
              <a:t>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Receive the skeleton files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Analyze the problems and design the algorithms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No coding yet!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highlight>
                <a:srgbClr val="FFFF00"/>
              </a:highlight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13754</TotalTime>
  <Words>2977</Words>
  <Application>Microsoft Office PowerPoint</Application>
  <PresentationFormat>On-screen Show (4:3)</PresentationFormat>
  <Paragraphs>558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Roboto</vt:lpstr>
      <vt:lpstr>Times New Roman</vt:lpstr>
      <vt:lpstr>Wingdings</vt:lpstr>
      <vt:lpstr>Clarity</vt:lpstr>
      <vt:lpstr>PowerPoint Presentation</vt:lpstr>
      <vt:lpstr>Unit 3: Functions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Functions</vt:lpstr>
      <vt:lpstr>More examples</vt:lpstr>
      <vt:lpstr>More examples</vt:lpstr>
      <vt:lpstr>More examples</vt:lpstr>
      <vt:lpstr>A Simple “Drawing” Problem</vt:lpstr>
      <vt:lpstr>A Simple “Drawing” Problem</vt:lpstr>
      <vt:lpstr>Even more examples</vt:lpstr>
      <vt:lpstr>Even more examples</vt:lpstr>
      <vt:lpstr>Even more examples</vt:lpstr>
      <vt:lpstr>Even more examples</vt:lpstr>
      <vt:lpstr>Even more examples</vt:lpstr>
      <vt:lpstr>Even more examples</vt:lpstr>
      <vt:lpstr>Even more examples</vt:lpstr>
      <vt:lpstr>Even more examples</vt:lpstr>
      <vt:lpstr>Yet another solution for FindMax</vt:lpstr>
      <vt:lpstr>What have You Learnt?</vt:lpstr>
      <vt:lpstr>PowerPoint Presentation</vt:lpstr>
      <vt:lpstr>Unit 4: Types</vt:lpstr>
      <vt:lpstr>Computer Memory</vt:lpstr>
      <vt:lpstr>Computer Memory</vt:lpstr>
      <vt:lpstr>(Data) Types</vt:lpstr>
      <vt:lpstr>(Data) Types</vt:lpstr>
      <vt:lpstr>(Data) Types</vt:lpstr>
      <vt:lpstr>(Data) Types</vt:lpstr>
      <vt:lpstr>(Variable) Type declaration</vt:lpstr>
      <vt:lpstr>In the context of problem solving</vt:lpstr>
      <vt:lpstr>Homework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1521</cp:revision>
  <cp:lastPrinted>2014-06-20T04:24:53Z</cp:lastPrinted>
  <dcterms:created xsi:type="dcterms:W3CDTF">1998-09-05T15:03:32Z</dcterms:created>
  <dcterms:modified xsi:type="dcterms:W3CDTF">2026-01-20T01:03:48Z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