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5087" r:id="rId1"/>
  </p:sldMasterIdLst>
  <p:notesMasterIdLst>
    <p:notesMasterId r:id="rId13"/>
  </p:notesMasterIdLst>
  <p:handoutMasterIdLst>
    <p:handoutMasterId r:id="rId14"/>
  </p:handoutMasterIdLst>
  <p:sldIdLst>
    <p:sldId id="256" r:id="rId2"/>
    <p:sldId id="550" r:id="rId3"/>
    <p:sldId id="551" r:id="rId4"/>
    <p:sldId id="560" r:id="rId5"/>
    <p:sldId id="553" r:id="rId6"/>
    <p:sldId id="557" r:id="rId7"/>
    <p:sldId id="558" r:id="rId8"/>
    <p:sldId id="559" r:id="rId9"/>
    <p:sldId id="485" r:id="rId10"/>
    <p:sldId id="561" r:id="rId11"/>
    <p:sldId id="525" r:id="rId12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9">
          <p15:clr>
            <a:srgbClr val="A4A3A4"/>
          </p15:clr>
        </p15:guide>
        <p15:guide id="2" pos="220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66FF"/>
    <a:srgbClr val="FFFF99"/>
    <a:srgbClr val="006600"/>
    <a:srgbClr val="CCFFCC"/>
    <a:srgbClr val="000099"/>
    <a:srgbClr val="FF3300"/>
    <a:srgbClr val="000000"/>
    <a:srgbClr val="FE8D6E"/>
    <a:srgbClr val="91F6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99A2C2-5F40-49C0-91B8-D333C4623443}" v="37" dt="2026-02-03T04:06:16.253"/>
    <p1510:client id="{CE7FE764-8D5C-4BE1-A510-351B4C519FFC}" v="164" dt="2026-02-02T04:55:14.2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65" autoAdjust="0"/>
    <p:restoredTop sz="96000" autoAdjust="0"/>
  </p:normalViewPr>
  <p:slideViewPr>
    <p:cSldViewPr snapToGrid="0">
      <p:cViewPr varScale="1">
        <p:scale>
          <a:sx n="100" d="100"/>
          <a:sy n="100" d="100"/>
        </p:scale>
        <p:origin x="1794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-1758" y="-72"/>
      </p:cViewPr>
      <p:guideLst>
        <p:guide orient="horz" pos="2929"/>
        <p:guide pos="2209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o Jin" userId="cd05a825-544c-438a-9ba1-08e63db50b47" providerId="ADAL" clId="{5DF3A229-1965-414E-AF54-F4C37AC7DF68}"/>
    <pc:docChg chg="custSel modSld">
      <pc:chgData name="Zhao Jin" userId="cd05a825-544c-438a-9ba1-08e63db50b47" providerId="ADAL" clId="{5DF3A229-1965-414E-AF54-F4C37AC7DF68}" dt="2026-02-03T04:06:16.253" v="140"/>
      <pc:docMkLst>
        <pc:docMk/>
      </pc:docMkLst>
      <pc:sldChg chg="addSp modSp mod addAnim delAnim modAnim">
        <pc:chgData name="Zhao Jin" userId="cd05a825-544c-438a-9ba1-08e63db50b47" providerId="ADAL" clId="{5DF3A229-1965-414E-AF54-F4C37AC7DF68}" dt="2026-02-03T04:05:26.633" v="114" actId="207"/>
        <pc:sldMkLst>
          <pc:docMk/>
          <pc:sldMk cId="4227920544" sldId="550"/>
        </pc:sldMkLst>
        <pc:spChg chg="add mod">
          <ac:chgData name="Zhao Jin" userId="cd05a825-544c-438a-9ba1-08e63db50b47" providerId="ADAL" clId="{5DF3A229-1965-414E-AF54-F4C37AC7DF68}" dt="2026-02-03T01:34:31.433" v="13" actId="1038"/>
          <ac:spMkLst>
            <pc:docMk/>
            <pc:sldMk cId="4227920544" sldId="550"/>
            <ac:spMk id="5" creationId="{1C8E5C82-DCA1-C67D-B8B0-63A14C578DEB}"/>
          </ac:spMkLst>
        </pc:spChg>
        <pc:spChg chg="add mod">
          <ac:chgData name="Zhao Jin" userId="cd05a825-544c-438a-9ba1-08e63db50b47" providerId="ADAL" clId="{5DF3A229-1965-414E-AF54-F4C37AC7DF68}" dt="2026-02-03T01:34:37.533" v="18" actId="1036"/>
          <ac:spMkLst>
            <pc:docMk/>
            <pc:sldMk cId="4227920544" sldId="550"/>
            <ac:spMk id="7" creationId="{75F748EA-BC51-B2E6-222D-8317B7DF7870}"/>
          </ac:spMkLst>
        </pc:spChg>
        <pc:spChg chg="mod">
          <ac:chgData name="Zhao Jin" userId="cd05a825-544c-438a-9ba1-08e63db50b47" providerId="ADAL" clId="{5DF3A229-1965-414E-AF54-F4C37AC7DF68}" dt="2026-02-03T04:05:26.633" v="114" actId="207"/>
          <ac:spMkLst>
            <pc:docMk/>
            <pc:sldMk cId="4227920544" sldId="550"/>
            <ac:spMk id="9" creationId="{00000000-0000-0000-0000-000000000000}"/>
          </ac:spMkLst>
        </pc:spChg>
        <pc:spChg chg="add mod">
          <ac:chgData name="Zhao Jin" userId="cd05a825-544c-438a-9ba1-08e63db50b47" providerId="ADAL" clId="{5DF3A229-1965-414E-AF54-F4C37AC7DF68}" dt="2026-02-03T01:34:58.478" v="25" actId="14100"/>
          <ac:spMkLst>
            <pc:docMk/>
            <pc:sldMk cId="4227920544" sldId="550"/>
            <ac:spMk id="10" creationId="{C01EF4D8-5E50-CA77-BD3B-0B5F311A5C42}"/>
          </ac:spMkLst>
        </pc:spChg>
        <pc:spChg chg="add mod">
          <ac:chgData name="Zhao Jin" userId="cd05a825-544c-438a-9ba1-08e63db50b47" providerId="ADAL" clId="{5DF3A229-1965-414E-AF54-F4C37AC7DF68}" dt="2026-02-03T01:34:54.164" v="24" actId="14100"/>
          <ac:spMkLst>
            <pc:docMk/>
            <pc:sldMk cId="4227920544" sldId="550"/>
            <ac:spMk id="11" creationId="{1F501998-C5E8-79DF-5423-E47104594804}"/>
          </ac:spMkLst>
        </pc:spChg>
        <pc:spChg chg="add mod">
          <ac:chgData name="Zhao Jin" userId="cd05a825-544c-438a-9ba1-08e63db50b47" providerId="ADAL" clId="{5DF3A229-1965-414E-AF54-F4C37AC7DF68}" dt="2026-02-03T01:35:22.855" v="36" actId="1036"/>
          <ac:spMkLst>
            <pc:docMk/>
            <pc:sldMk cId="4227920544" sldId="550"/>
            <ac:spMk id="12" creationId="{66497325-FA4E-13CB-098B-AB1A30930CE4}"/>
          </ac:spMkLst>
        </pc:spChg>
        <pc:spChg chg="add mod">
          <ac:chgData name="Zhao Jin" userId="cd05a825-544c-438a-9ba1-08e63db50b47" providerId="ADAL" clId="{5DF3A229-1965-414E-AF54-F4C37AC7DF68}" dt="2026-02-03T01:35:34.742" v="48" actId="14100"/>
          <ac:spMkLst>
            <pc:docMk/>
            <pc:sldMk cId="4227920544" sldId="550"/>
            <ac:spMk id="13" creationId="{DCE88937-2FA8-7DD7-A36B-BC01561E0861}"/>
          </ac:spMkLst>
        </pc:spChg>
        <pc:spChg chg="add mod">
          <ac:chgData name="Zhao Jin" userId="cd05a825-544c-438a-9ba1-08e63db50b47" providerId="ADAL" clId="{5DF3A229-1965-414E-AF54-F4C37AC7DF68}" dt="2026-02-03T01:35:40.664" v="51" actId="14100"/>
          <ac:spMkLst>
            <pc:docMk/>
            <pc:sldMk cId="4227920544" sldId="550"/>
            <ac:spMk id="14" creationId="{1740D4F7-3FA9-FA91-FF53-92D215FCAFD3}"/>
          </ac:spMkLst>
        </pc:spChg>
        <pc:spChg chg="add mod">
          <ac:chgData name="Zhao Jin" userId="cd05a825-544c-438a-9ba1-08e63db50b47" providerId="ADAL" clId="{5DF3A229-1965-414E-AF54-F4C37AC7DF68}" dt="2026-02-03T01:36:55.675" v="68"/>
          <ac:spMkLst>
            <pc:docMk/>
            <pc:sldMk cId="4227920544" sldId="550"/>
            <ac:spMk id="15" creationId="{5EBB7560-CFBA-ABFC-64D2-20EB14C83780}"/>
          </ac:spMkLst>
        </pc:spChg>
      </pc:sldChg>
      <pc:sldChg chg="addSp modSp mod addAnim delAnim modAnim">
        <pc:chgData name="Zhao Jin" userId="cd05a825-544c-438a-9ba1-08e63db50b47" providerId="ADAL" clId="{5DF3A229-1965-414E-AF54-F4C37AC7DF68}" dt="2026-02-03T01:38:02.636" v="102" actId="1036"/>
        <pc:sldMkLst>
          <pc:docMk/>
          <pc:sldMk cId="3404136433" sldId="551"/>
        </pc:sldMkLst>
        <pc:spChg chg="add mod">
          <ac:chgData name="Zhao Jin" userId="cd05a825-544c-438a-9ba1-08e63db50b47" providerId="ADAL" clId="{5DF3A229-1965-414E-AF54-F4C37AC7DF68}" dt="2026-02-03T01:37:15.420" v="86" actId="14100"/>
          <ac:spMkLst>
            <pc:docMk/>
            <pc:sldMk cId="3404136433" sldId="551"/>
            <ac:spMk id="2" creationId="{90B6FD71-FEA0-6F76-33E1-7EB50837404C}"/>
          </ac:spMkLst>
        </pc:spChg>
        <pc:spChg chg="mod">
          <ac:chgData name="Zhao Jin" userId="cd05a825-544c-438a-9ba1-08e63db50b47" providerId="ADAL" clId="{5DF3A229-1965-414E-AF54-F4C37AC7DF68}" dt="2026-02-03T01:38:02.636" v="102" actId="1036"/>
          <ac:spMkLst>
            <pc:docMk/>
            <pc:sldMk cId="3404136433" sldId="551"/>
            <ac:spMk id="3" creationId="{BA3E5335-FFA0-3C8E-69C0-B82F01602C4D}"/>
          </ac:spMkLst>
        </pc:spChg>
        <pc:spChg chg="add mod">
          <ac:chgData name="Zhao Jin" userId="cd05a825-544c-438a-9ba1-08e63db50b47" providerId="ADAL" clId="{5DF3A229-1965-414E-AF54-F4C37AC7DF68}" dt="2026-02-03T01:37:51.864" v="96" actId="14100"/>
          <ac:spMkLst>
            <pc:docMk/>
            <pc:sldMk cId="3404136433" sldId="551"/>
            <ac:spMk id="6" creationId="{8A0526BF-0840-2E18-C073-A137403952C4}"/>
          </ac:spMkLst>
        </pc:spChg>
        <pc:spChg chg="mod">
          <ac:chgData name="Zhao Jin" userId="cd05a825-544c-438a-9ba1-08e63db50b47" providerId="ADAL" clId="{5DF3A229-1965-414E-AF54-F4C37AC7DF68}" dt="2026-02-03T01:37:35.859" v="92" actId="20577"/>
          <ac:spMkLst>
            <pc:docMk/>
            <pc:sldMk cId="3404136433" sldId="551"/>
            <ac:spMk id="9" creationId="{00000000-0000-0000-0000-000000000000}"/>
          </ac:spMkLst>
        </pc:spChg>
      </pc:sldChg>
      <pc:sldChg chg="modSp mod">
        <pc:chgData name="Zhao Jin" userId="cd05a825-544c-438a-9ba1-08e63db50b47" providerId="ADAL" clId="{5DF3A229-1965-414E-AF54-F4C37AC7DF68}" dt="2026-02-03T04:06:06.782" v="137" actId="20577"/>
        <pc:sldMkLst>
          <pc:docMk/>
          <pc:sldMk cId="222951515" sldId="553"/>
        </pc:sldMkLst>
        <pc:spChg chg="mod">
          <ac:chgData name="Zhao Jin" userId="cd05a825-544c-438a-9ba1-08e63db50b47" providerId="ADAL" clId="{5DF3A229-1965-414E-AF54-F4C37AC7DF68}" dt="2026-02-03T04:06:06.782" v="137" actId="20577"/>
          <ac:spMkLst>
            <pc:docMk/>
            <pc:sldMk cId="222951515" sldId="553"/>
            <ac:spMk id="4" creationId="{D3E425E8-2ED5-4C78-052D-AE23C03B4233}"/>
          </ac:spMkLst>
        </pc:spChg>
      </pc:sldChg>
      <pc:sldChg chg="modSp">
        <pc:chgData name="Zhao Jin" userId="cd05a825-544c-438a-9ba1-08e63db50b47" providerId="ADAL" clId="{5DF3A229-1965-414E-AF54-F4C37AC7DF68}" dt="2026-02-03T04:06:12.067" v="138"/>
        <pc:sldMkLst>
          <pc:docMk/>
          <pc:sldMk cId="2043253325" sldId="557"/>
        </pc:sldMkLst>
        <pc:spChg chg="mod">
          <ac:chgData name="Zhao Jin" userId="cd05a825-544c-438a-9ba1-08e63db50b47" providerId="ADAL" clId="{5DF3A229-1965-414E-AF54-F4C37AC7DF68}" dt="2026-02-03T04:06:12.067" v="138"/>
          <ac:spMkLst>
            <pc:docMk/>
            <pc:sldMk cId="2043253325" sldId="557"/>
            <ac:spMk id="4" creationId="{6A6CB5F1-204E-C8FC-B8B7-D98DF4C867E5}"/>
          </ac:spMkLst>
        </pc:spChg>
      </pc:sldChg>
      <pc:sldChg chg="modSp">
        <pc:chgData name="Zhao Jin" userId="cd05a825-544c-438a-9ba1-08e63db50b47" providerId="ADAL" clId="{5DF3A229-1965-414E-AF54-F4C37AC7DF68}" dt="2026-02-03T04:06:14.187" v="139"/>
        <pc:sldMkLst>
          <pc:docMk/>
          <pc:sldMk cId="2893852573" sldId="558"/>
        </pc:sldMkLst>
        <pc:spChg chg="mod">
          <ac:chgData name="Zhao Jin" userId="cd05a825-544c-438a-9ba1-08e63db50b47" providerId="ADAL" clId="{5DF3A229-1965-414E-AF54-F4C37AC7DF68}" dt="2026-02-03T04:06:14.187" v="139"/>
          <ac:spMkLst>
            <pc:docMk/>
            <pc:sldMk cId="2893852573" sldId="558"/>
            <ac:spMk id="4" creationId="{7C703F2F-2BA5-2C0A-0D40-11F3C3C134F5}"/>
          </ac:spMkLst>
        </pc:spChg>
      </pc:sldChg>
      <pc:sldChg chg="modSp">
        <pc:chgData name="Zhao Jin" userId="cd05a825-544c-438a-9ba1-08e63db50b47" providerId="ADAL" clId="{5DF3A229-1965-414E-AF54-F4C37AC7DF68}" dt="2026-02-03T04:06:16.253" v="140"/>
        <pc:sldMkLst>
          <pc:docMk/>
          <pc:sldMk cId="2199886267" sldId="559"/>
        </pc:sldMkLst>
        <pc:spChg chg="mod">
          <ac:chgData name="Zhao Jin" userId="cd05a825-544c-438a-9ba1-08e63db50b47" providerId="ADAL" clId="{5DF3A229-1965-414E-AF54-F4C37AC7DF68}" dt="2026-02-03T04:06:16.253" v="140"/>
          <ac:spMkLst>
            <pc:docMk/>
            <pc:sldMk cId="2199886267" sldId="559"/>
            <ac:spMk id="4" creationId="{4BE12F9B-CE78-AFBC-0047-EBCE89C5B64D}"/>
          </ac:spMkLst>
        </pc:spChg>
      </pc:sldChg>
    </pc:docChg>
  </pc:docChgLst>
  <pc:docChgLst>
    <pc:chgData name="Zhao Jin" userId="cd05a825-544c-438a-9ba1-08e63db50b47" providerId="ADAL" clId="{7346625B-7E8F-4E9B-A9F0-94C1DD70E907}"/>
    <pc:docChg chg="undo custSel addSld modSld">
      <pc:chgData name="Zhao Jin" userId="cd05a825-544c-438a-9ba1-08e63db50b47" providerId="ADAL" clId="{7346625B-7E8F-4E9B-A9F0-94C1DD70E907}" dt="2026-02-02T04:55:35.916" v="694"/>
      <pc:docMkLst>
        <pc:docMk/>
      </pc:docMkLst>
      <pc:sldChg chg="addSp delSp modSp mod addAnim delAnim modAnim">
        <pc:chgData name="Zhao Jin" userId="cd05a825-544c-438a-9ba1-08e63db50b47" providerId="ADAL" clId="{7346625B-7E8F-4E9B-A9F0-94C1DD70E907}" dt="2026-02-02T04:38:06.426" v="226"/>
        <pc:sldMkLst>
          <pc:docMk/>
          <pc:sldMk cId="1492339910" sldId="485"/>
        </pc:sldMkLst>
        <pc:spChg chg="add mod">
          <ac:chgData name="Zhao Jin" userId="cd05a825-544c-438a-9ba1-08e63db50b47" providerId="ADAL" clId="{7346625B-7E8F-4E9B-A9F0-94C1DD70E907}" dt="2026-02-02T04:35:22.693" v="110" actId="400"/>
          <ac:spMkLst>
            <pc:docMk/>
            <pc:sldMk cId="1492339910" sldId="485"/>
            <ac:spMk id="4" creationId="{4EFC6D20-22E0-2E7F-641B-10C84813AE49}"/>
          </ac:spMkLst>
        </pc:spChg>
        <pc:spChg chg="add mod">
          <ac:chgData name="Zhao Jin" userId="cd05a825-544c-438a-9ba1-08e63db50b47" providerId="ADAL" clId="{7346625B-7E8F-4E9B-A9F0-94C1DD70E907}" dt="2026-02-02T04:35:42.493" v="121" actId="207"/>
          <ac:spMkLst>
            <pc:docMk/>
            <pc:sldMk cId="1492339910" sldId="485"/>
            <ac:spMk id="5" creationId="{3D8E9EF1-87BA-E350-3BFE-305464C8CD6C}"/>
          </ac:spMkLst>
        </pc:spChg>
        <pc:spChg chg="add mod">
          <ac:chgData name="Zhao Jin" userId="cd05a825-544c-438a-9ba1-08e63db50b47" providerId="ADAL" clId="{7346625B-7E8F-4E9B-A9F0-94C1DD70E907}" dt="2026-02-02T04:36:56.283" v="214" actId="207"/>
          <ac:spMkLst>
            <pc:docMk/>
            <pc:sldMk cId="1492339910" sldId="485"/>
            <ac:spMk id="6" creationId="{B7C056B7-71E6-CC68-0059-D9481CBD09C3}"/>
          </ac:spMkLst>
        </pc:spChg>
        <pc:spChg chg="mod">
          <ac:chgData name="Zhao Jin" userId="cd05a825-544c-438a-9ba1-08e63db50b47" providerId="ADAL" clId="{7346625B-7E8F-4E9B-A9F0-94C1DD70E907}" dt="2026-02-02T04:34:37.012" v="52" actId="20577"/>
          <ac:spMkLst>
            <pc:docMk/>
            <pc:sldMk cId="1492339910" sldId="485"/>
            <ac:spMk id="7" creationId="{00000000-0000-0000-0000-000000000000}"/>
          </ac:spMkLst>
        </pc:spChg>
        <pc:spChg chg="add mod">
          <ac:chgData name="Zhao Jin" userId="cd05a825-544c-438a-9ba1-08e63db50b47" providerId="ADAL" clId="{7346625B-7E8F-4E9B-A9F0-94C1DD70E907}" dt="2026-02-02T04:36:50.730" v="213" actId="14100"/>
          <ac:spMkLst>
            <pc:docMk/>
            <pc:sldMk cId="1492339910" sldId="485"/>
            <ac:spMk id="9" creationId="{BD7A7A8B-1D70-4E3C-DE47-4BAC60648870}"/>
          </ac:spMkLst>
        </pc:spChg>
        <pc:spChg chg="mod">
          <ac:chgData name="Zhao Jin" userId="cd05a825-544c-438a-9ba1-08e63db50b47" providerId="ADAL" clId="{7346625B-7E8F-4E9B-A9F0-94C1DD70E907}" dt="2026-02-02T04:35:13.800" v="107" actId="14100"/>
          <ac:spMkLst>
            <pc:docMk/>
            <pc:sldMk cId="1492339910" sldId="485"/>
            <ac:spMk id="17" creationId="{99B30EFD-AC62-A84C-B568-481368C993F1}"/>
          </ac:spMkLst>
        </pc:spChg>
        <pc:spChg chg="mod">
          <ac:chgData name="Zhao Jin" userId="cd05a825-544c-438a-9ba1-08e63db50b47" providerId="ADAL" clId="{7346625B-7E8F-4E9B-A9F0-94C1DD70E907}" dt="2026-02-02T04:36:23.581" v="159" actId="207"/>
          <ac:spMkLst>
            <pc:docMk/>
            <pc:sldMk cId="1492339910" sldId="485"/>
            <ac:spMk id="18" creationId="{DFBD7EDF-947D-4A88-A70E-312D20612313}"/>
          </ac:spMkLst>
        </pc:spChg>
        <pc:spChg chg="mod">
          <ac:chgData name="Zhao Jin" userId="cd05a825-544c-438a-9ba1-08e63db50b47" providerId="ADAL" clId="{7346625B-7E8F-4E9B-A9F0-94C1DD70E907}" dt="2026-02-02T04:36:33.649" v="193" actId="1076"/>
          <ac:spMkLst>
            <pc:docMk/>
            <pc:sldMk cId="1492339910" sldId="485"/>
            <ac:spMk id="20" creationId="{388F56C5-0C36-4F57-8BCA-CCFD0E5AC46D}"/>
          </ac:spMkLst>
        </pc:spChg>
        <pc:spChg chg="del">
          <ac:chgData name="Zhao Jin" userId="cd05a825-544c-438a-9ba1-08e63db50b47" providerId="ADAL" clId="{7346625B-7E8F-4E9B-A9F0-94C1DD70E907}" dt="2026-02-02T04:34:34.532" v="49" actId="478"/>
          <ac:spMkLst>
            <pc:docMk/>
            <pc:sldMk cId="1492339910" sldId="485"/>
            <ac:spMk id="21" creationId="{92689133-78A2-474B-8354-D57F493DCCB4}"/>
          </ac:spMkLst>
        </pc:spChg>
        <pc:spChg chg="del">
          <ac:chgData name="Zhao Jin" userId="cd05a825-544c-438a-9ba1-08e63db50b47" providerId="ADAL" clId="{7346625B-7E8F-4E9B-A9F0-94C1DD70E907}" dt="2026-02-02T04:34:34.532" v="49" actId="478"/>
          <ac:spMkLst>
            <pc:docMk/>
            <pc:sldMk cId="1492339910" sldId="485"/>
            <ac:spMk id="24" creationId="{62E951F5-1D1F-1E41-B308-90593A513B26}"/>
          </ac:spMkLst>
        </pc:spChg>
        <pc:spChg chg="mod">
          <ac:chgData name="Zhao Jin" userId="cd05a825-544c-438a-9ba1-08e63db50b47" providerId="ADAL" clId="{7346625B-7E8F-4E9B-A9F0-94C1DD70E907}" dt="2026-02-02T04:34:30.532" v="48" actId="20577"/>
          <ac:spMkLst>
            <pc:docMk/>
            <pc:sldMk cId="1492339910" sldId="485"/>
            <ac:spMk id="25602" creationId="{00000000-0000-0000-0000-000000000000}"/>
          </ac:spMkLst>
        </pc:spChg>
      </pc:sldChg>
      <pc:sldChg chg="modSp mod modAnim">
        <pc:chgData name="Zhao Jin" userId="cd05a825-544c-438a-9ba1-08e63db50b47" providerId="ADAL" clId="{7346625B-7E8F-4E9B-A9F0-94C1DD70E907}" dt="2026-02-02T04:46:32.386" v="507"/>
        <pc:sldMkLst>
          <pc:docMk/>
          <pc:sldMk cId="4227920544" sldId="550"/>
        </pc:sldMkLst>
        <pc:spChg chg="mod">
          <ac:chgData name="Zhao Jin" userId="cd05a825-544c-438a-9ba1-08e63db50b47" providerId="ADAL" clId="{7346625B-7E8F-4E9B-A9F0-94C1DD70E907}" dt="2026-02-02T04:45:47.735" v="482" actId="1076"/>
          <ac:spMkLst>
            <pc:docMk/>
            <pc:sldMk cId="4227920544" sldId="550"/>
            <ac:spMk id="4" creationId="{FB9D5E54-274B-0523-3BF3-B10295DA4A86}"/>
          </ac:spMkLst>
        </pc:spChg>
        <pc:spChg chg="mod">
          <ac:chgData name="Zhao Jin" userId="cd05a825-544c-438a-9ba1-08e63db50b47" providerId="ADAL" clId="{7346625B-7E8F-4E9B-A9F0-94C1DD70E907}" dt="2026-02-02T04:45:41.444" v="481" actId="20577"/>
          <ac:spMkLst>
            <pc:docMk/>
            <pc:sldMk cId="4227920544" sldId="550"/>
            <ac:spMk id="9" creationId="{00000000-0000-0000-0000-000000000000}"/>
          </ac:spMkLst>
        </pc:spChg>
      </pc:sldChg>
      <pc:sldChg chg="modSp mod modAnim">
        <pc:chgData name="Zhao Jin" userId="cd05a825-544c-438a-9ba1-08e63db50b47" providerId="ADAL" clId="{7346625B-7E8F-4E9B-A9F0-94C1DD70E907}" dt="2026-02-02T04:46:44.185" v="509" actId="1076"/>
        <pc:sldMkLst>
          <pc:docMk/>
          <pc:sldMk cId="3404136433" sldId="551"/>
        </pc:sldMkLst>
        <pc:spChg chg="mod">
          <ac:chgData name="Zhao Jin" userId="cd05a825-544c-438a-9ba1-08e63db50b47" providerId="ADAL" clId="{7346625B-7E8F-4E9B-A9F0-94C1DD70E907}" dt="2026-02-02T04:46:44.185" v="509" actId="1076"/>
          <ac:spMkLst>
            <pc:docMk/>
            <pc:sldMk cId="3404136433" sldId="551"/>
            <ac:spMk id="3" creationId="{BA3E5335-FFA0-3C8E-69C0-B82F01602C4D}"/>
          </ac:spMkLst>
        </pc:spChg>
        <pc:spChg chg="mod">
          <ac:chgData name="Zhao Jin" userId="cd05a825-544c-438a-9ba1-08e63db50b47" providerId="ADAL" clId="{7346625B-7E8F-4E9B-A9F0-94C1DD70E907}" dt="2026-02-02T04:46:13.874" v="506" actId="20577"/>
          <ac:spMkLst>
            <pc:docMk/>
            <pc:sldMk cId="3404136433" sldId="551"/>
            <ac:spMk id="10" creationId="{1850E95F-4DF3-444D-BDF1-AF8F205268DD}"/>
          </ac:spMkLst>
        </pc:spChg>
      </pc:sldChg>
      <pc:sldChg chg="addSp modSp mod">
        <pc:chgData name="Zhao Jin" userId="cd05a825-544c-438a-9ba1-08e63db50b47" providerId="ADAL" clId="{7346625B-7E8F-4E9B-A9F0-94C1DD70E907}" dt="2026-02-02T04:53:50.807" v="655" actId="20577"/>
        <pc:sldMkLst>
          <pc:docMk/>
          <pc:sldMk cId="222951515" sldId="553"/>
        </pc:sldMkLst>
        <pc:spChg chg="add mod">
          <ac:chgData name="Zhao Jin" userId="cd05a825-544c-438a-9ba1-08e63db50b47" providerId="ADAL" clId="{7346625B-7E8F-4E9B-A9F0-94C1DD70E907}" dt="2026-02-02T04:53:50.807" v="655" actId="20577"/>
          <ac:spMkLst>
            <pc:docMk/>
            <pc:sldMk cId="222951515" sldId="553"/>
            <ac:spMk id="4" creationId="{D3E425E8-2ED5-4C78-052D-AE23C03B4233}"/>
          </ac:spMkLst>
        </pc:spChg>
        <pc:spChg chg="mod">
          <ac:chgData name="Zhao Jin" userId="cd05a825-544c-438a-9ba1-08e63db50b47" providerId="ADAL" clId="{7346625B-7E8F-4E9B-A9F0-94C1DD70E907}" dt="2026-02-02T04:45:09.150" v="466" actId="20577"/>
          <ac:spMkLst>
            <pc:docMk/>
            <pc:sldMk cId="222951515" sldId="553"/>
            <ac:spMk id="9" creationId="{00000000-0000-0000-0000-000000000000}"/>
          </ac:spMkLst>
        </pc:spChg>
      </pc:sldChg>
      <pc:sldChg chg="addSp modSp mod">
        <pc:chgData name="Zhao Jin" userId="cd05a825-544c-438a-9ba1-08e63db50b47" providerId="ADAL" clId="{7346625B-7E8F-4E9B-A9F0-94C1DD70E907}" dt="2026-02-02T04:53:34.199" v="620" actId="1036"/>
        <pc:sldMkLst>
          <pc:docMk/>
          <pc:sldMk cId="2043253325" sldId="557"/>
        </pc:sldMkLst>
        <pc:spChg chg="add mod">
          <ac:chgData name="Zhao Jin" userId="cd05a825-544c-438a-9ba1-08e63db50b47" providerId="ADAL" clId="{7346625B-7E8F-4E9B-A9F0-94C1DD70E907}" dt="2026-02-02T04:53:34.199" v="620" actId="1036"/>
          <ac:spMkLst>
            <pc:docMk/>
            <pc:sldMk cId="2043253325" sldId="557"/>
            <ac:spMk id="4" creationId="{6A6CB5F1-204E-C8FC-B8B7-D98DF4C867E5}"/>
          </ac:spMkLst>
        </pc:spChg>
        <pc:spChg chg="mod">
          <ac:chgData name="Zhao Jin" userId="cd05a825-544c-438a-9ba1-08e63db50b47" providerId="ADAL" clId="{7346625B-7E8F-4E9B-A9F0-94C1DD70E907}" dt="2026-02-02T04:51:20.451" v="517" actId="207"/>
          <ac:spMkLst>
            <pc:docMk/>
            <pc:sldMk cId="2043253325" sldId="557"/>
            <ac:spMk id="9" creationId="{00000000-0000-0000-0000-000000000000}"/>
          </ac:spMkLst>
        </pc:spChg>
      </pc:sldChg>
      <pc:sldChg chg="addSp modSp mod">
        <pc:chgData name="Zhao Jin" userId="cd05a825-544c-438a-9ba1-08e63db50b47" providerId="ADAL" clId="{7346625B-7E8F-4E9B-A9F0-94C1DD70E907}" dt="2026-02-02T04:54:08.725" v="664" actId="1037"/>
        <pc:sldMkLst>
          <pc:docMk/>
          <pc:sldMk cId="2893852573" sldId="558"/>
        </pc:sldMkLst>
        <pc:spChg chg="add mod">
          <ac:chgData name="Zhao Jin" userId="cd05a825-544c-438a-9ba1-08e63db50b47" providerId="ADAL" clId="{7346625B-7E8F-4E9B-A9F0-94C1DD70E907}" dt="2026-02-02T04:54:08.725" v="664" actId="1037"/>
          <ac:spMkLst>
            <pc:docMk/>
            <pc:sldMk cId="2893852573" sldId="558"/>
            <ac:spMk id="4" creationId="{7C703F2F-2BA5-2C0A-0D40-11F3C3C134F5}"/>
          </ac:spMkLst>
        </pc:spChg>
        <pc:spChg chg="mod">
          <ac:chgData name="Zhao Jin" userId="cd05a825-544c-438a-9ba1-08e63db50b47" providerId="ADAL" clId="{7346625B-7E8F-4E9B-A9F0-94C1DD70E907}" dt="2026-02-02T04:31:45.829" v="11" actId="207"/>
          <ac:spMkLst>
            <pc:docMk/>
            <pc:sldMk cId="2893852573" sldId="558"/>
            <ac:spMk id="9" creationId="{00000000-0000-0000-0000-000000000000}"/>
          </ac:spMkLst>
        </pc:spChg>
      </pc:sldChg>
      <pc:sldChg chg="addSp modSp mod">
        <pc:chgData name="Zhao Jin" userId="cd05a825-544c-438a-9ba1-08e63db50b47" providerId="ADAL" clId="{7346625B-7E8F-4E9B-A9F0-94C1DD70E907}" dt="2026-02-02T04:54:52.647" v="685" actId="1036"/>
        <pc:sldMkLst>
          <pc:docMk/>
          <pc:sldMk cId="2199886267" sldId="559"/>
        </pc:sldMkLst>
        <pc:spChg chg="add mod">
          <ac:chgData name="Zhao Jin" userId="cd05a825-544c-438a-9ba1-08e63db50b47" providerId="ADAL" clId="{7346625B-7E8F-4E9B-A9F0-94C1DD70E907}" dt="2026-02-02T04:54:52.647" v="685" actId="1036"/>
          <ac:spMkLst>
            <pc:docMk/>
            <pc:sldMk cId="2199886267" sldId="559"/>
            <ac:spMk id="4" creationId="{4BE12F9B-CE78-AFBC-0047-EBCE89C5B64D}"/>
          </ac:spMkLst>
        </pc:spChg>
        <pc:spChg chg="mod">
          <ac:chgData name="Zhao Jin" userId="cd05a825-544c-438a-9ba1-08e63db50b47" providerId="ADAL" clId="{7346625B-7E8F-4E9B-A9F0-94C1DD70E907}" dt="2026-02-02T04:54:50.582" v="681" actId="1036"/>
          <ac:spMkLst>
            <pc:docMk/>
            <pc:sldMk cId="2199886267" sldId="559"/>
            <ac:spMk id="9" creationId="{00000000-0000-0000-0000-000000000000}"/>
          </ac:spMkLst>
        </pc:spChg>
      </pc:sldChg>
      <pc:sldChg chg="modSp add mod">
        <pc:chgData name="Zhao Jin" userId="cd05a825-544c-438a-9ba1-08e63db50b47" providerId="ADAL" clId="{7346625B-7E8F-4E9B-A9F0-94C1DD70E907}" dt="2026-02-02T04:52:10.874" v="525" actId="20577"/>
        <pc:sldMkLst>
          <pc:docMk/>
          <pc:sldMk cId="370122138" sldId="560"/>
        </pc:sldMkLst>
        <pc:spChg chg="mod">
          <ac:chgData name="Zhao Jin" userId="cd05a825-544c-438a-9ba1-08e63db50b47" providerId="ADAL" clId="{7346625B-7E8F-4E9B-A9F0-94C1DD70E907}" dt="2026-02-02T04:51:58.970" v="521" actId="20577"/>
          <ac:spMkLst>
            <pc:docMk/>
            <pc:sldMk cId="370122138" sldId="560"/>
            <ac:spMk id="9" creationId="{0E916A75-80CD-BAD3-BA83-EDAA9D627C6F}"/>
          </ac:spMkLst>
        </pc:spChg>
        <pc:spChg chg="mod">
          <ac:chgData name="Zhao Jin" userId="cd05a825-544c-438a-9ba1-08e63db50b47" providerId="ADAL" clId="{7346625B-7E8F-4E9B-A9F0-94C1DD70E907}" dt="2026-02-02T04:52:10.874" v="525" actId="20577"/>
          <ac:spMkLst>
            <pc:docMk/>
            <pc:sldMk cId="370122138" sldId="560"/>
            <ac:spMk id="14338" creationId="{2A8B38AF-9A94-FD7A-9DC4-135287939AF5}"/>
          </ac:spMkLst>
        </pc:spChg>
      </pc:sldChg>
      <pc:sldChg chg="addSp delSp modSp add mod addAnim delAnim modAnim">
        <pc:chgData name="Zhao Jin" userId="cd05a825-544c-438a-9ba1-08e63db50b47" providerId="ADAL" clId="{7346625B-7E8F-4E9B-A9F0-94C1DD70E907}" dt="2026-02-02T04:55:35.916" v="694"/>
        <pc:sldMkLst>
          <pc:docMk/>
          <pc:sldMk cId="1143478381" sldId="561"/>
        </pc:sldMkLst>
        <pc:spChg chg="mod">
          <ac:chgData name="Zhao Jin" userId="cd05a825-544c-438a-9ba1-08e63db50b47" providerId="ADAL" clId="{7346625B-7E8F-4E9B-A9F0-94C1DD70E907}" dt="2026-02-02T04:55:14.239" v="692" actId="404"/>
          <ac:spMkLst>
            <pc:docMk/>
            <pc:sldMk cId="1143478381" sldId="561"/>
            <ac:spMk id="3" creationId="{164AA0E1-71B3-C407-CE3A-2DE99866D71C}"/>
          </ac:spMkLst>
        </pc:spChg>
        <pc:spChg chg="add del mod">
          <ac:chgData name="Zhao Jin" userId="cd05a825-544c-438a-9ba1-08e63db50b47" providerId="ADAL" clId="{7346625B-7E8F-4E9B-A9F0-94C1DD70E907}" dt="2026-02-02T04:38:20.542" v="228" actId="478"/>
          <ac:spMkLst>
            <pc:docMk/>
            <pc:sldMk cId="1143478381" sldId="561"/>
            <ac:spMk id="5" creationId="{55ED1704-2050-2257-9F37-CDE266A9AF69}"/>
          </ac:spMkLst>
        </pc:spChg>
        <pc:spChg chg="add mod">
          <ac:chgData name="Zhao Jin" userId="cd05a825-544c-438a-9ba1-08e63db50b47" providerId="ADAL" clId="{7346625B-7E8F-4E9B-A9F0-94C1DD70E907}" dt="2026-02-02T04:40:34.142" v="316" actId="20577"/>
          <ac:spMkLst>
            <pc:docMk/>
            <pc:sldMk cId="1143478381" sldId="561"/>
            <ac:spMk id="6" creationId="{A99A5FED-9B5F-7A22-6B6E-41C74EC7E595}"/>
          </ac:spMkLst>
        </pc:spChg>
        <pc:spChg chg="add del mod">
          <ac:chgData name="Zhao Jin" userId="cd05a825-544c-438a-9ba1-08e63db50b47" providerId="ADAL" clId="{7346625B-7E8F-4E9B-A9F0-94C1DD70E907}" dt="2026-02-02T04:38:33.330" v="243" actId="20577"/>
          <ac:spMkLst>
            <pc:docMk/>
            <pc:sldMk cId="1143478381" sldId="561"/>
            <ac:spMk id="7" creationId="{7E2C58B5-38ED-83C3-B5AA-3453447C7773}"/>
          </ac:spMkLst>
        </pc:spChg>
        <pc:spChg chg="add del">
          <ac:chgData name="Zhao Jin" userId="cd05a825-544c-438a-9ba1-08e63db50b47" providerId="ADAL" clId="{7346625B-7E8F-4E9B-A9F0-94C1DD70E907}" dt="2026-02-02T04:38:30.745" v="242" actId="478"/>
          <ac:spMkLst>
            <pc:docMk/>
            <pc:sldMk cId="1143478381" sldId="561"/>
            <ac:spMk id="8" creationId="{EF8A0AD8-6062-65F4-4550-3EB424D3ADB2}"/>
          </ac:spMkLst>
        </pc:spChg>
        <pc:spChg chg="add mod">
          <ac:chgData name="Zhao Jin" userId="cd05a825-544c-438a-9ba1-08e63db50b47" providerId="ADAL" clId="{7346625B-7E8F-4E9B-A9F0-94C1DD70E907}" dt="2026-02-02T04:40:47.585" v="320" actId="1076"/>
          <ac:spMkLst>
            <pc:docMk/>
            <pc:sldMk cId="1143478381" sldId="561"/>
            <ac:spMk id="9" creationId="{AC179DA7-7F77-D30B-FDB7-2986495FC0CA}"/>
          </ac:spMkLst>
        </pc:spChg>
        <pc:spChg chg="add mod">
          <ac:chgData name="Zhao Jin" userId="cd05a825-544c-438a-9ba1-08e63db50b47" providerId="ADAL" clId="{7346625B-7E8F-4E9B-A9F0-94C1DD70E907}" dt="2026-02-02T04:43:06.948" v="429" actId="207"/>
          <ac:spMkLst>
            <pc:docMk/>
            <pc:sldMk cId="1143478381" sldId="561"/>
            <ac:spMk id="10" creationId="{8575514E-8D3B-0C58-0987-F1C7F044CB9D}"/>
          </ac:spMkLst>
        </pc:spChg>
        <pc:spChg chg="add mod">
          <ac:chgData name="Zhao Jin" userId="cd05a825-544c-438a-9ba1-08e63db50b47" providerId="ADAL" clId="{7346625B-7E8F-4E9B-A9F0-94C1DD70E907}" dt="2026-02-02T04:43:00.832" v="427" actId="207"/>
          <ac:spMkLst>
            <pc:docMk/>
            <pc:sldMk cId="1143478381" sldId="561"/>
            <ac:spMk id="11" creationId="{762BE87C-9429-1FD3-F8E5-423D77CBC626}"/>
          </ac:spMkLst>
        </pc:spChg>
        <pc:spChg chg="add mod">
          <ac:chgData name="Zhao Jin" userId="cd05a825-544c-438a-9ba1-08e63db50b47" providerId="ADAL" clId="{7346625B-7E8F-4E9B-A9F0-94C1DD70E907}" dt="2026-02-02T04:42:39.141" v="425" actId="1035"/>
          <ac:spMkLst>
            <pc:docMk/>
            <pc:sldMk cId="1143478381" sldId="561"/>
            <ac:spMk id="12" creationId="{B9AA41FD-704C-3B11-89D8-67D43689C247}"/>
          </ac:spMkLst>
        </pc:spChg>
        <pc:spChg chg="add del">
          <ac:chgData name="Zhao Jin" userId="cd05a825-544c-438a-9ba1-08e63db50b47" providerId="ADAL" clId="{7346625B-7E8F-4E9B-A9F0-94C1DD70E907}" dt="2026-02-02T04:38:30.745" v="242" actId="478"/>
          <ac:spMkLst>
            <pc:docMk/>
            <pc:sldMk cId="1143478381" sldId="561"/>
            <ac:spMk id="17" creationId="{B2EB033A-0C53-231D-3D2D-F829E52E63D2}"/>
          </ac:spMkLst>
        </pc:spChg>
        <pc:spChg chg="add del">
          <ac:chgData name="Zhao Jin" userId="cd05a825-544c-438a-9ba1-08e63db50b47" providerId="ADAL" clId="{7346625B-7E8F-4E9B-A9F0-94C1DD70E907}" dt="2026-02-02T04:38:30.745" v="242" actId="478"/>
          <ac:spMkLst>
            <pc:docMk/>
            <pc:sldMk cId="1143478381" sldId="561"/>
            <ac:spMk id="18" creationId="{08D7A1B5-0C8C-A91F-D344-5A1400122CBA}"/>
          </ac:spMkLst>
        </pc:spChg>
        <pc:spChg chg="add del">
          <ac:chgData name="Zhao Jin" userId="cd05a825-544c-438a-9ba1-08e63db50b47" providerId="ADAL" clId="{7346625B-7E8F-4E9B-A9F0-94C1DD70E907}" dt="2026-02-02T04:38:30.745" v="242" actId="478"/>
          <ac:spMkLst>
            <pc:docMk/>
            <pc:sldMk cId="1143478381" sldId="561"/>
            <ac:spMk id="20" creationId="{7EE904D6-B59E-3A97-674F-F74EEBCAF028}"/>
          </ac:spMkLst>
        </pc:spChg>
        <pc:spChg chg="mod">
          <ac:chgData name="Zhao Jin" userId="cd05a825-544c-438a-9ba1-08e63db50b47" providerId="ADAL" clId="{7346625B-7E8F-4E9B-A9F0-94C1DD70E907}" dt="2026-02-02T04:38:38.793" v="244" actId="1076"/>
          <ac:spMkLst>
            <pc:docMk/>
            <pc:sldMk cId="1143478381" sldId="561"/>
            <ac:spMk id="21" creationId="{8F1E6B2D-2A26-CB68-EF94-076D410BD3F6}"/>
          </ac:spMkLst>
        </pc:spChg>
        <pc:spChg chg="mod">
          <ac:chgData name="Zhao Jin" userId="cd05a825-544c-438a-9ba1-08e63db50b47" providerId="ADAL" clId="{7346625B-7E8F-4E9B-A9F0-94C1DD70E907}" dt="2026-02-02T04:42:39.141" v="425" actId="1035"/>
          <ac:spMkLst>
            <pc:docMk/>
            <pc:sldMk cId="1143478381" sldId="561"/>
            <ac:spMk id="24" creationId="{5E1E9C9D-F283-D5D4-4D21-C3374FDB6762}"/>
          </ac:spMkLst>
        </pc:spChg>
        <pc:spChg chg="mod">
          <ac:chgData name="Zhao Jin" userId="cd05a825-544c-438a-9ba1-08e63db50b47" providerId="ADAL" clId="{7346625B-7E8F-4E9B-A9F0-94C1DD70E907}" dt="2026-02-02T04:55:04.499" v="691" actId="20577"/>
          <ac:spMkLst>
            <pc:docMk/>
            <pc:sldMk cId="1143478381" sldId="561"/>
            <ac:spMk id="25602" creationId="{48083655-E9E5-21FC-9EF9-C3FFC10FCDC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GB" dirty="0">
                <a:latin typeface="+mn-lt"/>
              </a:rPr>
              <a:t>CS1010 Programming Methodology</a:t>
            </a:r>
          </a:p>
        </p:txBody>
      </p:sp>
      <p:sp>
        <p:nvSpPr>
          <p:cNvPr id="62467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1614" y="0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62468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2469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1614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fld id="{A8128D1A-2CBE-4D8D-BBD3-EF7640D031AF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1308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6167" y="4414043"/>
            <a:ext cx="5138067" cy="4185089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604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04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1614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fld id="{82D49F41-42BD-4A7F-84D4-B4F7E48B4FCD}" type="slidenum">
              <a:rPr lang="en-GB"/>
              <a:pPr>
                <a:defRPr/>
              </a:pPr>
              <a:t>‹#›</a:t>
            </a:fld>
            <a:endParaRPr lang="en-GB"/>
          </a:p>
        </p:txBody>
      </p:sp>
      <p:sp>
        <p:nvSpPr>
          <p:cNvPr id="8" name="Date Placeholder 7"/>
          <p:cNvSpPr>
            <a:spLocks noGrp="1"/>
          </p:cNvSpPr>
          <p:nvPr>
            <p:ph type="dt" idx="1"/>
          </p:nvPr>
        </p:nvSpPr>
        <p:spPr>
          <a:xfrm>
            <a:off x="3971614" y="0"/>
            <a:ext cx="3037117" cy="465341"/>
          </a:xfrm>
          <a:prstGeom prst="rect">
            <a:avLst/>
          </a:prstGeom>
        </p:spPr>
        <p:txBody>
          <a:bodyPr vert="horz" lIns="92098" tIns="46049" rIns="92098" bIns="46049" rtlCol="0"/>
          <a:lstStyle>
            <a:lvl1pPr algn="r">
              <a:defRPr sz="1200"/>
            </a:lvl1pPr>
          </a:lstStyle>
          <a:p>
            <a:pPr>
              <a:defRPr/>
            </a:pPr>
            <a:fld id="{0AF3AFD6-2BC0-4B1C-A3C8-8C3FEB1DB624}" type="datetimeFigureOut">
              <a:rPr lang="en-US"/>
              <a:pPr>
                <a:defRPr/>
              </a:pPr>
              <a:t>2/3/2026</a:t>
            </a:fld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117" cy="46534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r>
              <a:rPr lang="en-US" dirty="0"/>
              <a:t>CS1010 Programming  Methodology</a:t>
            </a:r>
          </a:p>
        </p:txBody>
      </p:sp>
    </p:spTree>
    <p:extLst>
      <p:ext uri="{BB962C8B-B14F-4D97-AF65-F5344CB8AC3E}">
        <p14:creationId xmlns:p14="http://schemas.microsoft.com/office/powerpoint/2010/main" val="1838096873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349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349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07448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6190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1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7B05-614E-B303-8C72-06D877FF5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688EB64C-1206-501D-06D1-235EA841B0C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E63C2FA8-377A-40FC-EA01-34F48582C69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C675A269-D65F-7572-1F58-FAE64D1914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44906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45163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60800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84842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5949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5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57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marL="0" indent="0" eaLnBrk="1" hangingPunct="1">
              <a:buFont typeface="Calibri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70858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DA717-9C7D-E406-5502-0B3F47207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>
            <a:extLst>
              <a:ext uri="{FF2B5EF4-FFF2-40B4-BE49-F238E27FC236}">
                <a16:creationId xmlns:a16="http://schemas.microsoft.com/office/drawing/2014/main" id="{9808F2CA-415D-116D-4A62-970DF7D0BEB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5779" name="Rectangle 2">
            <a:extLst>
              <a:ext uri="{FF2B5EF4-FFF2-40B4-BE49-F238E27FC236}">
                <a16:creationId xmlns:a16="http://schemas.microsoft.com/office/drawing/2014/main" id="{42BF7A02-D4F6-ABDE-F3E5-AFD5B08E254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5780" name="Rectangle 3">
            <a:extLst>
              <a:ext uri="{FF2B5EF4-FFF2-40B4-BE49-F238E27FC236}">
                <a16:creationId xmlns:a16="http://schemas.microsoft.com/office/drawing/2014/main" id="{C21B87EF-90EE-7933-EBD9-F29FD91960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marL="0" indent="0" eaLnBrk="1" hangingPunct="1">
              <a:buFont typeface="Calibri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3615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052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371600"/>
            <a:ext cx="7848600" cy="1927225"/>
          </a:xfrm>
        </p:spPr>
        <p:txBody>
          <a:bodyPr anchor="b">
            <a:no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505200"/>
            <a:ext cx="64008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[35cce793-99a6-4f28-9e1a-625ba96e3db4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/>
            </a:lvl1pPr>
          </a:lstStyle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685800" y="3398520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0"/>
            </a:lvl1pPr>
          </a:lstStyle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2362200"/>
            <a:ext cx="7772400" cy="2200275"/>
          </a:xfrm>
        </p:spPr>
        <p:txBody>
          <a:bodyPr anchor="b">
            <a:normAutofit/>
          </a:bodyPr>
          <a:lstStyle>
            <a:lvl1pPr algn="l">
              <a:defRPr sz="48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4626864"/>
            <a:ext cx="77724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0"/>
            </a:lvl1pPr>
          </a:lstStyle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731520" y="4599432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488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488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2217817" y="4045823"/>
            <a:ext cx="4709160" cy="794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080"/>
            <a:ext cx="2139696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1800" y="792080"/>
            <a:ext cx="5715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2130552"/>
            <a:ext cx="2139696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 rot="5400000">
            <a:off x="-13116" y="3580206"/>
            <a:ext cx="557784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480"/>
            <a:ext cx="2142680" cy="126492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858610" y="838201"/>
            <a:ext cx="590439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133600"/>
            <a:ext cx="2139696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09600"/>
            <a:ext cx="2057400" cy="5867400"/>
          </a:xfrm>
        </p:spPr>
        <p:txBody>
          <a:bodyPr vert="eaVert"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09600"/>
            <a:ext cx="60198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786"/>
            <a:ext cx="9144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18288"/>
            <a:ext cx="28956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29000" y="18288"/>
            <a:ext cx="4114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0000" y="18288"/>
            <a:ext cx="1066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088" r:id="rId1"/>
    <p:sldLayoutId id="2147485089" r:id="rId2"/>
    <p:sldLayoutId id="2147485090" r:id="rId3"/>
    <p:sldLayoutId id="2147485091" r:id="rId4"/>
    <p:sldLayoutId id="2147485092" r:id="rId5"/>
    <p:sldLayoutId id="2147485093" r:id="rId6"/>
    <p:sldLayoutId id="2147485094" r:id="rId7"/>
    <p:sldLayoutId id="2147485095" r:id="rId8"/>
    <p:sldLayoutId id="2147485096" r:id="rId9"/>
    <p:sldLayoutId id="2147485097" r:id="rId10"/>
    <p:sldLayoutId id="2147485098" r:id="rId11"/>
  </p:sldLayoutIdLst>
  <p:transition>
    <p:fade/>
  </p:transition>
  <p:hf hdr="0" dt="0"/>
  <p:txStyles>
    <p:titleStyle>
      <a:lvl1pPr algn="l" defTabSz="914400" rtl="0" eaLnBrk="1" latinLnBrk="0" hangingPunct="1">
        <a:spcBef>
          <a:spcPct val="0"/>
        </a:spcBef>
        <a:buNone/>
        <a:defRPr sz="4000" kern="1200" spc="-1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9913" y="4696884"/>
            <a:ext cx="2445774" cy="1263650"/>
          </a:xfrm>
          <a:prstGeom prst="rect">
            <a:avLst/>
          </a:prstGeom>
        </p:spPr>
      </p:pic>
      <p:sp>
        <p:nvSpPr>
          <p:cNvPr id="8" name="[TextBox 7]"/>
          <p:cNvSpPr txBox="1"/>
          <p:nvPr/>
        </p:nvSpPr>
        <p:spPr>
          <a:xfrm>
            <a:off x="3513667" y="2912533"/>
            <a:ext cx="2218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Calibri" panose="020F0502020204030204" pitchFamily="34" charset="0"/>
              </a:rPr>
              <a:t>Week 3</a:t>
            </a:r>
          </a:p>
        </p:txBody>
      </p:sp>
      <p:sp>
        <p:nvSpPr>
          <p:cNvPr id="11" name="[TextBox 7]"/>
          <p:cNvSpPr txBox="1"/>
          <p:nvPr/>
        </p:nvSpPr>
        <p:spPr>
          <a:xfrm>
            <a:off x="1058333" y="3462867"/>
            <a:ext cx="71289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</a:rPr>
              <a:t>Recap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22960" y="1245704"/>
            <a:ext cx="7543800" cy="11131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6600" kern="1200" spc="-50" baseline="0">
                <a:solidFill>
                  <a:srgbClr val="003399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-38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Arial"/>
              </a:rPr>
              <a:t>CS1010: </a:t>
            </a:r>
            <a:r>
              <a:rPr lang="en-US" sz="3600" spc="-38" dirty="0">
                <a:latin typeface="Arial"/>
              </a:rPr>
              <a:t>Programming Methodology</a:t>
            </a:r>
            <a:endParaRPr kumimoji="0" lang="en-SG" sz="7200" b="0" i="0" u="none" strike="noStrike" kern="1200" cap="none" spc="-50" normalizeH="0" baseline="0" noProof="0" dirty="0">
              <a:ln>
                <a:noFill/>
              </a:ln>
              <a:solidFill>
                <a:srgbClr val="003399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pic>
        <p:nvPicPr>
          <p:cNvPr id="2" name="Picture 1" descr="Qr code&#10;&#10;Description automatically generated">
            <a:extLst>
              <a:ext uri="{FF2B5EF4-FFF2-40B4-BE49-F238E27FC236}">
                <a16:creationId xmlns:a16="http://schemas.microsoft.com/office/drawing/2014/main" id="{31F452D0-E167-7E48-E829-51D249F839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4946796"/>
            <a:ext cx="1447800" cy="1447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ACE007-8595-F317-279D-F552BBEA7661}"/>
              </a:ext>
            </a:extLst>
          </p:cNvPr>
          <p:cNvSpPr txBox="1"/>
          <p:nvPr/>
        </p:nvSpPr>
        <p:spPr>
          <a:xfrm>
            <a:off x="6430765" y="5917365"/>
            <a:ext cx="264302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2000" dirty="0"/>
              <a:t>Live Q&amp;A </a:t>
            </a:r>
          </a:p>
          <a:p>
            <a:r>
              <a:rPr lang="en-SG" sz="2000" dirty="0"/>
              <a:t>https://pollev.com/jin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A Sample C Program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3384550"/>
          </a:xfrm>
        </p:spPr>
        <p:txBody>
          <a:bodyPr/>
          <a:lstStyle/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702051" y="1279562"/>
            <a:ext cx="8213349" cy="5078313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b="1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math.h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#include "cs1010.h"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square(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hypotenuse_of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base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chemeClr val="tx1"/>
              </a:solidFill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main(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base = cs1010_read_long();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height = cs1010_read_long();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hypotenuse = </a:t>
            </a:r>
            <a:r>
              <a:rPr lang="en-US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hypotenuse_of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(base, height);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cs1010_println_double(hypotenuse);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B1CF73-04DC-472B-B45B-71CEBE9E2875}"/>
              </a:ext>
            </a:extLst>
          </p:cNvPr>
          <p:cNvSpPr txBox="1"/>
          <p:nvPr/>
        </p:nvSpPr>
        <p:spPr>
          <a:xfrm>
            <a:off x="256235" y="1299658"/>
            <a:ext cx="693336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17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9D5E54-274B-0523-3BF3-B10295DA4A86}"/>
              </a:ext>
            </a:extLst>
          </p:cNvPr>
          <p:cNvSpPr txBox="1"/>
          <p:nvPr/>
        </p:nvSpPr>
        <p:spPr>
          <a:xfrm>
            <a:off x="6027344" y="5954159"/>
            <a:ext cx="3032911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Do you know the meaning / purpose of each line?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4D07FC-33AB-73DB-B719-7857976B2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C6E70-8CA7-DFA4-338E-89568A6E1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8E5C82-DCA1-C67D-B8B0-63A14C578DEB}"/>
              </a:ext>
            </a:extLst>
          </p:cNvPr>
          <p:cNvSpPr/>
          <p:nvPr/>
        </p:nvSpPr>
        <p:spPr>
          <a:xfrm>
            <a:off x="760018" y="1309147"/>
            <a:ext cx="2630881" cy="56727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F748EA-BC51-B2E6-222D-8317B7DF7870}"/>
              </a:ext>
            </a:extLst>
          </p:cNvPr>
          <p:cNvSpPr/>
          <p:nvPr/>
        </p:nvSpPr>
        <p:spPr>
          <a:xfrm>
            <a:off x="760018" y="2134648"/>
            <a:ext cx="6240857" cy="56727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1EF4D8-5E50-CA77-BD3B-0B5F311A5C42}"/>
              </a:ext>
            </a:extLst>
          </p:cNvPr>
          <p:cNvSpPr/>
          <p:nvPr/>
        </p:nvSpPr>
        <p:spPr>
          <a:xfrm>
            <a:off x="760018" y="2974944"/>
            <a:ext cx="1973658" cy="5334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501998-C5E8-79DF-5423-E47104594804}"/>
              </a:ext>
            </a:extLst>
          </p:cNvPr>
          <p:cNvSpPr/>
          <p:nvPr/>
        </p:nvSpPr>
        <p:spPr>
          <a:xfrm>
            <a:off x="760018" y="5427087"/>
            <a:ext cx="1659332" cy="56727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6497325-FA4E-13CB-098B-AB1A30930CE4}"/>
              </a:ext>
            </a:extLst>
          </p:cNvPr>
          <p:cNvSpPr/>
          <p:nvPr/>
        </p:nvSpPr>
        <p:spPr>
          <a:xfrm>
            <a:off x="1014736" y="3523426"/>
            <a:ext cx="4624064" cy="5334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CE88937-2FA8-7DD7-A36B-BC01561E0861}"/>
              </a:ext>
            </a:extLst>
          </p:cNvPr>
          <p:cNvSpPr/>
          <p:nvPr/>
        </p:nvSpPr>
        <p:spPr>
          <a:xfrm>
            <a:off x="1014736" y="4296788"/>
            <a:ext cx="6681464" cy="3525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40D4F7-3FA9-FA91-FF53-92D215FCAFD3}"/>
              </a:ext>
            </a:extLst>
          </p:cNvPr>
          <p:cNvSpPr/>
          <p:nvPr/>
        </p:nvSpPr>
        <p:spPr>
          <a:xfrm>
            <a:off x="1014736" y="4868050"/>
            <a:ext cx="4728839" cy="3525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2792054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7" grpId="0" animBg="1"/>
      <p:bldP spid="7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rgbClr val="0000FF"/>
                </a:solidFill>
              </a:rPr>
              <a:t>A Sample C Program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3384550"/>
          </a:xfrm>
        </p:spPr>
        <p:txBody>
          <a:bodyPr/>
          <a:lstStyle/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702051" y="1279562"/>
            <a:ext cx="8213349" cy="2585323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 square(</a:t>
            </a:r>
            <a:r>
              <a:rPr lang="en-SG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 x)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 x * x;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SG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SG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hypotenuse_of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SG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 base, </a:t>
            </a:r>
            <a:r>
              <a:rPr lang="en-SG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 height)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SG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 sqrt(square(base) + square(height));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50E95F-4DF3-444D-BDF1-AF8F205268DD}"/>
              </a:ext>
            </a:extLst>
          </p:cNvPr>
          <p:cNvSpPr txBox="1"/>
          <p:nvPr/>
        </p:nvSpPr>
        <p:spPr>
          <a:xfrm>
            <a:off x="256235" y="1281515"/>
            <a:ext cx="69333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19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21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22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23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24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25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26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27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42777-5E1A-C851-7BE5-6BD16EF72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1D4A4D-7C1F-22A2-9FFC-F79C2D0FF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3E5335-FFA0-3C8E-69C0-B82F01602C4D}"/>
              </a:ext>
            </a:extLst>
          </p:cNvPr>
          <p:cNvSpPr txBox="1"/>
          <p:nvPr/>
        </p:nvSpPr>
        <p:spPr>
          <a:xfrm>
            <a:off x="5882489" y="4022328"/>
            <a:ext cx="3032911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Do you know the meaning / purpose of each line?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B6FD71-FEA0-6F76-33E1-7EB50837404C}"/>
              </a:ext>
            </a:extLst>
          </p:cNvPr>
          <p:cNvSpPr/>
          <p:nvPr/>
        </p:nvSpPr>
        <p:spPr>
          <a:xfrm>
            <a:off x="748036" y="1305065"/>
            <a:ext cx="2623814" cy="11333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0526BF-0840-2E18-C073-A137403952C4}"/>
              </a:ext>
            </a:extLst>
          </p:cNvPr>
          <p:cNvSpPr/>
          <p:nvPr/>
        </p:nvSpPr>
        <p:spPr>
          <a:xfrm>
            <a:off x="740883" y="2678183"/>
            <a:ext cx="6259991" cy="11333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0413643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1459B-4057-1538-42ED-4F3A08F4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2A8B38AF-9A94-FD7A-9DC4-135287939AF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Incremental Coding (v0/skeleton)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94A1DBC6-A59E-03F4-7D69-BB27370004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3384550"/>
          </a:xfrm>
        </p:spPr>
        <p:txBody>
          <a:bodyPr/>
          <a:lstStyle/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916A75-80CD-BAD3-BA83-EDAA9D627C6F}"/>
              </a:ext>
            </a:extLst>
          </p:cNvPr>
          <p:cNvSpPr txBox="1"/>
          <p:nvPr/>
        </p:nvSpPr>
        <p:spPr>
          <a:xfrm>
            <a:off x="702051" y="1279562"/>
            <a:ext cx="8213349" cy="1200329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main(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10F7C81-B214-7273-5CF0-75CAC6148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8968B9-D1F0-D7B3-2441-73FDD7E7E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2213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Incremental Coding (v1)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3384550"/>
          </a:xfrm>
        </p:spPr>
        <p:txBody>
          <a:bodyPr/>
          <a:lstStyle/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702051" y="1279562"/>
            <a:ext cx="8213349" cy="397031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66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#include "cs1010.h"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main(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hypotenuse;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base = cs1010_read_long();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height = cs1010_read_long();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chemeClr val="tx1"/>
              </a:solidFill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hypotenuse = 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chemeClr val="tx1"/>
              </a:solidFill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cs1010_println_double(hypotenuse);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71C1854-62FC-50FD-A085-B7F64127B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89870A-E99C-0D18-B0C9-82800E2E9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E425E8-2ED5-4C78-052D-AE23C03B4233}"/>
              </a:ext>
            </a:extLst>
          </p:cNvPr>
          <p:cNvSpPr txBox="1"/>
          <p:nvPr/>
        </p:nvSpPr>
        <p:spPr>
          <a:xfrm>
            <a:off x="5476875" y="5024218"/>
            <a:ext cx="3438526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How do these lines correspond to the steps in the algorithm?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95151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Incremental Coding (v2)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3384550"/>
          </a:xfrm>
        </p:spPr>
        <p:txBody>
          <a:bodyPr/>
          <a:lstStyle/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702051" y="1279562"/>
            <a:ext cx="8213349" cy="4247317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b="1" dirty="0">
                <a:solidFill>
                  <a:srgbClr val="0066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hypotenuse_of</a:t>
            </a:r>
            <a:r>
              <a:rPr lang="en-US" b="1" dirty="0">
                <a:solidFill>
                  <a:srgbClr val="0066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rgbClr val="0066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base</a:t>
            </a:r>
            <a:r>
              <a:rPr lang="en-US" b="1" dirty="0">
                <a:solidFill>
                  <a:srgbClr val="0066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rgbClr val="0066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height);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main(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hypotenuse = </a:t>
            </a:r>
            <a:r>
              <a:rPr lang="en-US" b="1" dirty="0" err="1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hypotenuse_of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(base, height);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SG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SG" b="1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hypotenuse_of</a:t>
            </a:r>
            <a:r>
              <a:rPr lang="en-SG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SG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SG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base, </a:t>
            </a:r>
            <a:r>
              <a:rPr lang="en-SG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SG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height)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SG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SG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SG" b="1" dirty="0">
                <a:solidFill>
                  <a:srgbClr val="C0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SG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b="1" dirty="0">
              <a:solidFill>
                <a:schemeClr val="tx1"/>
              </a:solidFill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48CB02E-F102-F928-2FEB-6B2E5E864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342226-2BC1-78AC-E599-2D6DEFCF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6CB5F1-204E-C8FC-B8B7-D98DF4C867E5}"/>
              </a:ext>
            </a:extLst>
          </p:cNvPr>
          <p:cNvSpPr txBox="1"/>
          <p:nvPr/>
        </p:nvSpPr>
        <p:spPr>
          <a:xfrm>
            <a:off x="5588599" y="5196341"/>
            <a:ext cx="3326802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How do these lines correspond to the steps in the algorithm?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3253325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Incremental Coding (v3)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3384550"/>
          </a:xfrm>
        </p:spPr>
        <p:txBody>
          <a:bodyPr/>
          <a:lstStyle/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702051" y="1279562"/>
            <a:ext cx="8213349" cy="5355312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66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b="1" dirty="0" err="1">
                <a:solidFill>
                  <a:srgbClr val="0066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math.h</a:t>
            </a:r>
            <a:r>
              <a:rPr lang="en-US" b="1" dirty="0">
                <a:solidFill>
                  <a:srgbClr val="0066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en-US" b="1" dirty="0">
              <a:solidFill>
                <a:schemeClr val="tx1"/>
              </a:solidFill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rgbClr val="0066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square</a:t>
            </a:r>
            <a:r>
              <a:rPr lang="en-US" b="1" dirty="0">
                <a:solidFill>
                  <a:srgbClr val="0066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dirty="0">
                <a:solidFill>
                  <a:srgbClr val="0066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x);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main(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 square(</a:t>
            </a:r>
            <a:r>
              <a:rPr lang="en-SG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 x)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SG" b="1" dirty="0">
                <a:solidFill>
                  <a:srgbClr val="0000FF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SG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SG" b="1" dirty="0">
                <a:solidFill>
                  <a:srgbClr val="C00000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SG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SG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hypotenuse_of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SG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 base, </a:t>
            </a:r>
            <a:r>
              <a:rPr lang="en-SG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 height)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SG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SG" b="1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sqrt(square(base) + square(height));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SG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50628A1-5436-BA9C-66DD-BB2291D38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F88C8D-5209-DD3B-6295-FA7705749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703F2F-2BA5-2C0A-0D40-11F3C3C134F5}"/>
              </a:ext>
            </a:extLst>
          </p:cNvPr>
          <p:cNvSpPr txBox="1"/>
          <p:nvPr/>
        </p:nvSpPr>
        <p:spPr>
          <a:xfrm>
            <a:off x="5723068" y="4405654"/>
            <a:ext cx="3326802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How do these lines correspond to the steps in the algorithm?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3852573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Incremental Coding (v4)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3384550"/>
          </a:xfrm>
        </p:spPr>
        <p:txBody>
          <a:bodyPr/>
          <a:lstStyle/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702051" y="1279562"/>
            <a:ext cx="8213349" cy="341632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main(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 dirty="0">
                <a:solidFill>
                  <a:srgbClr val="7030A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square</a:t>
            </a:r>
            <a:r>
              <a:rPr lang="en-US" b="1" i="0" dirty="0"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i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x</a:t>
            </a:r>
            <a:r>
              <a:rPr lang="en-US" b="1" i="0" dirty="0"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36464E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x </a:t>
            </a:r>
            <a:r>
              <a:rPr lang="en-US" b="1" i="0" dirty="0"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x</a:t>
            </a:r>
            <a:r>
              <a:rPr lang="en-US" b="1" i="0" dirty="0"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F97AE46-B367-0B34-E35C-7282E59F3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9B742B-D417-507B-876A-D13E628C6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E12F9B-CE78-AFBC-0047-EBCE89C5B64D}"/>
              </a:ext>
            </a:extLst>
          </p:cNvPr>
          <p:cNvSpPr txBox="1"/>
          <p:nvPr/>
        </p:nvSpPr>
        <p:spPr>
          <a:xfrm>
            <a:off x="5724790" y="4404990"/>
            <a:ext cx="3326802" cy="646331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How do these lines correspond to the steps in the algorithm?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886267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[Rectangle 2]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sz="4000" dirty="0">
                <a:solidFill>
                  <a:srgbClr val="0000FF"/>
                </a:solidFill>
              </a:rPr>
              <a:t>Common Mistakes (1/2)</a:t>
            </a:r>
            <a:endParaRPr lang="en-GB" dirty="0">
              <a:solidFill>
                <a:srgbClr val="0000FF"/>
              </a:solidFill>
            </a:endParaRPr>
          </a:p>
        </p:txBody>
      </p:sp>
      <p:sp>
        <p:nvSpPr>
          <p:cNvPr id="7" name="Content Placeholder 5"/>
          <p:cNvSpPr>
            <a:spLocks noGrp="1"/>
          </p:cNvSpPr>
          <p:nvPr>
            <p:ph idx="1"/>
          </p:nvPr>
        </p:nvSpPr>
        <p:spPr>
          <a:xfrm>
            <a:off x="587375" y="1208691"/>
            <a:ext cx="8229600" cy="1000970"/>
          </a:xfrm>
        </p:spPr>
        <p:txBody>
          <a:bodyPr>
            <a:noAutofit/>
          </a:bodyPr>
          <a:lstStyle/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Declaration and initialization</a:t>
            </a:r>
          </a:p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0" indent="0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65075" y="1785294"/>
            <a:ext cx="1046030" cy="369332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B30EFD-AC62-A84C-B568-481368C993F1}"/>
              </a:ext>
            </a:extLst>
          </p:cNvPr>
          <p:cNvSpPr txBox="1"/>
          <p:nvPr/>
        </p:nvSpPr>
        <p:spPr>
          <a:xfrm>
            <a:off x="665075" y="2450587"/>
            <a:ext cx="3379800" cy="646331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 dirty="0" err="1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hypotenuse_square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altLang="zh-CN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 dirty="0" err="1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hypotenuse_square</a:t>
            </a:r>
            <a:r>
              <a:rPr lang="en-US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b="1" i="0" dirty="0">
              <a:solidFill>
                <a:srgbClr val="36464E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BD7EDF-947D-4A88-A70E-312D20612313}"/>
              </a:ext>
            </a:extLst>
          </p:cNvPr>
          <p:cNvSpPr txBox="1"/>
          <p:nvPr/>
        </p:nvSpPr>
        <p:spPr>
          <a:xfrm>
            <a:off x="665075" y="3443953"/>
            <a:ext cx="1620925" cy="923330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a;</a:t>
            </a:r>
          </a:p>
          <a:p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b;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a = b +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  <a:endParaRPr lang="en-US" b="1" dirty="0">
              <a:solidFill>
                <a:srgbClr val="80000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8F56C5-0C36-4F57-8BCA-CCFD0E5AC46D}"/>
              </a:ext>
            </a:extLst>
          </p:cNvPr>
          <p:cNvSpPr txBox="1"/>
          <p:nvPr/>
        </p:nvSpPr>
        <p:spPr>
          <a:xfrm>
            <a:off x="665075" y="4714318"/>
            <a:ext cx="1769488" cy="646331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531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 </a:t>
            </a:r>
            <a:endParaRPr lang="en-US" b="1" dirty="0">
              <a:solidFill>
                <a:srgbClr val="80000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97818A7-8603-CF7C-042E-37F85156D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17A1AE-BBBE-B98F-9018-E18100304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FC6D20-22E0-2E7F-641B-10C84813AE49}"/>
              </a:ext>
            </a:extLst>
          </p:cNvPr>
          <p:cNvSpPr txBox="1"/>
          <p:nvPr/>
        </p:nvSpPr>
        <p:spPr>
          <a:xfrm>
            <a:off x="4610100" y="2450586"/>
            <a:ext cx="3379800" cy="646331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 dirty="0" err="1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hypotenuse_square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altLang="zh-CN" b="1" strike="sngStrike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b="1" i="0" strike="sngStrike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 strike="sngStrike" dirty="0" err="1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hypotenuse_square</a:t>
            </a:r>
            <a:r>
              <a:rPr lang="en-US" b="1" i="0" strike="sngStrike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US" b="1" i="0" strike="sngStrike" dirty="0">
              <a:solidFill>
                <a:srgbClr val="36464E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8E9EF1-87BA-E350-3BFE-305464C8CD6C}"/>
              </a:ext>
            </a:extLst>
          </p:cNvPr>
          <p:cNvSpPr txBox="1"/>
          <p:nvPr/>
        </p:nvSpPr>
        <p:spPr>
          <a:xfrm>
            <a:off x="4571999" y="1776126"/>
            <a:ext cx="1688951" cy="369332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a =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C056B7-71E6-CC68-0059-D9481CBD09C3}"/>
              </a:ext>
            </a:extLst>
          </p:cNvPr>
          <p:cNvSpPr txBox="1"/>
          <p:nvPr/>
        </p:nvSpPr>
        <p:spPr>
          <a:xfrm>
            <a:off x="4610100" y="3429000"/>
            <a:ext cx="1844488" cy="923330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a;</a:t>
            </a:r>
          </a:p>
          <a:p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b =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a = b +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  <a:endParaRPr lang="en-US" b="1" dirty="0">
              <a:solidFill>
                <a:srgbClr val="80000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7A7A8B-1D70-4E3C-DE47-4BAC60648870}"/>
              </a:ext>
            </a:extLst>
          </p:cNvPr>
          <p:cNvSpPr txBox="1"/>
          <p:nvPr/>
        </p:nvSpPr>
        <p:spPr>
          <a:xfrm>
            <a:off x="4571999" y="4684413"/>
            <a:ext cx="2006302" cy="369332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531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49233991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7" grpId="0" animBg="1"/>
      <p:bldP spid="18" grpId="0" animBg="1"/>
      <p:bldP spid="20" grpId="0" animBg="1"/>
      <p:bldP spid="4" grpId="0" animBg="1"/>
      <p:bldP spid="5" grpId="0" animBg="1"/>
      <p:bldP spid="6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4F118-4937-AF8C-EE12-AC557603A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[Rectangle 2]">
            <a:extLst>
              <a:ext uri="{FF2B5EF4-FFF2-40B4-BE49-F238E27FC236}">
                <a16:creationId xmlns:a16="http://schemas.microsoft.com/office/drawing/2014/main" id="{48083655-E9E5-21FC-9EF9-C3FFC10FCD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sz="4000" dirty="0">
                <a:solidFill>
                  <a:srgbClr val="0000FF"/>
                </a:solidFill>
              </a:rPr>
              <a:t>Common Mistakes (2/2)</a:t>
            </a:r>
            <a:endParaRPr lang="en-GB" dirty="0">
              <a:solidFill>
                <a:srgbClr val="0000FF"/>
              </a:solidFill>
            </a:endParaRP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7E2C58B5-38ED-83C3-B5AA-3453447C7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208691"/>
            <a:ext cx="8229600" cy="1000970"/>
          </a:xfrm>
        </p:spPr>
        <p:txBody>
          <a:bodyPr>
            <a:noAutofit/>
          </a:bodyPr>
          <a:lstStyle/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Truncations</a:t>
            </a:r>
          </a:p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52425" indent="-352425" eaLnBrk="1" hangingPunct="1"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1E6B2D-2A26-CB68-EF94-076D410BD3F6}"/>
              </a:ext>
            </a:extLst>
          </p:cNvPr>
          <p:cNvSpPr txBox="1"/>
          <p:nvPr/>
        </p:nvSpPr>
        <p:spPr>
          <a:xfrm>
            <a:off x="987135" y="1840329"/>
            <a:ext cx="2854927" cy="369332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half =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1E9C9D-F283-D5D4-4D21-C3374FDB6762}"/>
              </a:ext>
            </a:extLst>
          </p:cNvPr>
          <p:cNvSpPr txBox="1"/>
          <p:nvPr/>
        </p:nvSpPr>
        <p:spPr>
          <a:xfrm>
            <a:off x="987135" y="4172681"/>
            <a:ext cx="2520007" cy="369332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 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half =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1.5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0285957-C667-CA61-2DE7-96B87809C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4AA0E1-71B3-C407-CE3A-2DE99866D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 dirty="0"/>
              <a:t>Week3R - </a:t>
            </a:r>
            <a:fld id="{2E4790E1-2590-4AEE-892D-AB46A7688113}" type="slidenum">
              <a:rPr lang="en-US" sz="1100" smtClean="0"/>
              <a:pPr>
                <a:defRPr/>
              </a:pPr>
              <a:t>10</a:t>
            </a:fld>
            <a:endParaRPr lang="en-US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9A5FED-9B5F-7A22-6B6E-41C74EC7E595}"/>
              </a:ext>
            </a:extLst>
          </p:cNvPr>
          <p:cNvSpPr txBox="1"/>
          <p:nvPr/>
        </p:nvSpPr>
        <p:spPr>
          <a:xfrm>
            <a:off x="4571998" y="1776126"/>
            <a:ext cx="3775935" cy="369332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half =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3.0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179DA7-7F77-D30B-FDB7-2986495FC0CA}"/>
              </a:ext>
            </a:extLst>
          </p:cNvPr>
          <p:cNvSpPr txBox="1"/>
          <p:nvPr/>
        </p:nvSpPr>
        <p:spPr>
          <a:xfrm>
            <a:off x="4571997" y="2319356"/>
            <a:ext cx="3775935" cy="369332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half =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2.0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75514E-8D3B-0C58-0987-F1C7F044CB9D}"/>
              </a:ext>
            </a:extLst>
          </p:cNvPr>
          <p:cNvSpPr txBox="1"/>
          <p:nvPr/>
        </p:nvSpPr>
        <p:spPr>
          <a:xfrm>
            <a:off x="4571994" y="2886214"/>
            <a:ext cx="3775935" cy="369332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half = (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2BE87C-9429-1FD3-F8E5-423D77CBC626}"/>
              </a:ext>
            </a:extLst>
          </p:cNvPr>
          <p:cNvSpPr txBox="1"/>
          <p:nvPr/>
        </p:nvSpPr>
        <p:spPr>
          <a:xfrm>
            <a:off x="4571993" y="3450383"/>
            <a:ext cx="3775935" cy="369332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half =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/(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AA41FD-704C-3B11-89D8-67D43689C247}"/>
              </a:ext>
            </a:extLst>
          </p:cNvPr>
          <p:cNvSpPr txBox="1"/>
          <p:nvPr/>
        </p:nvSpPr>
        <p:spPr>
          <a:xfrm>
            <a:off x="4575138" y="4167804"/>
            <a:ext cx="2729304" cy="369332"/>
          </a:xfrm>
          <a:prstGeom prst="rect">
            <a:avLst/>
          </a:prstGeom>
          <a:noFill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half =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1.5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14347838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4" grpId="0" animBg="1"/>
      <p:bldP spid="6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ighlightTextShape201406241503265130"/>
          <p:cNvSpPr>
            <a:spLocks noChangeArrowheads="1"/>
          </p:cNvSpPr>
          <p:nvPr/>
        </p:nvSpPr>
        <p:spPr bwMode="auto">
          <a:xfrm>
            <a:off x="1341033" y="1402461"/>
            <a:ext cx="6469467" cy="1352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</a:pPr>
            <a:r>
              <a:rPr lang="en-US" sz="6600" dirty="0">
                <a:solidFill>
                  <a:srgbClr val="0000FF"/>
                </a:solidFill>
              </a:rPr>
              <a:t>Practice a lot </a:t>
            </a:r>
            <a:r>
              <a:rPr lang="en-US" sz="6600" dirty="0"/>
              <a:t>with </a:t>
            </a:r>
            <a:r>
              <a:rPr lang="en-US" sz="6600" dirty="0">
                <a:solidFill>
                  <a:srgbClr val="0000FF"/>
                </a:solidFill>
              </a:rPr>
              <a:t>the good practices</a:t>
            </a:r>
            <a:endParaRPr lang="en-US" sz="3600" dirty="0">
              <a:solidFill>
                <a:srgbClr val="0000FF"/>
              </a:solidFill>
            </a:endParaRPr>
          </a:p>
          <a:p>
            <a:pPr marL="288925" indent="-288925" algn="ctr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  <a:buFont typeface="Wingdings" pitchFamily="2" charset="2"/>
              <a:buChar char="§"/>
            </a:pPr>
            <a:endParaRPr lang="en-GB" sz="2800" dirty="0">
              <a:solidFill>
                <a:srgbClr val="0000FF"/>
              </a:solidFill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73CB582-E07D-5CD9-0AFD-1F9A2E7FE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F0351F-7FE6-CE3F-FB41-2216C50ED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Week3R - </a:t>
            </a:r>
            <a:fld id="{2E4790E1-2590-4AEE-892D-AB46A7688113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8418712"/>
      </p:ext>
    </p:extLst>
  </p:cSld>
  <p:clrMapOvr>
    <a:masterClrMapping/>
  </p:clrMapOvr>
  <p:transition>
    <p:fad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rity">
  <a:themeElements>
    <a:clrScheme name="Clarity">
      <a:dk1>
        <a:srgbClr val="292934"/>
      </a:dk1>
      <a:lt1>
        <a:srgbClr val="FFFFFF"/>
      </a:lt1>
      <a:dk2>
        <a:srgbClr val="D2533C"/>
      </a:dk2>
      <a:lt2>
        <a:srgbClr val="F3F2DC"/>
      </a:lt2>
      <a:accent1>
        <a:srgbClr val="93A299"/>
      </a:accent1>
      <a:accent2>
        <a:srgbClr val="AD8F67"/>
      </a:accent2>
      <a:accent3>
        <a:srgbClr val="726056"/>
      </a:accent3>
      <a:accent4>
        <a:srgbClr val="4C5A6A"/>
      </a:accent4>
      <a:accent5>
        <a:srgbClr val="808DA0"/>
      </a:accent5>
      <a:accent6>
        <a:srgbClr val="79463D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Clarity</Template>
  <TotalTime>13474</TotalTime>
  <Words>715</Words>
  <Application>Microsoft Office PowerPoint</Application>
  <PresentationFormat>On-screen Show (4:3)</PresentationFormat>
  <Paragraphs>220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Courier New</vt:lpstr>
      <vt:lpstr>Times New Roman</vt:lpstr>
      <vt:lpstr>Wingdings</vt:lpstr>
      <vt:lpstr>Clarity</vt:lpstr>
      <vt:lpstr>PowerPoint Presentation</vt:lpstr>
      <vt:lpstr>A Sample C Program</vt:lpstr>
      <vt:lpstr>A Sample C Program</vt:lpstr>
      <vt:lpstr>Incremental Coding (v0/skeleton)</vt:lpstr>
      <vt:lpstr>Incremental Coding (v1)</vt:lpstr>
      <vt:lpstr>Incremental Coding (v2)</vt:lpstr>
      <vt:lpstr>Incremental Coding (v3)</vt:lpstr>
      <vt:lpstr>Incremental Coding (v4)</vt:lpstr>
      <vt:lpstr>Common Mistakes (1/2)</vt:lpstr>
      <vt:lpstr>Common Mistakes (2/2)</vt:lpstr>
      <vt:lpstr>PowerPoint Presentation</vt:lpstr>
    </vt:vector>
  </TitlesOfParts>
  <Company>SoC, 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CS1010: Programming Methodology</dc:title>
  <dc:subject>Week 1</dc:subject>
  <dc:creator>Aaron Tan</dc:creator>
  <cp:lastModifiedBy>Zhao Jin</cp:lastModifiedBy>
  <cp:revision>1228</cp:revision>
  <cp:lastPrinted>2014-06-20T04:24:53Z</cp:lastPrinted>
  <dcterms:created xsi:type="dcterms:W3CDTF">1998-09-05T15:03:32Z</dcterms:created>
  <dcterms:modified xsi:type="dcterms:W3CDTF">2026-02-03T04:06:18Z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teType">
    <vt:i4>1</vt:i4>
  </property>
  <property fmtid="{D5CDD505-2E9C-101B-9397-08002B2CF9AE}" pid="3" name="GraphicType">
    <vt:i4>1</vt:i4>
  </property>
  <property fmtid="{D5CDD505-2E9C-101B-9397-08002B2CF9AE}" pid="4" name="Compression">
    <vt:i4>100</vt:i4>
  </property>
  <property fmtid="{D5CDD505-2E9C-101B-9397-08002B2CF9AE}" pid="5" name="ScreenSize">
    <vt:i4>3</vt:i4>
  </property>
  <property fmtid="{D5CDD505-2E9C-101B-9397-08002B2CF9AE}" pid="6" name="ScreenUsage">
    <vt:i4>3</vt:i4>
  </property>
  <property fmtid="{D5CDD505-2E9C-101B-9397-08002B2CF9AE}" pid="7" name="MailAddress">
    <vt:lpwstr>tantc@comp.nus.edu.sg</vt:lpwstr>
  </property>
  <property fmtid="{D5CDD505-2E9C-101B-9397-08002B2CF9AE}" pid="8" name="HomePage">
    <vt:lpwstr>http://www.comp.nus.edu.sg/~tantc</vt:lpwstr>
  </property>
  <property fmtid="{D5CDD505-2E9C-101B-9397-08002B2CF9AE}" pid="9" name="Other">
    <vt:lpwstr/>
  </property>
  <property fmtid="{D5CDD505-2E9C-101B-9397-08002B2CF9AE}" pid="10" name="DownloadOriginal">
    <vt:bool>false</vt:bool>
  </property>
  <property fmtid="{D5CDD505-2E9C-101B-9397-08002B2CF9AE}" pid="11" name="DownloadIEButton">
    <vt:bool>false</vt:bool>
  </property>
  <property fmtid="{D5CDD505-2E9C-101B-9397-08002B2CF9AE}" pid="12" name="UseBrowserColor">
    <vt:bool>true</vt:bool>
  </property>
  <property fmtid="{D5CDD505-2E9C-101B-9397-08002B2CF9AE}" pid="13" name="BackColor">
    <vt:i4>15132390</vt:i4>
  </property>
  <property fmtid="{D5CDD505-2E9C-101B-9397-08002B2CF9AE}" pid="14" name="TextColor">
    <vt:i4>0</vt:i4>
  </property>
  <property fmtid="{D5CDD505-2E9C-101B-9397-08002B2CF9AE}" pid="15" name="LinkColor">
    <vt:i4>16711782</vt:i4>
  </property>
  <property fmtid="{D5CDD505-2E9C-101B-9397-08002B2CF9AE}" pid="16" name="VisitedColor">
    <vt:i4>10040268</vt:i4>
  </property>
  <property fmtid="{D5CDD505-2E9C-101B-9397-08002B2CF9AE}" pid="17" name="TransparentButton">
    <vt:i4>0</vt:i4>
  </property>
  <property fmtid="{D5CDD505-2E9C-101B-9397-08002B2CF9AE}" pid="18" name="ButtonType">
    <vt:i4>3</vt:i4>
  </property>
  <property fmtid="{D5CDD505-2E9C-101B-9397-08002B2CF9AE}" pid="19" name="ShowNotes">
    <vt:bool>false</vt:bool>
  </property>
  <property fmtid="{D5CDD505-2E9C-101B-9397-08002B2CF9AE}" pid="20" name="NavBtnPos">
    <vt:i4>1</vt:i4>
  </property>
  <property fmtid="{D5CDD505-2E9C-101B-9397-08002B2CF9AE}" pid="21" name="OutputDir">
    <vt:lpwstr>C:\My Documents</vt:lpwstr>
  </property>
</Properties>
</file>