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3"/>
  </p:notesMasterIdLst>
  <p:handoutMasterIdLst>
    <p:handoutMasterId r:id="rId14"/>
  </p:handoutMasterIdLst>
  <p:sldIdLst>
    <p:sldId id="256" r:id="rId2"/>
    <p:sldId id="550" r:id="rId3"/>
    <p:sldId id="551" r:id="rId4"/>
    <p:sldId id="560" r:id="rId5"/>
    <p:sldId id="553" r:id="rId6"/>
    <p:sldId id="557" r:id="rId7"/>
    <p:sldId id="558" r:id="rId8"/>
    <p:sldId id="559" r:id="rId9"/>
    <p:sldId id="485" r:id="rId10"/>
    <p:sldId id="561" r:id="rId11"/>
    <p:sldId id="525" r:id="rId12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FFF99"/>
    <a:srgbClr val="006600"/>
    <a:srgbClr val="CCFFCC"/>
    <a:srgbClr val="000099"/>
    <a:srgbClr val="FF3300"/>
    <a:srgbClr val="000000"/>
    <a:srgbClr val="FE8D6E"/>
    <a:srgbClr val="91F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9A2C2-5F40-49C0-91B8-D333C4623443}" v="34" dt="2026-02-03T01:39:37.685"/>
    <p1510:client id="{CE7FE764-8D5C-4BE1-A510-351B4C519FFC}" v="164" dt="2026-02-02T04:55:14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5" autoAdjust="0"/>
    <p:restoredTop sz="96000" autoAdjust="0"/>
  </p:normalViewPr>
  <p:slideViewPr>
    <p:cSldViewPr snapToGrid="0">
      <p:cViewPr varScale="1">
        <p:scale>
          <a:sx n="100" d="100"/>
          <a:sy n="100" d="100"/>
        </p:scale>
        <p:origin x="98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custSel modSld">
      <pc:chgData name="Zhao Jin" userId="cd05a825-544c-438a-9ba1-08e63db50b47" providerId="ADAL" clId="{5DF3A229-1965-414E-AF54-F4C37AC7DF68}" dt="2026-02-03T01:39:37.685" v="113"/>
      <pc:docMkLst>
        <pc:docMk/>
      </pc:docMkLst>
      <pc:sldChg chg="addSp modSp mod addAnim delAnim modAnim">
        <pc:chgData name="Zhao Jin" userId="cd05a825-544c-438a-9ba1-08e63db50b47" providerId="ADAL" clId="{5DF3A229-1965-414E-AF54-F4C37AC7DF68}" dt="2026-02-03T01:39:37.685" v="113"/>
        <pc:sldMkLst>
          <pc:docMk/>
          <pc:sldMk cId="4227920544" sldId="550"/>
        </pc:sldMkLst>
        <pc:spChg chg="add mod">
          <ac:chgData name="Zhao Jin" userId="cd05a825-544c-438a-9ba1-08e63db50b47" providerId="ADAL" clId="{5DF3A229-1965-414E-AF54-F4C37AC7DF68}" dt="2026-02-03T01:34:31.433" v="13" actId="1038"/>
          <ac:spMkLst>
            <pc:docMk/>
            <pc:sldMk cId="4227920544" sldId="550"/>
            <ac:spMk id="5" creationId="{1C8E5C82-DCA1-C67D-B8B0-63A14C578DEB}"/>
          </ac:spMkLst>
        </pc:spChg>
        <pc:spChg chg="add mod">
          <ac:chgData name="Zhao Jin" userId="cd05a825-544c-438a-9ba1-08e63db50b47" providerId="ADAL" clId="{5DF3A229-1965-414E-AF54-F4C37AC7DF68}" dt="2026-02-03T01:34:37.533" v="18" actId="1036"/>
          <ac:spMkLst>
            <pc:docMk/>
            <pc:sldMk cId="4227920544" sldId="550"/>
            <ac:spMk id="7" creationId="{75F748EA-BC51-B2E6-222D-8317B7DF7870}"/>
          </ac:spMkLst>
        </pc:spChg>
        <pc:spChg chg="add mod">
          <ac:chgData name="Zhao Jin" userId="cd05a825-544c-438a-9ba1-08e63db50b47" providerId="ADAL" clId="{5DF3A229-1965-414E-AF54-F4C37AC7DF68}" dt="2026-02-03T01:34:58.478" v="25" actId="14100"/>
          <ac:spMkLst>
            <pc:docMk/>
            <pc:sldMk cId="4227920544" sldId="550"/>
            <ac:spMk id="10" creationId="{C01EF4D8-5E50-CA77-BD3B-0B5F311A5C42}"/>
          </ac:spMkLst>
        </pc:spChg>
        <pc:spChg chg="add mod">
          <ac:chgData name="Zhao Jin" userId="cd05a825-544c-438a-9ba1-08e63db50b47" providerId="ADAL" clId="{5DF3A229-1965-414E-AF54-F4C37AC7DF68}" dt="2026-02-03T01:34:54.164" v="24" actId="14100"/>
          <ac:spMkLst>
            <pc:docMk/>
            <pc:sldMk cId="4227920544" sldId="550"/>
            <ac:spMk id="11" creationId="{1F501998-C5E8-79DF-5423-E47104594804}"/>
          </ac:spMkLst>
        </pc:spChg>
        <pc:spChg chg="add mod">
          <ac:chgData name="Zhao Jin" userId="cd05a825-544c-438a-9ba1-08e63db50b47" providerId="ADAL" clId="{5DF3A229-1965-414E-AF54-F4C37AC7DF68}" dt="2026-02-03T01:35:22.855" v="36" actId="1036"/>
          <ac:spMkLst>
            <pc:docMk/>
            <pc:sldMk cId="4227920544" sldId="550"/>
            <ac:spMk id="12" creationId="{66497325-FA4E-13CB-098B-AB1A30930CE4}"/>
          </ac:spMkLst>
        </pc:spChg>
        <pc:spChg chg="add mod">
          <ac:chgData name="Zhao Jin" userId="cd05a825-544c-438a-9ba1-08e63db50b47" providerId="ADAL" clId="{5DF3A229-1965-414E-AF54-F4C37AC7DF68}" dt="2026-02-03T01:35:34.742" v="48" actId="14100"/>
          <ac:spMkLst>
            <pc:docMk/>
            <pc:sldMk cId="4227920544" sldId="550"/>
            <ac:spMk id="13" creationId="{DCE88937-2FA8-7DD7-A36B-BC01561E0861}"/>
          </ac:spMkLst>
        </pc:spChg>
        <pc:spChg chg="add mod">
          <ac:chgData name="Zhao Jin" userId="cd05a825-544c-438a-9ba1-08e63db50b47" providerId="ADAL" clId="{5DF3A229-1965-414E-AF54-F4C37AC7DF68}" dt="2026-02-03T01:35:40.664" v="51" actId="14100"/>
          <ac:spMkLst>
            <pc:docMk/>
            <pc:sldMk cId="4227920544" sldId="550"/>
            <ac:spMk id="14" creationId="{1740D4F7-3FA9-FA91-FF53-92D215FCAFD3}"/>
          </ac:spMkLst>
        </pc:spChg>
        <pc:spChg chg="add mod">
          <ac:chgData name="Zhao Jin" userId="cd05a825-544c-438a-9ba1-08e63db50b47" providerId="ADAL" clId="{5DF3A229-1965-414E-AF54-F4C37AC7DF68}" dt="2026-02-03T01:36:55.675" v="68"/>
          <ac:spMkLst>
            <pc:docMk/>
            <pc:sldMk cId="4227920544" sldId="550"/>
            <ac:spMk id="15" creationId="{5EBB7560-CFBA-ABFC-64D2-20EB14C83780}"/>
          </ac:spMkLst>
        </pc:spChg>
      </pc:sldChg>
      <pc:sldChg chg="addSp modSp mod addAnim delAnim modAnim">
        <pc:chgData name="Zhao Jin" userId="cd05a825-544c-438a-9ba1-08e63db50b47" providerId="ADAL" clId="{5DF3A229-1965-414E-AF54-F4C37AC7DF68}" dt="2026-02-03T01:38:02.636" v="102" actId="1036"/>
        <pc:sldMkLst>
          <pc:docMk/>
          <pc:sldMk cId="3404136433" sldId="551"/>
        </pc:sldMkLst>
        <pc:spChg chg="add mod">
          <ac:chgData name="Zhao Jin" userId="cd05a825-544c-438a-9ba1-08e63db50b47" providerId="ADAL" clId="{5DF3A229-1965-414E-AF54-F4C37AC7DF68}" dt="2026-02-03T01:37:15.420" v="86" actId="14100"/>
          <ac:spMkLst>
            <pc:docMk/>
            <pc:sldMk cId="3404136433" sldId="551"/>
            <ac:spMk id="2" creationId="{90B6FD71-FEA0-6F76-33E1-7EB50837404C}"/>
          </ac:spMkLst>
        </pc:spChg>
        <pc:spChg chg="mod">
          <ac:chgData name="Zhao Jin" userId="cd05a825-544c-438a-9ba1-08e63db50b47" providerId="ADAL" clId="{5DF3A229-1965-414E-AF54-F4C37AC7DF68}" dt="2026-02-03T01:38:02.636" v="102" actId="1036"/>
          <ac:spMkLst>
            <pc:docMk/>
            <pc:sldMk cId="3404136433" sldId="551"/>
            <ac:spMk id="3" creationId="{BA3E5335-FFA0-3C8E-69C0-B82F01602C4D}"/>
          </ac:spMkLst>
        </pc:spChg>
        <pc:spChg chg="add mod">
          <ac:chgData name="Zhao Jin" userId="cd05a825-544c-438a-9ba1-08e63db50b47" providerId="ADAL" clId="{5DF3A229-1965-414E-AF54-F4C37AC7DF68}" dt="2026-02-03T01:37:51.864" v="96" actId="14100"/>
          <ac:spMkLst>
            <pc:docMk/>
            <pc:sldMk cId="3404136433" sldId="551"/>
            <ac:spMk id="6" creationId="{8A0526BF-0840-2E18-C073-A137403952C4}"/>
          </ac:spMkLst>
        </pc:spChg>
        <pc:spChg chg="mod">
          <ac:chgData name="Zhao Jin" userId="cd05a825-544c-438a-9ba1-08e63db50b47" providerId="ADAL" clId="{5DF3A229-1965-414E-AF54-F4C37AC7DF68}" dt="2026-02-03T01:37:35.859" v="92" actId="20577"/>
          <ac:spMkLst>
            <pc:docMk/>
            <pc:sldMk cId="3404136433" sldId="551"/>
            <ac:spMk id="9" creationId="{00000000-0000-0000-0000-000000000000}"/>
          </ac:spMkLst>
        </pc:spChg>
      </pc:sldChg>
    </pc:docChg>
  </pc:docChgLst>
  <pc:docChgLst>
    <pc:chgData name="Zhao Jin" userId="cd05a825-544c-438a-9ba1-08e63db50b47" providerId="ADAL" clId="{7346625B-7E8F-4E9B-A9F0-94C1DD70E907}"/>
    <pc:docChg chg="undo custSel addSld modSld">
      <pc:chgData name="Zhao Jin" userId="cd05a825-544c-438a-9ba1-08e63db50b47" providerId="ADAL" clId="{7346625B-7E8F-4E9B-A9F0-94C1DD70E907}" dt="2026-02-02T04:55:35.916" v="694"/>
      <pc:docMkLst>
        <pc:docMk/>
      </pc:docMkLst>
      <pc:sldChg chg="addSp delSp modSp mod addAnim delAnim modAnim">
        <pc:chgData name="Zhao Jin" userId="cd05a825-544c-438a-9ba1-08e63db50b47" providerId="ADAL" clId="{7346625B-7E8F-4E9B-A9F0-94C1DD70E907}" dt="2026-02-02T04:38:06.426" v="226"/>
        <pc:sldMkLst>
          <pc:docMk/>
          <pc:sldMk cId="1492339910" sldId="485"/>
        </pc:sldMkLst>
        <pc:spChg chg="add mod">
          <ac:chgData name="Zhao Jin" userId="cd05a825-544c-438a-9ba1-08e63db50b47" providerId="ADAL" clId="{7346625B-7E8F-4E9B-A9F0-94C1DD70E907}" dt="2026-02-02T04:35:22.693" v="110" actId="400"/>
          <ac:spMkLst>
            <pc:docMk/>
            <pc:sldMk cId="1492339910" sldId="485"/>
            <ac:spMk id="4" creationId="{4EFC6D20-22E0-2E7F-641B-10C84813AE49}"/>
          </ac:spMkLst>
        </pc:spChg>
        <pc:spChg chg="add mod">
          <ac:chgData name="Zhao Jin" userId="cd05a825-544c-438a-9ba1-08e63db50b47" providerId="ADAL" clId="{7346625B-7E8F-4E9B-A9F0-94C1DD70E907}" dt="2026-02-02T04:35:42.493" v="121" actId="207"/>
          <ac:spMkLst>
            <pc:docMk/>
            <pc:sldMk cId="1492339910" sldId="485"/>
            <ac:spMk id="5" creationId="{3D8E9EF1-87BA-E350-3BFE-305464C8CD6C}"/>
          </ac:spMkLst>
        </pc:spChg>
        <pc:spChg chg="add mod">
          <ac:chgData name="Zhao Jin" userId="cd05a825-544c-438a-9ba1-08e63db50b47" providerId="ADAL" clId="{7346625B-7E8F-4E9B-A9F0-94C1DD70E907}" dt="2026-02-02T04:36:56.283" v="214" actId="207"/>
          <ac:spMkLst>
            <pc:docMk/>
            <pc:sldMk cId="1492339910" sldId="485"/>
            <ac:spMk id="6" creationId="{B7C056B7-71E6-CC68-0059-D9481CBD09C3}"/>
          </ac:spMkLst>
        </pc:spChg>
        <pc:spChg chg="mod">
          <ac:chgData name="Zhao Jin" userId="cd05a825-544c-438a-9ba1-08e63db50b47" providerId="ADAL" clId="{7346625B-7E8F-4E9B-A9F0-94C1DD70E907}" dt="2026-02-02T04:34:37.012" v="52" actId="20577"/>
          <ac:spMkLst>
            <pc:docMk/>
            <pc:sldMk cId="1492339910" sldId="485"/>
            <ac:spMk id="7" creationId="{00000000-0000-0000-0000-000000000000}"/>
          </ac:spMkLst>
        </pc:spChg>
        <pc:spChg chg="add mod">
          <ac:chgData name="Zhao Jin" userId="cd05a825-544c-438a-9ba1-08e63db50b47" providerId="ADAL" clId="{7346625B-7E8F-4E9B-A9F0-94C1DD70E907}" dt="2026-02-02T04:36:50.730" v="213" actId="14100"/>
          <ac:spMkLst>
            <pc:docMk/>
            <pc:sldMk cId="1492339910" sldId="485"/>
            <ac:spMk id="9" creationId="{BD7A7A8B-1D70-4E3C-DE47-4BAC60648870}"/>
          </ac:spMkLst>
        </pc:spChg>
        <pc:spChg chg="mod">
          <ac:chgData name="Zhao Jin" userId="cd05a825-544c-438a-9ba1-08e63db50b47" providerId="ADAL" clId="{7346625B-7E8F-4E9B-A9F0-94C1DD70E907}" dt="2026-02-02T04:35:13.800" v="107" actId="14100"/>
          <ac:spMkLst>
            <pc:docMk/>
            <pc:sldMk cId="1492339910" sldId="485"/>
            <ac:spMk id="17" creationId="{99B30EFD-AC62-A84C-B568-481368C993F1}"/>
          </ac:spMkLst>
        </pc:spChg>
        <pc:spChg chg="mod">
          <ac:chgData name="Zhao Jin" userId="cd05a825-544c-438a-9ba1-08e63db50b47" providerId="ADAL" clId="{7346625B-7E8F-4E9B-A9F0-94C1DD70E907}" dt="2026-02-02T04:36:23.581" v="159" actId="207"/>
          <ac:spMkLst>
            <pc:docMk/>
            <pc:sldMk cId="1492339910" sldId="485"/>
            <ac:spMk id="18" creationId="{DFBD7EDF-947D-4A88-A70E-312D20612313}"/>
          </ac:spMkLst>
        </pc:spChg>
        <pc:spChg chg="mod">
          <ac:chgData name="Zhao Jin" userId="cd05a825-544c-438a-9ba1-08e63db50b47" providerId="ADAL" clId="{7346625B-7E8F-4E9B-A9F0-94C1DD70E907}" dt="2026-02-02T04:36:33.649" v="193" actId="1076"/>
          <ac:spMkLst>
            <pc:docMk/>
            <pc:sldMk cId="1492339910" sldId="485"/>
            <ac:spMk id="20" creationId="{388F56C5-0C36-4F57-8BCA-CCFD0E5AC46D}"/>
          </ac:spMkLst>
        </pc:spChg>
        <pc:spChg chg="del">
          <ac:chgData name="Zhao Jin" userId="cd05a825-544c-438a-9ba1-08e63db50b47" providerId="ADAL" clId="{7346625B-7E8F-4E9B-A9F0-94C1DD70E907}" dt="2026-02-02T04:34:34.532" v="49" actId="478"/>
          <ac:spMkLst>
            <pc:docMk/>
            <pc:sldMk cId="1492339910" sldId="485"/>
            <ac:spMk id="21" creationId="{92689133-78A2-474B-8354-D57F493DCCB4}"/>
          </ac:spMkLst>
        </pc:spChg>
        <pc:spChg chg="del">
          <ac:chgData name="Zhao Jin" userId="cd05a825-544c-438a-9ba1-08e63db50b47" providerId="ADAL" clId="{7346625B-7E8F-4E9B-A9F0-94C1DD70E907}" dt="2026-02-02T04:34:34.532" v="49" actId="478"/>
          <ac:spMkLst>
            <pc:docMk/>
            <pc:sldMk cId="1492339910" sldId="485"/>
            <ac:spMk id="24" creationId="{62E951F5-1D1F-1E41-B308-90593A513B26}"/>
          </ac:spMkLst>
        </pc:spChg>
        <pc:spChg chg="mod">
          <ac:chgData name="Zhao Jin" userId="cd05a825-544c-438a-9ba1-08e63db50b47" providerId="ADAL" clId="{7346625B-7E8F-4E9B-A9F0-94C1DD70E907}" dt="2026-02-02T04:34:30.532" v="48" actId="20577"/>
          <ac:spMkLst>
            <pc:docMk/>
            <pc:sldMk cId="1492339910" sldId="485"/>
            <ac:spMk id="25602" creationId="{00000000-0000-0000-0000-000000000000}"/>
          </ac:spMkLst>
        </pc:spChg>
      </pc:sldChg>
      <pc:sldChg chg="modSp mod modAnim">
        <pc:chgData name="Zhao Jin" userId="cd05a825-544c-438a-9ba1-08e63db50b47" providerId="ADAL" clId="{7346625B-7E8F-4E9B-A9F0-94C1DD70E907}" dt="2026-02-02T04:46:32.386" v="507"/>
        <pc:sldMkLst>
          <pc:docMk/>
          <pc:sldMk cId="4227920544" sldId="550"/>
        </pc:sldMkLst>
        <pc:spChg chg="mod">
          <ac:chgData name="Zhao Jin" userId="cd05a825-544c-438a-9ba1-08e63db50b47" providerId="ADAL" clId="{7346625B-7E8F-4E9B-A9F0-94C1DD70E907}" dt="2026-02-02T04:45:47.735" v="482" actId="1076"/>
          <ac:spMkLst>
            <pc:docMk/>
            <pc:sldMk cId="4227920544" sldId="550"/>
            <ac:spMk id="4" creationId="{FB9D5E54-274B-0523-3BF3-B10295DA4A86}"/>
          </ac:spMkLst>
        </pc:spChg>
        <pc:spChg chg="mod">
          <ac:chgData name="Zhao Jin" userId="cd05a825-544c-438a-9ba1-08e63db50b47" providerId="ADAL" clId="{7346625B-7E8F-4E9B-A9F0-94C1DD70E907}" dt="2026-02-02T04:45:41.444" v="481" actId="20577"/>
          <ac:spMkLst>
            <pc:docMk/>
            <pc:sldMk cId="4227920544" sldId="550"/>
            <ac:spMk id="9" creationId="{00000000-0000-0000-0000-000000000000}"/>
          </ac:spMkLst>
        </pc:spChg>
      </pc:sldChg>
      <pc:sldChg chg="modSp mod modAnim">
        <pc:chgData name="Zhao Jin" userId="cd05a825-544c-438a-9ba1-08e63db50b47" providerId="ADAL" clId="{7346625B-7E8F-4E9B-A9F0-94C1DD70E907}" dt="2026-02-02T04:46:44.185" v="509" actId="1076"/>
        <pc:sldMkLst>
          <pc:docMk/>
          <pc:sldMk cId="3404136433" sldId="551"/>
        </pc:sldMkLst>
        <pc:spChg chg="mod">
          <ac:chgData name="Zhao Jin" userId="cd05a825-544c-438a-9ba1-08e63db50b47" providerId="ADAL" clId="{7346625B-7E8F-4E9B-A9F0-94C1DD70E907}" dt="2026-02-02T04:46:44.185" v="509" actId="1076"/>
          <ac:spMkLst>
            <pc:docMk/>
            <pc:sldMk cId="3404136433" sldId="551"/>
            <ac:spMk id="3" creationId="{BA3E5335-FFA0-3C8E-69C0-B82F01602C4D}"/>
          </ac:spMkLst>
        </pc:spChg>
        <pc:spChg chg="mod">
          <ac:chgData name="Zhao Jin" userId="cd05a825-544c-438a-9ba1-08e63db50b47" providerId="ADAL" clId="{7346625B-7E8F-4E9B-A9F0-94C1DD70E907}" dt="2026-02-02T04:46:13.874" v="506" actId="20577"/>
          <ac:spMkLst>
            <pc:docMk/>
            <pc:sldMk cId="3404136433" sldId="551"/>
            <ac:spMk id="10" creationId="{1850E95F-4DF3-444D-BDF1-AF8F205268DD}"/>
          </ac:spMkLst>
        </pc:spChg>
      </pc:sldChg>
      <pc:sldChg chg="addSp modSp mod">
        <pc:chgData name="Zhao Jin" userId="cd05a825-544c-438a-9ba1-08e63db50b47" providerId="ADAL" clId="{7346625B-7E8F-4E9B-A9F0-94C1DD70E907}" dt="2026-02-02T04:53:50.807" v="655" actId="20577"/>
        <pc:sldMkLst>
          <pc:docMk/>
          <pc:sldMk cId="222951515" sldId="553"/>
        </pc:sldMkLst>
        <pc:spChg chg="add mod">
          <ac:chgData name="Zhao Jin" userId="cd05a825-544c-438a-9ba1-08e63db50b47" providerId="ADAL" clId="{7346625B-7E8F-4E9B-A9F0-94C1DD70E907}" dt="2026-02-02T04:53:50.807" v="655" actId="20577"/>
          <ac:spMkLst>
            <pc:docMk/>
            <pc:sldMk cId="222951515" sldId="553"/>
            <ac:spMk id="4" creationId="{D3E425E8-2ED5-4C78-052D-AE23C03B4233}"/>
          </ac:spMkLst>
        </pc:spChg>
        <pc:spChg chg="mod">
          <ac:chgData name="Zhao Jin" userId="cd05a825-544c-438a-9ba1-08e63db50b47" providerId="ADAL" clId="{7346625B-7E8F-4E9B-A9F0-94C1DD70E907}" dt="2026-02-02T04:45:09.150" v="466" actId="20577"/>
          <ac:spMkLst>
            <pc:docMk/>
            <pc:sldMk cId="222951515" sldId="553"/>
            <ac:spMk id="9" creationId="{00000000-0000-0000-0000-000000000000}"/>
          </ac:spMkLst>
        </pc:spChg>
      </pc:sldChg>
      <pc:sldChg chg="addSp modSp mod">
        <pc:chgData name="Zhao Jin" userId="cd05a825-544c-438a-9ba1-08e63db50b47" providerId="ADAL" clId="{7346625B-7E8F-4E9B-A9F0-94C1DD70E907}" dt="2026-02-02T04:53:34.199" v="620" actId="1036"/>
        <pc:sldMkLst>
          <pc:docMk/>
          <pc:sldMk cId="2043253325" sldId="557"/>
        </pc:sldMkLst>
        <pc:spChg chg="add mod">
          <ac:chgData name="Zhao Jin" userId="cd05a825-544c-438a-9ba1-08e63db50b47" providerId="ADAL" clId="{7346625B-7E8F-4E9B-A9F0-94C1DD70E907}" dt="2026-02-02T04:53:34.199" v="620" actId="1036"/>
          <ac:spMkLst>
            <pc:docMk/>
            <pc:sldMk cId="2043253325" sldId="557"/>
            <ac:spMk id="4" creationId="{6A6CB5F1-204E-C8FC-B8B7-D98DF4C867E5}"/>
          </ac:spMkLst>
        </pc:spChg>
        <pc:spChg chg="mod">
          <ac:chgData name="Zhao Jin" userId="cd05a825-544c-438a-9ba1-08e63db50b47" providerId="ADAL" clId="{7346625B-7E8F-4E9B-A9F0-94C1DD70E907}" dt="2026-02-02T04:51:20.451" v="517" actId="207"/>
          <ac:spMkLst>
            <pc:docMk/>
            <pc:sldMk cId="2043253325" sldId="557"/>
            <ac:spMk id="9" creationId="{00000000-0000-0000-0000-000000000000}"/>
          </ac:spMkLst>
        </pc:spChg>
      </pc:sldChg>
      <pc:sldChg chg="addSp modSp mod">
        <pc:chgData name="Zhao Jin" userId="cd05a825-544c-438a-9ba1-08e63db50b47" providerId="ADAL" clId="{7346625B-7E8F-4E9B-A9F0-94C1DD70E907}" dt="2026-02-02T04:54:08.725" v="664" actId="1037"/>
        <pc:sldMkLst>
          <pc:docMk/>
          <pc:sldMk cId="2893852573" sldId="558"/>
        </pc:sldMkLst>
        <pc:spChg chg="add mod">
          <ac:chgData name="Zhao Jin" userId="cd05a825-544c-438a-9ba1-08e63db50b47" providerId="ADAL" clId="{7346625B-7E8F-4E9B-A9F0-94C1DD70E907}" dt="2026-02-02T04:54:08.725" v="664" actId="1037"/>
          <ac:spMkLst>
            <pc:docMk/>
            <pc:sldMk cId="2893852573" sldId="558"/>
            <ac:spMk id="4" creationId="{7C703F2F-2BA5-2C0A-0D40-11F3C3C134F5}"/>
          </ac:spMkLst>
        </pc:spChg>
        <pc:spChg chg="mod">
          <ac:chgData name="Zhao Jin" userId="cd05a825-544c-438a-9ba1-08e63db50b47" providerId="ADAL" clId="{7346625B-7E8F-4E9B-A9F0-94C1DD70E907}" dt="2026-02-02T04:31:45.829" v="11" actId="207"/>
          <ac:spMkLst>
            <pc:docMk/>
            <pc:sldMk cId="2893852573" sldId="558"/>
            <ac:spMk id="9" creationId="{00000000-0000-0000-0000-000000000000}"/>
          </ac:spMkLst>
        </pc:spChg>
      </pc:sldChg>
      <pc:sldChg chg="addSp modSp mod">
        <pc:chgData name="Zhao Jin" userId="cd05a825-544c-438a-9ba1-08e63db50b47" providerId="ADAL" clId="{7346625B-7E8F-4E9B-A9F0-94C1DD70E907}" dt="2026-02-02T04:54:52.647" v="685" actId="1036"/>
        <pc:sldMkLst>
          <pc:docMk/>
          <pc:sldMk cId="2199886267" sldId="559"/>
        </pc:sldMkLst>
        <pc:spChg chg="add mod">
          <ac:chgData name="Zhao Jin" userId="cd05a825-544c-438a-9ba1-08e63db50b47" providerId="ADAL" clId="{7346625B-7E8F-4E9B-A9F0-94C1DD70E907}" dt="2026-02-02T04:54:52.647" v="685" actId="1036"/>
          <ac:spMkLst>
            <pc:docMk/>
            <pc:sldMk cId="2199886267" sldId="559"/>
            <ac:spMk id="4" creationId="{4BE12F9B-CE78-AFBC-0047-EBCE89C5B64D}"/>
          </ac:spMkLst>
        </pc:spChg>
        <pc:spChg chg="mod">
          <ac:chgData name="Zhao Jin" userId="cd05a825-544c-438a-9ba1-08e63db50b47" providerId="ADAL" clId="{7346625B-7E8F-4E9B-A9F0-94C1DD70E907}" dt="2026-02-02T04:54:50.582" v="681" actId="1036"/>
          <ac:spMkLst>
            <pc:docMk/>
            <pc:sldMk cId="2199886267" sldId="559"/>
            <ac:spMk id="9" creationId="{00000000-0000-0000-0000-000000000000}"/>
          </ac:spMkLst>
        </pc:spChg>
      </pc:sldChg>
      <pc:sldChg chg="modSp add mod">
        <pc:chgData name="Zhao Jin" userId="cd05a825-544c-438a-9ba1-08e63db50b47" providerId="ADAL" clId="{7346625B-7E8F-4E9B-A9F0-94C1DD70E907}" dt="2026-02-02T04:52:10.874" v="525" actId="20577"/>
        <pc:sldMkLst>
          <pc:docMk/>
          <pc:sldMk cId="370122138" sldId="560"/>
        </pc:sldMkLst>
        <pc:spChg chg="mod">
          <ac:chgData name="Zhao Jin" userId="cd05a825-544c-438a-9ba1-08e63db50b47" providerId="ADAL" clId="{7346625B-7E8F-4E9B-A9F0-94C1DD70E907}" dt="2026-02-02T04:51:58.970" v="521" actId="20577"/>
          <ac:spMkLst>
            <pc:docMk/>
            <pc:sldMk cId="370122138" sldId="560"/>
            <ac:spMk id="9" creationId="{0E916A75-80CD-BAD3-BA83-EDAA9D627C6F}"/>
          </ac:spMkLst>
        </pc:spChg>
        <pc:spChg chg="mod">
          <ac:chgData name="Zhao Jin" userId="cd05a825-544c-438a-9ba1-08e63db50b47" providerId="ADAL" clId="{7346625B-7E8F-4E9B-A9F0-94C1DD70E907}" dt="2026-02-02T04:52:10.874" v="525" actId="20577"/>
          <ac:spMkLst>
            <pc:docMk/>
            <pc:sldMk cId="370122138" sldId="560"/>
            <ac:spMk id="14338" creationId="{2A8B38AF-9A94-FD7A-9DC4-135287939AF5}"/>
          </ac:spMkLst>
        </pc:spChg>
      </pc:sldChg>
      <pc:sldChg chg="addSp delSp modSp add mod addAnim delAnim modAnim">
        <pc:chgData name="Zhao Jin" userId="cd05a825-544c-438a-9ba1-08e63db50b47" providerId="ADAL" clId="{7346625B-7E8F-4E9B-A9F0-94C1DD70E907}" dt="2026-02-02T04:55:35.916" v="694"/>
        <pc:sldMkLst>
          <pc:docMk/>
          <pc:sldMk cId="1143478381" sldId="561"/>
        </pc:sldMkLst>
        <pc:spChg chg="mod">
          <ac:chgData name="Zhao Jin" userId="cd05a825-544c-438a-9ba1-08e63db50b47" providerId="ADAL" clId="{7346625B-7E8F-4E9B-A9F0-94C1DD70E907}" dt="2026-02-02T04:55:14.239" v="692" actId="404"/>
          <ac:spMkLst>
            <pc:docMk/>
            <pc:sldMk cId="1143478381" sldId="561"/>
            <ac:spMk id="3" creationId="{164AA0E1-71B3-C407-CE3A-2DE99866D71C}"/>
          </ac:spMkLst>
        </pc:spChg>
        <pc:spChg chg="add del mod">
          <ac:chgData name="Zhao Jin" userId="cd05a825-544c-438a-9ba1-08e63db50b47" providerId="ADAL" clId="{7346625B-7E8F-4E9B-A9F0-94C1DD70E907}" dt="2026-02-02T04:38:20.542" v="228" actId="478"/>
          <ac:spMkLst>
            <pc:docMk/>
            <pc:sldMk cId="1143478381" sldId="561"/>
            <ac:spMk id="5" creationId="{55ED1704-2050-2257-9F37-CDE266A9AF69}"/>
          </ac:spMkLst>
        </pc:spChg>
        <pc:spChg chg="add mod">
          <ac:chgData name="Zhao Jin" userId="cd05a825-544c-438a-9ba1-08e63db50b47" providerId="ADAL" clId="{7346625B-7E8F-4E9B-A9F0-94C1DD70E907}" dt="2026-02-02T04:40:34.142" v="316" actId="20577"/>
          <ac:spMkLst>
            <pc:docMk/>
            <pc:sldMk cId="1143478381" sldId="561"/>
            <ac:spMk id="6" creationId="{A99A5FED-9B5F-7A22-6B6E-41C74EC7E595}"/>
          </ac:spMkLst>
        </pc:spChg>
        <pc:spChg chg="add del mod">
          <ac:chgData name="Zhao Jin" userId="cd05a825-544c-438a-9ba1-08e63db50b47" providerId="ADAL" clId="{7346625B-7E8F-4E9B-A9F0-94C1DD70E907}" dt="2026-02-02T04:38:33.330" v="243" actId="20577"/>
          <ac:spMkLst>
            <pc:docMk/>
            <pc:sldMk cId="1143478381" sldId="561"/>
            <ac:spMk id="7" creationId="{7E2C58B5-38ED-83C3-B5AA-3453447C7773}"/>
          </ac:spMkLst>
        </pc:spChg>
        <pc:spChg chg="add del">
          <ac:chgData name="Zhao Jin" userId="cd05a825-544c-438a-9ba1-08e63db50b47" providerId="ADAL" clId="{7346625B-7E8F-4E9B-A9F0-94C1DD70E907}" dt="2026-02-02T04:38:30.745" v="242" actId="478"/>
          <ac:spMkLst>
            <pc:docMk/>
            <pc:sldMk cId="1143478381" sldId="561"/>
            <ac:spMk id="8" creationId="{EF8A0AD8-6062-65F4-4550-3EB424D3ADB2}"/>
          </ac:spMkLst>
        </pc:spChg>
        <pc:spChg chg="add mod">
          <ac:chgData name="Zhao Jin" userId="cd05a825-544c-438a-9ba1-08e63db50b47" providerId="ADAL" clId="{7346625B-7E8F-4E9B-A9F0-94C1DD70E907}" dt="2026-02-02T04:40:47.585" v="320" actId="1076"/>
          <ac:spMkLst>
            <pc:docMk/>
            <pc:sldMk cId="1143478381" sldId="561"/>
            <ac:spMk id="9" creationId="{AC179DA7-7F77-D30B-FDB7-2986495FC0CA}"/>
          </ac:spMkLst>
        </pc:spChg>
        <pc:spChg chg="add mod">
          <ac:chgData name="Zhao Jin" userId="cd05a825-544c-438a-9ba1-08e63db50b47" providerId="ADAL" clId="{7346625B-7E8F-4E9B-A9F0-94C1DD70E907}" dt="2026-02-02T04:43:06.948" v="429" actId="207"/>
          <ac:spMkLst>
            <pc:docMk/>
            <pc:sldMk cId="1143478381" sldId="561"/>
            <ac:spMk id="10" creationId="{8575514E-8D3B-0C58-0987-F1C7F044CB9D}"/>
          </ac:spMkLst>
        </pc:spChg>
        <pc:spChg chg="add mod">
          <ac:chgData name="Zhao Jin" userId="cd05a825-544c-438a-9ba1-08e63db50b47" providerId="ADAL" clId="{7346625B-7E8F-4E9B-A9F0-94C1DD70E907}" dt="2026-02-02T04:43:00.832" v="427" actId="207"/>
          <ac:spMkLst>
            <pc:docMk/>
            <pc:sldMk cId="1143478381" sldId="561"/>
            <ac:spMk id="11" creationId="{762BE87C-9429-1FD3-F8E5-423D77CBC626}"/>
          </ac:spMkLst>
        </pc:spChg>
        <pc:spChg chg="add mod">
          <ac:chgData name="Zhao Jin" userId="cd05a825-544c-438a-9ba1-08e63db50b47" providerId="ADAL" clId="{7346625B-7E8F-4E9B-A9F0-94C1DD70E907}" dt="2026-02-02T04:42:39.141" v="425" actId="1035"/>
          <ac:spMkLst>
            <pc:docMk/>
            <pc:sldMk cId="1143478381" sldId="561"/>
            <ac:spMk id="12" creationId="{B9AA41FD-704C-3B11-89D8-67D43689C247}"/>
          </ac:spMkLst>
        </pc:spChg>
        <pc:spChg chg="add del">
          <ac:chgData name="Zhao Jin" userId="cd05a825-544c-438a-9ba1-08e63db50b47" providerId="ADAL" clId="{7346625B-7E8F-4E9B-A9F0-94C1DD70E907}" dt="2026-02-02T04:38:30.745" v="242" actId="478"/>
          <ac:spMkLst>
            <pc:docMk/>
            <pc:sldMk cId="1143478381" sldId="561"/>
            <ac:spMk id="17" creationId="{B2EB033A-0C53-231D-3D2D-F829E52E63D2}"/>
          </ac:spMkLst>
        </pc:spChg>
        <pc:spChg chg="add del">
          <ac:chgData name="Zhao Jin" userId="cd05a825-544c-438a-9ba1-08e63db50b47" providerId="ADAL" clId="{7346625B-7E8F-4E9B-A9F0-94C1DD70E907}" dt="2026-02-02T04:38:30.745" v="242" actId="478"/>
          <ac:spMkLst>
            <pc:docMk/>
            <pc:sldMk cId="1143478381" sldId="561"/>
            <ac:spMk id="18" creationId="{08D7A1B5-0C8C-A91F-D344-5A1400122CBA}"/>
          </ac:spMkLst>
        </pc:spChg>
        <pc:spChg chg="add del">
          <ac:chgData name="Zhao Jin" userId="cd05a825-544c-438a-9ba1-08e63db50b47" providerId="ADAL" clId="{7346625B-7E8F-4E9B-A9F0-94C1DD70E907}" dt="2026-02-02T04:38:30.745" v="242" actId="478"/>
          <ac:spMkLst>
            <pc:docMk/>
            <pc:sldMk cId="1143478381" sldId="561"/>
            <ac:spMk id="20" creationId="{7EE904D6-B59E-3A97-674F-F74EEBCAF028}"/>
          </ac:spMkLst>
        </pc:spChg>
        <pc:spChg chg="mod">
          <ac:chgData name="Zhao Jin" userId="cd05a825-544c-438a-9ba1-08e63db50b47" providerId="ADAL" clId="{7346625B-7E8F-4E9B-A9F0-94C1DD70E907}" dt="2026-02-02T04:38:38.793" v="244" actId="1076"/>
          <ac:spMkLst>
            <pc:docMk/>
            <pc:sldMk cId="1143478381" sldId="561"/>
            <ac:spMk id="21" creationId="{8F1E6B2D-2A26-CB68-EF94-076D410BD3F6}"/>
          </ac:spMkLst>
        </pc:spChg>
        <pc:spChg chg="mod">
          <ac:chgData name="Zhao Jin" userId="cd05a825-544c-438a-9ba1-08e63db50b47" providerId="ADAL" clId="{7346625B-7E8F-4E9B-A9F0-94C1DD70E907}" dt="2026-02-02T04:42:39.141" v="425" actId="1035"/>
          <ac:spMkLst>
            <pc:docMk/>
            <pc:sldMk cId="1143478381" sldId="561"/>
            <ac:spMk id="24" creationId="{5E1E9C9D-F283-D5D4-4D21-C3374FDB6762}"/>
          </ac:spMkLst>
        </pc:spChg>
        <pc:spChg chg="mod">
          <ac:chgData name="Zhao Jin" userId="cd05a825-544c-438a-9ba1-08e63db50b47" providerId="ADAL" clId="{7346625B-7E8F-4E9B-A9F0-94C1DD70E907}" dt="2026-02-02T04:55:04.499" v="691" actId="20577"/>
          <ac:spMkLst>
            <pc:docMk/>
            <pc:sldMk cId="1143478381" sldId="561"/>
            <ac:spMk id="25602" creationId="{48083655-E9E5-21FC-9EF9-C3FFC10FCDC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19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97B05-614E-B303-8C72-06D877FF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88EB64C-1206-501D-06D1-235EA841B0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63C2FA8-377A-40FC-EA01-34F48582C6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675A269-D65F-7572-1F58-FAE64D1914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49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516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80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484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594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0858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A717-9C7D-E406-5502-0B3F47207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9808F2CA-415D-116D-4A62-970DF7D0BE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2BF7A02-D4F6-ABDE-F3E5-AFD5B08E25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C21B87EF-90EE-7933-EBD9-F29FD91960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361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3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31F452D0-E167-7E48-E829-51D249F83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ACE007-8595-F317-279D-F552BBEA766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 Sample C Program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507831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base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height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hypotenuse = </a:t>
            </a:r>
            <a:r>
              <a:rPr lang="en-US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(base, 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cs1010_println_double(hypotenuse);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B1CF73-04DC-472B-B45B-71CEBE9E2875}"/>
              </a:ext>
            </a:extLst>
          </p:cNvPr>
          <p:cNvSpPr txBox="1"/>
          <p:nvPr/>
        </p:nvSpPr>
        <p:spPr>
          <a:xfrm>
            <a:off x="256235" y="1299658"/>
            <a:ext cx="6933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D5E54-274B-0523-3BF3-B10295DA4A86}"/>
              </a:ext>
            </a:extLst>
          </p:cNvPr>
          <p:cNvSpPr txBox="1"/>
          <p:nvPr/>
        </p:nvSpPr>
        <p:spPr>
          <a:xfrm>
            <a:off x="6027344" y="5954159"/>
            <a:ext cx="30329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Do you know the meaning / purpose of each line?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4D07FC-33AB-73DB-B719-7857976B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C6E70-8CA7-DFA4-338E-89568A6E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8E5C82-DCA1-C67D-B8B0-63A14C578DEB}"/>
              </a:ext>
            </a:extLst>
          </p:cNvPr>
          <p:cNvSpPr/>
          <p:nvPr/>
        </p:nvSpPr>
        <p:spPr>
          <a:xfrm>
            <a:off x="760018" y="1309147"/>
            <a:ext cx="2630881" cy="567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748EA-BC51-B2E6-222D-8317B7DF7870}"/>
              </a:ext>
            </a:extLst>
          </p:cNvPr>
          <p:cNvSpPr/>
          <p:nvPr/>
        </p:nvSpPr>
        <p:spPr>
          <a:xfrm>
            <a:off x="760018" y="2134648"/>
            <a:ext cx="6240857" cy="567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1EF4D8-5E50-CA77-BD3B-0B5F311A5C42}"/>
              </a:ext>
            </a:extLst>
          </p:cNvPr>
          <p:cNvSpPr/>
          <p:nvPr/>
        </p:nvSpPr>
        <p:spPr>
          <a:xfrm>
            <a:off x="760018" y="2974944"/>
            <a:ext cx="1973658" cy="533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501998-C5E8-79DF-5423-E47104594804}"/>
              </a:ext>
            </a:extLst>
          </p:cNvPr>
          <p:cNvSpPr/>
          <p:nvPr/>
        </p:nvSpPr>
        <p:spPr>
          <a:xfrm>
            <a:off x="760018" y="5427087"/>
            <a:ext cx="1659332" cy="567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497325-FA4E-13CB-098B-AB1A30930CE4}"/>
              </a:ext>
            </a:extLst>
          </p:cNvPr>
          <p:cNvSpPr/>
          <p:nvPr/>
        </p:nvSpPr>
        <p:spPr>
          <a:xfrm>
            <a:off x="1014736" y="3523426"/>
            <a:ext cx="4624064" cy="533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E88937-2FA8-7DD7-A36B-BC01561E0861}"/>
              </a:ext>
            </a:extLst>
          </p:cNvPr>
          <p:cNvSpPr/>
          <p:nvPr/>
        </p:nvSpPr>
        <p:spPr>
          <a:xfrm>
            <a:off x="1014736" y="4296788"/>
            <a:ext cx="6681464" cy="352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0D4F7-3FA9-FA91-FF53-92D215FCAFD3}"/>
              </a:ext>
            </a:extLst>
          </p:cNvPr>
          <p:cNvSpPr/>
          <p:nvPr/>
        </p:nvSpPr>
        <p:spPr>
          <a:xfrm>
            <a:off x="1014736" y="4868050"/>
            <a:ext cx="4728839" cy="3525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279205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rgbClr val="0000FF"/>
                </a:solidFill>
              </a:rPr>
              <a:t>A Sample C Program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square(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return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x * x;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height)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sqrt(square(base)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0E95F-4DF3-444D-BDF1-AF8F205268DD}"/>
              </a:ext>
            </a:extLst>
          </p:cNvPr>
          <p:cNvSpPr txBox="1"/>
          <p:nvPr/>
        </p:nvSpPr>
        <p:spPr>
          <a:xfrm>
            <a:off x="256235" y="1281515"/>
            <a:ext cx="6933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42777-5E1A-C851-7BE5-6BD16EF72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D4A4D-7C1F-22A2-9FFC-F79C2D0F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E5335-FFA0-3C8E-69C0-B82F01602C4D}"/>
              </a:ext>
            </a:extLst>
          </p:cNvPr>
          <p:cNvSpPr txBox="1"/>
          <p:nvPr/>
        </p:nvSpPr>
        <p:spPr>
          <a:xfrm>
            <a:off x="5882489" y="4022328"/>
            <a:ext cx="3032911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Do you know the meaning / purpose of each line?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B6FD71-FEA0-6F76-33E1-7EB50837404C}"/>
              </a:ext>
            </a:extLst>
          </p:cNvPr>
          <p:cNvSpPr/>
          <p:nvPr/>
        </p:nvSpPr>
        <p:spPr>
          <a:xfrm>
            <a:off x="748036" y="1305065"/>
            <a:ext cx="2623814" cy="1133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526BF-0840-2E18-C073-A137403952C4}"/>
              </a:ext>
            </a:extLst>
          </p:cNvPr>
          <p:cNvSpPr/>
          <p:nvPr/>
        </p:nvSpPr>
        <p:spPr>
          <a:xfrm>
            <a:off x="740883" y="2678183"/>
            <a:ext cx="6259991" cy="11333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41364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1459B-4057-1538-42ED-4F3A08F4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A8B38AF-9A94-FD7A-9DC4-135287939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Incremental Coding (v0/skeleton)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94A1DBC6-A59E-03F4-7D69-BB2737000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16A75-80CD-BAD3-BA83-EDAA9D627C6F}"/>
              </a:ext>
            </a:extLst>
          </p:cNvPr>
          <p:cNvSpPr txBox="1"/>
          <p:nvPr/>
        </p:nvSpPr>
        <p:spPr>
          <a:xfrm>
            <a:off x="702051" y="1279562"/>
            <a:ext cx="8213349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10F7C81-B214-7273-5CF0-75CAC614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8968B9-D1F0-D7B3-2441-73FDD7E7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213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Incremental Coding (v1)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3970318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hypotenuse;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base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height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hypotenuse = </a:t>
            </a:r>
            <a:r>
              <a:rPr lang="en-US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cs1010_println_double(hypotenuse);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1C1854-62FC-50FD-A085-B7F64127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89870A-E99C-0D18-B0C9-82800E2E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425E8-2ED5-4C78-052D-AE23C03B4233}"/>
              </a:ext>
            </a:extLst>
          </p:cNvPr>
          <p:cNvSpPr txBox="1"/>
          <p:nvPr/>
        </p:nvSpPr>
        <p:spPr>
          <a:xfrm>
            <a:off x="5588599" y="5024218"/>
            <a:ext cx="332680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What do these line correspond to in the algorithm?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95151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Incremental Coding (v2)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66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hypotenuse =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(base, 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SG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height)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SG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SG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8CB02E-F102-F928-2FEB-6B2E5E864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42226-2BC1-78AC-E599-2D6DEFCF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CB5F1-204E-C8FC-B8B7-D98DF4C867E5}"/>
              </a:ext>
            </a:extLst>
          </p:cNvPr>
          <p:cNvSpPr txBox="1"/>
          <p:nvPr/>
        </p:nvSpPr>
        <p:spPr>
          <a:xfrm>
            <a:off x="5588599" y="5196341"/>
            <a:ext cx="332680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What do these line correspond to in the algorithm?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25332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Incremental Coding (v3)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5355312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0066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square(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height)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SG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SG" b="1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sqrt(square(base)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SG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50628A1-5436-BA9C-66DD-BB2291D3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F88C8D-5209-DD3B-6295-FA770574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703F2F-2BA5-2C0A-0D40-11F3C3C134F5}"/>
              </a:ext>
            </a:extLst>
          </p:cNvPr>
          <p:cNvSpPr txBox="1"/>
          <p:nvPr/>
        </p:nvSpPr>
        <p:spPr>
          <a:xfrm>
            <a:off x="5723068" y="4405654"/>
            <a:ext cx="332680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What do these line correspond to in the algorithm?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85257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Incremental Coding (v4)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1279562"/>
            <a:ext cx="8213349" cy="341632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97AE46-B367-0B34-E35C-7282E59F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B742B-D417-507B-876A-D13E628C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E12F9B-CE78-AFBC-0047-EBCE89C5B64D}"/>
              </a:ext>
            </a:extLst>
          </p:cNvPr>
          <p:cNvSpPr txBox="1"/>
          <p:nvPr/>
        </p:nvSpPr>
        <p:spPr>
          <a:xfrm>
            <a:off x="5724790" y="4404990"/>
            <a:ext cx="3326802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What do these line correspond to in the algorithm?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88626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Common Mistakes (1/2)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Declaration and initialization</a:t>
            </a:r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5075" y="1785294"/>
            <a:ext cx="104603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B30EFD-AC62-A84C-B568-481368C993F1}"/>
              </a:ext>
            </a:extLst>
          </p:cNvPr>
          <p:cNvSpPr txBox="1"/>
          <p:nvPr/>
        </p:nvSpPr>
        <p:spPr>
          <a:xfrm>
            <a:off x="665075" y="2450587"/>
            <a:ext cx="3379800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BD7EDF-947D-4A88-A70E-312D20612313}"/>
              </a:ext>
            </a:extLst>
          </p:cNvPr>
          <p:cNvSpPr txBox="1"/>
          <p:nvPr/>
        </p:nvSpPr>
        <p:spPr>
          <a:xfrm>
            <a:off x="665075" y="3443953"/>
            <a:ext cx="1620925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b;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a = 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F56C5-0C36-4F57-8BCA-CCFD0E5AC46D}"/>
              </a:ext>
            </a:extLst>
          </p:cNvPr>
          <p:cNvSpPr txBox="1"/>
          <p:nvPr/>
        </p:nvSpPr>
        <p:spPr>
          <a:xfrm>
            <a:off x="665075" y="4714318"/>
            <a:ext cx="1769488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531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7818A7-8603-CF7C-042E-37F85156D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17A1AE-BBBE-B98F-9018-E18100304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FC6D20-22E0-2E7F-641B-10C84813AE49}"/>
              </a:ext>
            </a:extLst>
          </p:cNvPr>
          <p:cNvSpPr txBox="1"/>
          <p:nvPr/>
        </p:nvSpPr>
        <p:spPr>
          <a:xfrm>
            <a:off x="4610100" y="2450586"/>
            <a:ext cx="3379800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altLang="zh-CN" b="1" strike="sngStrike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strike="sngStrike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strike="sngStrike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strike="sngStrike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strike="sngStrike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E9EF1-87BA-E350-3BFE-305464C8CD6C}"/>
              </a:ext>
            </a:extLst>
          </p:cNvPr>
          <p:cNvSpPr txBox="1"/>
          <p:nvPr/>
        </p:nvSpPr>
        <p:spPr>
          <a:xfrm>
            <a:off x="4571999" y="1776126"/>
            <a:ext cx="1688951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056B7-71E6-CC68-0059-D9481CBD09C3}"/>
              </a:ext>
            </a:extLst>
          </p:cNvPr>
          <p:cNvSpPr txBox="1"/>
          <p:nvPr/>
        </p:nvSpPr>
        <p:spPr>
          <a:xfrm>
            <a:off x="4610100" y="3429000"/>
            <a:ext cx="1844488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a = 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A7A8B-1D70-4E3C-DE47-4BAC60648870}"/>
              </a:ext>
            </a:extLst>
          </p:cNvPr>
          <p:cNvSpPr txBox="1"/>
          <p:nvPr/>
        </p:nvSpPr>
        <p:spPr>
          <a:xfrm>
            <a:off x="4571999" y="4684413"/>
            <a:ext cx="2006302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531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4923399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  <p:bldP spid="18" grpId="0" animBg="1"/>
      <p:bldP spid="20" grpId="0" animBg="1"/>
      <p:bldP spid="4" grpId="0" animBg="1"/>
      <p:bldP spid="5" grpId="0" animBg="1"/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F118-4937-AF8C-EE12-AC557603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>
            <a:extLst>
              <a:ext uri="{FF2B5EF4-FFF2-40B4-BE49-F238E27FC236}">
                <a16:creationId xmlns:a16="http://schemas.microsoft.com/office/drawing/2014/main" id="{48083655-E9E5-21FC-9EF9-C3FFC10FCD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Common Mistakes (2/2)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7E2C58B5-38ED-83C3-B5AA-3453447C7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Truncations</a:t>
            </a:r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1E6B2D-2A26-CB68-EF94-076D410BD3F6}"/>
              </a:ext>
            </a:extLst>
          </p:cNvPr>
          <p:cNvSpPr txBox="1"/>
          <p:nvPr/>
        </p:nvSpPr>
        <p:spPr>
          <a:xfrm>
            <a:off x="987135" y="1840329"/>
            <a:ext cx="2854927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1E9C9D-F283-D5D4-4D21-C3374FDB6762}"/>
              </a:ext>
            </a:extLst>
          </p:cNvPr>
          <p:cNvSpPr txBox="1"/>
          <p:nvPr/>
        </p:nvSpPr>
        <p:spPr>
          <a:xfrm>
            <a:off x="987135" y="4172681"/>
            <a:ext cx="2520007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1.5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285957-C667-CA61-2DE7-96B87809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4AA0E1-71B3-C407-CE3A-2DE99866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Week3R - </a:t>
            </a:r>
            <a:fld id="{2E4790E1-2590-4AEE-892D-AB46A7688113}" type="slidenum">
              <a:rPr lang="en-US" sz="1100" smtClean="0"/>
              <a:pPr>
                <a:defRPr/>
              </a:pPr>
              <a:t>10</a:t>
            </a:fld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A5FED-9B5F-7A22-6B6E-41C74EC7E595}"/>
              </a:ext>
            </a:extLst>
          </p:cNvPr>
          <p:cNvSpPr txBox="1"/>
          <p:nvPr/>
        </p:nvSpPr>
        <p:spPr>
          <a:xfrm>
            <a:off x="4571998" y="1776126"/>
            <a:ext cx="3775935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3.0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179DA7-7F77-D30B-FDB7-2986495FC0CA}"/>
              </a:ext>
            </a:extLst>
          </p:cNvPr>
          <p:cNvSpPr txBox="1"/>
          <p:nvPr/>
        </p:nvSpPr>
        <p:spPr>
          <a:xfrm>
            <a:off x="4571997" y="2319356"/>
            <a:ext cx="3775935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75514E-8D3B-0C58-0987-F1C7F044CB9D}"/>
              </a:ext>
            </a:extLst>
          </p:cNvPr>
          <p:cNvSpPr txBox="1"/>
          <p:nvPr/>
        </p:nvSpPr>
        <p:spPr>
          <a:xfrm>
            <a:off x="4571994" y="2886214"/>
            <a:ext cx="3775935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half = 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2BE87C-9429-1FD3-F8E5-423D77CBC626}"/>
              </a:ext>
            </a:extLst>
          </p:cNvPr>
          <p:cNvSpPr txBox="1"/>
          <p:nvPr/>
        </p:nvSpPr>
        <p:spPr>
          <a:xfrm>
            <a:off x="4571993" y="3450383"/>
            <a:ext cx="3775935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half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A41FD-704C-3B11-89D8-67D43689C247}"/>
              </a:ext>
            </a:extLst>
          </p:cNvPr>
          <p:cNvSpPr txBox="1"/>
          <p:nvPr/>
        </p:nvSpPr>
        <p:spPr>
          <a:xfrm>
            <a:off x="4575138" y="4167804"/>
            <a:ext cx="2729304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1.5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1434783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4" grpId="0" animBg="1"/>
      <p:bldP spid="6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1341033" y="1402461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600" dirty="0">
                <a:solidFill>
                  <a:srgbClr val="0000FF"/>
                </a:solidFill>
              </a:rPr>
              <a:t>Practice a lot </a:t>
            </a:r>
            <a:r>
              <a:rPr lang="en-US" sz="6600" dirty="0"/>
              <a:t>with </a:t>
            </a:r>
            <a:r>
              <a:rPr lang="en-US" sz="6600" dirty="0">
                <a:solidFill>
                  <a:srgbClr val="0000FF"/>
                </a:solidFill>
              </a:rPr>
              <a:t>the good practices</a:t>
            </a:r>
            <a:endParaRPr lang="en-US" sz="3600" dirty="0">
              <a:solidFill>
                <a:srgbClr val="0000FF"/>
              </a:solidFill>
            </a:endParaRPr>
          </a:p>
          <a:p>
            <a:pPr marL="288925" indent="-288925"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  <a:buFont typeface="Wingdings" pitchFamily="2" charset="2"/>
              <a:buChar char="§"/>
            </a:pPr>
            <a:endParaRPr lang="en-GB" sz="2800" dirty="0">
              <a:solidFill>
                <a:srgbClr val="0000FF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3CB582-E07D-5CD9-0AFD-1F9A2E7FE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0351F-7FE6-CE3F-FB41-2216C50ED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Week3R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13473</TotalTime>
  <Words>707</Words>
  <Application>Microsoft Office PowerPoint</Application>
  <PresentationFormat>On-screen Show (4:3)</PresentationFormat>
  <Paragraphs>220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A Sample C Program</vt:lpstr>
      <vt:lpstr>A Sample C Program</vt:lpstr>
      <vt:lpstr>Incremental Coding (v0/skeleton)</vt:lpstr>
      <vt:lpstr>Incremental Coding (v1)</vt:lpstr>
      <vt:lpstr>Incremental Coding (v2)</vt:lpstr>
      <vt:lpstr>Incremental Coding (v3)</vt:lpstr>
      <vt:lpstr>Incremental Coding (v4)</vt:lpstr>
      <vt:lpstr>Common Mistakes (1/2)</vt:lpstr>
      <vt:lpstr>Common Mistakes (2/2)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1228</cp:revision>
  <cp:lastPrinted>2014-06-20T04:24:53Z</cp:lastPrinted>
  <dcterms:created xsi:type="dcterms:W3CDTF">1998-09-05T15:03:32Z</dcterms:created>
  <dcterms:modified xsi:type="dcterms:W3CDTF">2026-02-03T01:39:43Z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