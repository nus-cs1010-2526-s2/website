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9"/>
  </p:notesMasterIdLst>
  <p:handoutMasterIdLst>
    <p:handoutMasterId r:id="rId10"/>
  </p:handoutMasterIdLst>
  <p:sldIdLst>
    <p:sldId id="256" r:id="rId2"/>
    <p:sldId id="642" r:id="rId3"/>
    <p:sldId id="637" r:id="rId4"/>
    <p:sldId id="644" r:id="rId5"/>
    <p:sldId id="646" r:id="rId6"/>
    <p:sldId id="647" r:id="rId7"/>
    <p:sldId id="525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4A295F-209E-4E66-9C89-6991218A666E}" v="88" dt="2026-03-24T01:18:19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3-24T01:18:19.157" v="516" actId="20577"/>
      <pc:docMkLst>
        <pc:docMk/>
      </pc:docMkLst>
      <pc:sldChg chg="modSp mod modAnim">
        <pc:chgData name="Zhao Jin" userId="cd05a825-544c-438a-9ba1-08e63db50b47" providerId="ADAL" clId="{5DF3A229-1965-414E-AF54-F4C37AC7DF68}" dt="2026-03-24T01:13:55.369" v="167"/>
        <pc:sldMkLst>
          <pc:docMk/>
          <pc:sldMk cId="1916564042" sldId="637"/>
        </pc:sldMkLst>
        <pc:spChg chg="mod">
          <ac:chgData name="Zhao Jin" userId="cd05a825-544c-438a-9ba1-08e63db50b47" providerId="ADAL" clId="{5DF3A229-1965-414E-AF54-F4C37AC7DF68}" dt="2026-03-24T01:12:53.662" v="161" actId="948"/>
          <ac:spMkLst>
            <pc:docMk/>
            <pc:sldMk cId="1916564042" sldId="637"/>
            <ac:spMk id="13" creationId="{00000000-0000-0000-0000-000000000000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3-24T01:11:11.049" v="27"/>
        <pc:sldMkLst>
          <pc:docMk/>
          <pc:sldMk cId="1179750071" sldId="642"/>
        </pc:sldMkLst>
        <pc:spChg chg="mod">
          <ac:chgData name="Zhao Jin" userId="cd05a825-544c-438a-9ba1-08e63db50b47" providerId="ADAL" clId="{5DF3A229-1965-414E-AF54-F4C37AC7DF68}" dt="2026-03-24T01:09:07.738" v="21" actId="207"/>
          <ac:spMkLst>
            <pc:docMk/>
            <pc:sldMk cId="1179750071" sldId="642"/>
            <ac:spMk id="8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3-24T01:15:34.707" v="176"/>
        <pc:sldMkLst>
          <pc:docMk/>
          <pc:sldMk cId="2088874760" sldId="646"/>
        </pc:sldMkLst>
      </pc:sldChg>
      <pc:sldChg chg="modSp mod addAnim delAnim modAnim">
        <pc:chgData name="Zhao Jin" userId="cd05a825-544c-438a-9ba1-08e63db50b47" providerId="ADAL" clId="{5DF3A229-1965-414E-AF54-F4C37AC7DF68}" dt="2026-03-24T01:18:19.157" v="516" actId="20577"/>
        <pc:sldMkLst>
          <pc:docMk/>
          <pc:sldMk cId="281145632" sldId="647"/>
        </pc:sldMkLst>
        <pc:spChg chg="mod">
          <ac:chgData name="Zhao Jin" userId="cd05a825-544c-438a-9ba1-08e63db50b47" providerId="ADAL" clId="{5DF3A229-1965-414E-AF54-F4C37AC7DF68}" dt="2026-03-24T01:18:19.157" v="516" actId="20577"/>
          <ac:spMkLst>
            <pc:docMk/>
            <pc:sldMk cId="281145632" sldId="647"/>
            <ac:spMk id="8" creationId="{D28E8E80-E5E0-A73E-5905-E85A34A23CA1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custSel addSld delSld modSld sldOrd">
      <pc:chgData name="Zhao Jin" userId="cd05a825-544c-438a-9ba1-08e63db50b47" providerId="ADAL" clId="{7346625B-7E8F-4E9B-A9F0-94C1DD70E907}" dt="2026-03-17T12:25:22.656" v="1811" actId="20577"/>
      <pc:docMkLst>
        <pc:docMk/>
      </pc:docMkLst>
      <pc:sldChg chg="modSp mod ord">
        <pc:chgData name="Zhao Jin" userId="cd05a825-544c-438a-9ba1-08e63db50b47" providerId="ADAL" clId="{7346625B-7E8F-4E9B-A9F0-94C1DD70E907}" dt="2026-03-17T12:25:22.656" v="1811" actId="20577"/>
        <pc:sldMkLst>
          <pc:docMk/>
          <pc:sldMk cId="1916564042" sldId="637"/>
        </pc:sldMkLst>
        <pc:spChg chg="mod">
          <ac:chgData name="Zhao Jin" userId="cd05a825-544c-438a-9ba1-08e63db50b47" providerId="ADAL" clId="{7346625B-7E8F-4E9B-A9F0-94C1DD70E907}" dt="2026-03-17T12:25:22.656" v="1811" actId="20577"/>
          <ac:spMkLst>
            <pc:docMk/>
            <pc:sldMk cId="1916564042" sldId="637"/>
            <ac:spMk id="14338" creationId="{00000000-0000-0000-0000-000000000000}"/>
          </ac:spMkLst>
        </pc:spChg>
      </pc:sldChg>
      <pc:sldChg chg="addSp delSp modSp mod">
        <pc:chgData name="Zhao Jin" userId="cd05a825-544c-438a-9ba1-08e63db50b47" providerId="ADAL" clId="{7346625B-7E8F-4E9B-A9F0-94C1DD70E907}" dt="2026-03-17T12:19:44.345" v="1458"/>
        <pc:sldMkLst>
          <pc:docMk/>
          <pc:sldMk cId="2535690228" sldId="644"/>
        </pc:sldMkLst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3" creationId="{68B17616-6AD3-512B-A578-A8549B4ED836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4" creationId="{6F771720-4760-BCAA-F602-7D17575D9495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5" creationId="{5F355CDB-7E0B-C5C0-7C75-145ADDB08325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6" creationId="{BAAF8AA1-931E-E0EE-1C4C-0C341FD3902E}"/>
          </ac:spMkLst>
        </pc:spChg>
        <pc:spChg chg="mod ord">
          <ac:chgData name="Zhao Jin" userId="cd05a825-544c-438a-9ba1-08e63db50b47" providerId="ADAL" clId="{7346625B-7E8F-4E9B-A9F0-94C1DD70E907}" dt="2026-03-17T12:13:18.958" v="842" actId="20577"/>
          <ac:spMkLst>
            <pc:docMk/>
            <pc:sldMk cId="2535690228" sldId="644"/>
            <ac:spMk id="8" creationId="{00000000-0000-0000-0000-000000000000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9" creationId="{06C3558C-F82E-A66B-3009-66EDD32523CE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10" creationId="{D9C57781-4336-573D-C913-933EB0DD2169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11" creationId="{FA8C9829-A2CA-C391-1D93-301EAD4AD4CD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14" creationId="{3B70FE07-2B01-893B-071C-862536951384}"/>
          </ac:spMkLst>
        </pc:spChg>
        <pc:spChg chg="mod">
          <ac:chgData name="Zhao Jin" userId="cd05a825-544c-438a-9ba1-08e63db50b47" providerId="ADAL" clId="{7346625B-7E8F-4E9B-A9F0-94C1DD70E907}" dt="2026-03-17T12:13:12.256" v="837" actId="1038"/>
          <ac:spMkLst>
            <pc:docMk/>
            <pc:sldMk cId="2535690228" sldId="644"/>
            <ac:spMk id="15" creationId="{F985CC01-2576-42B9-9D7B-79704E332D04}"/>
          </ac:spMkLst>
        </pc:spChg>
        <pc:spChg chg="mod">
          <ac:chgData name="Zhao Jin" userId="cd05a825-544c-438a-9ba1-08e63db50b47" providerId="ADAL" clId="{7346625B-7E8F-4E9B-A9F0-94C1DD70E907}" dt="2026-03-17T12:04:42.467" v="202" actId="20577"/>
          <ac:spMkLst>
            <pc:docMk/>
            <pc:sldMk cId="2535690228" sldId="644"/>
            <ac:spMk id="14338" creationId="{00000000-0000-0000-0000-000000000000}"/>
          </ac:spMkLst>
        </pc:spChg>
      </pc:sldChg>
      <pc:sldChg chg="addSp modSp add mod">
        <pc:chgData name="Zhao Jin" userId="cd05a825-544c-438a-9ba1-08e63db50b47" providerId="ADAL" clId="{7346625B-7E8F-4E9B-A9F0-94C1DD70E907}" dt="2026-03-17T12:20:41.728" v="1536" actId="20577"/>
        <pc:sldMkLst>
          <pc:docMk/>
          <pc:sldMk cId="2088874760" sldId="646"/>
        </pc:sldMkLst>
        <pc:spChg chg="mod">
          <ac:chgData name="Zhao Jin" userId="cd05a825-544c-438a-9ba1-08e63db50b47" providerId="ADAL" clId="{7346625B-7E8F-4E9B-A9F0-94C1DD70E907}" dt="2026-03-17T12:20:41.728" v="1536" actId="20577"/>
          <ac:spMkLst>
            <pc:docMk/>
            <pc:sldMk cId="2088874760" sldId="646"/>
            <ac:spMk id="8" creationId="{3DCB1477-F6B2-BF27-D5A1-2B29CED6D18A}"/>
          </ac:spMkLst>
        </pc:spChg>
        <pc:spChg chg="add mod">
          <ac:chgData name="Zhao Jin" userId="cd05a825-544c-438a-9ba1-08e63db50b47" providerId="ADAL" clId="{7346625B-7E8F-4E9B-A9F0-94C1DD70E907}" dt="2026-03-17T12:20:15.463" v="1517" actId="1076"/>
          <ac:spMkLst>
            <pc:docMk/>
            <pc:sldMk cId="2088874760" sldId="646"/>
            <ac:spMk id="13" creationId="{BCA93678-0C8C-46B6-70E0-11B092222AF1}"/>
          </ac:spMkLst>
        </pc:spChg>
      </pc:sldChg>
      <pc:sldChg chg="modSp add mod">
        <pc:chgData name="Zhao Jin" userId="cd05a825-544c-438a-9ba1-08e63db50b47" providerId="ADAL" clId="{7346625B-7E8F-4E9B-A9F0-94C1DD70E907}" dt="2026-03-17T12:23:55.089" v="1787" actId="20577"/>
        <pc:sldMkLst>
          <pc:docMk/>
          <pc:sldMk cId="281145632" sldId="647"/>
        </pc:sldMkLst>
        <pc:spChg chg="mod">
          <ac:chgData name="Zhao Jin" userId="cd05a825-544c-438a-9ba1-08e63db50b47" providerId="ADAL" clId="{7346625B-7E8F-4E9B-A9F0-94C1DD70E907}" dt="2026-03-17T12:23:55.089" v="1787" actId="20577"/>
          <ac:spMkLst>
            <pc:docMk/>
            <pc:sldMk cId="281145632" sldId="647"/>
            <ac:spMk id="8" creationId="{D28E8E80-E5E0-A73E-5905-E85A34A23C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3/24/2026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0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7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8F9AD-DA28-E75D-E819-7CABCD07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96B8C44-FB6E-37CD-C8A8-D4B426D724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8B43AC5-8F01-AB5A-58C1-2017B633D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EAECD59-CC78-DD6B-3CD7-8EF2F2305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32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D5E2-A693-E742-6ACB-A8BA96C2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3BF07D0-2128-944C-3D52-9EC404ED1A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852469C-FD90-15C2-C7EE-AE8E1C3D1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8D3AF0F-8D70-A789-1E19-2EAF9F3A7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839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C771FC7E-373E-8B36-6CDD-D927C99D4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E6C65A-E3C3-C857-6492-64C960D82DE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2D Arrays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Types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Length 2D Array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Size Array of Dynamically Allocated Array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Dynamically Size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Syntax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Declaration / allocation / initialization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Use of 2D arrays (esp. in functions)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0000FF"/>
                </a:solidFill>
              </a:rPr>
              <a:t>Problem Solving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60164C-BC37-3901-C124-53E659D6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E60CC-D92B-461A-5D52-AF3DA012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41FA-89FF-E106-80BF-BB801F38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179750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>
                <a:solidFill>
                  <a:srgbClr val="0000FF"/>
                </a:solidFill>
              </a:rPr>
              <a:t>Efficiency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474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Avoid redundant / repeated work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6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E.g., Check for factors up to sqrt(n) instead of n in </a:t>
            </a:r>
            <a:r>
              <a:rPr lang="en-GB" dirty="0" err="1"/>
              <a:t>is_prime</a:t>
            </a:r>
            <a:r>
              <a:rPr lang="en-GB" dirty="0"/>
              <a:t>(n)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Use an efficient algorithm as quantified by time complexity (esp. in the worst-case scenario)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FD6B0-A335-5462-4DBA-542CA63D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6B813-0142-1014-E0B6-D2080BC5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2FBCA0-2089-37A3-21BE-3165D82258C6}"/>
                  </a:ext>
                </a:extLst>
              </p:cNvPr>
              <p:cNvSpPr txBox="1"/>
              <p:nvPr/>
            </p:nvSpPr>
            <p:spPr>
              <a:xfrm>
                <a:off x="791300" y="6006372"/>
                <a:ext cx="7017656" cy="372410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indent="-18288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</a:pPr>
                <a:r>
                  <a:rPr lang="en-GB" dirty="0"/>
                  <a:t>O(1) &lt; O(log n) &lt;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) &lt; O(n) &lt; O(n</a:t>
                </a:r>
                <a:r>
                  <a:rPr lang="en-GB" baseline="30000" dirty="0"/>
                  <a:t>2</a:t>
                </a:r>
                <a:r>
                  <a:rPr lang="en-GB" dirty="0"/>
                  <a:t>) &lt; O(n</a:t>
                </a:r>
                <a:r>
                  <a:rPr lang="en-GB" baseline="30000" dirty="0"/>
                  <a:t>3</a:t>
                </a:r>
                <a:r>
                  <a:rPr lang="en-GB" dirty="0"/>
                  <a:t>) &lt; … &lt; O(2</a:t>
                </a:r>
                <a:r>
                  <a:rPr lang="en-GB" baseline="30000" dirty="0"/>
                  <a:t>n</a:t>
                </a:r>
                <a:r>
                  <a:rPr lang="en-GB" dirty="0"/>
                  <a:t>) &lt; O(3</a:t>
                </a:r>
                <a:r>
                  <a:rPr lang="en-GB" baseline="30000" dirty="0"/>
                  <a:t>n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2FBCA0-2089-37A3-21BE-3165D8225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0" y="6006372"/>
                <a:ext cx="7017656" cy="372410"/>
              </a:xfrm>
              <a:prstGeom prst="rect">
                <a:avLst/>
              </a:prstGeom>
              <a:blipFill>
                <a:blip r:embed="rId3"/>
                <a:stretch>
                  <a:fillRect l="-694" t="-4762" r="-607" b="-23810"/>
                </a:stretch>
              </a:blipFill>
              <a:ln w="12700"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994884" y="3200400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E2C7B-46BA-85F7-1ED5-2A688979468A}"/>
              </a:ext>
            </a:extLst>
          </p:cNvPr>
          <p:cNvSpPr txBox="1"/>
          <p:nvPr/>
        </p:nvSpPr>
        <p:spPr>
          <a:xfrm>
            <a:off x="4184893" y="429529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40EE6-AF79-E946-FFD2-0784EED066B8}"/>
              </a:ext>
            </a:extLst>
          </p:cNvPr>
          <p:cNvSpPr txBox="1"/>
          <p:nvPr/>
        </p:nvSpPr>
        <p:spPr>
          <a:xfrm>
            <a:off x="4184894" y="429529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B2C5B-BB35-1949-06B8-6C644C7F6D16}"/>
              </a:ext>
            </a:extLst>
          </p:cNvPr>
          <p:cNvSpPr txBox="1"/>
          <p:nvPr/>
        </p:nvSpPr>
        <p:spPr>
          <a:xfrm>
            <a:off x="7231528" y="482173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21041-7564-F268-2378-AD36EE20BC05}"/>
              </a:ext>
            </a:extLst>
          </p:cNvPr>
          <p:cNvSpPr txBox="1"/>
          <p:nvPr/>
        </p:nvSpPr>
        <p:spPr>
          <a:xfrm>
            <a:off x="5106554" y="3580254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8BBE6-5C28-1E9B-31DD-768AAD7A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9165640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0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 (n x n grid)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0 / 1 / 2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empty, player 1, player 2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How to know whether player 1 has won?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many different algorithms can you think of?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is the time complexity of each algorithm?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17616-6AD3-512B-A578-A8549B4ED836}"/>
              </a:ext>
            </a:extLst>
          </p:cNvPr>
          <p:cNvSpPr/>
          <p:nvPr/>
        </p:nvSpPr>
        <p:spPr>
          <a:xfrm>
            <a:off x="7109495" y="1342211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71720-4760-BCAA-F602-7D17575D9495}"/>
              </a:ext>
            </a:extLst>
          </p:cNvPr>
          <p:cNvSpPr/>
          <p:nvPr/>
        </p:nvSpPr>
        <p:spPr>
          <a:xfrm>
            <a:off x="7109494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355CDB-7E0B-C5C0-7C75-145ADDB08325}"/>
              </a:ext>
            </a:extLst>
          </p:cNvPr>
          <p:cNvSpPr/>
          <p:nvPr/>
        </p:nvSpPr>
        <p:spPr>
          <a:xfrm>
            <a:off x="7571831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F8AA1-931E-E0EE-1C4C-0C341FD3902E}"/>
              </a:ext>
            </a:extLst>
          </p:cNvPr>
          <p:cNvSpPr/>
          <p:nvPr/>
        </p:nvSpPr>
        <p:spPr>
          <a:xfrm>
            <a:off x="7109494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3558C-F82E-A66B-3009-66EDD32523CE}"/>
              </a:ext>
            </a:extLst>
          </p:cNvPr>
          <p:cNvSpPr/>
          <p:nvPr/>
        </p:nvSpPr>
        <p:spPr>
          <a:xfrm>
            <a:off x="7571830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C57781-4336-573D-C913-933EB0DD2169}"/>
              </a:ext>
            </a:extLst>
          </p:cNvPr>
          <p:cNvSpPr/>
          <p:nvPr/>
        </p:nvSpPr>
        <p:spPr>
          <a:xfrm>
            <a:off x="8034167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C9829-A2CA-C391-1D93-301EAD4AD4CD}"/>
              </a:ext>
            </a:extLst>
          </p:cNvPr>
          <p:cNvSpPr/>
          <p:nvPr/>
        </p:nvSpPr>
        <p:spPr>
          <a:xfrm>
            <a:off x="7569700" y="134221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0FE07-2B01-893B-071C-862536951384}"/>
              </a:ext>
            </a:extLst>
          </p:cNvPr>
          <p:cNvSpPr/>
          <p:nvPr/>
        </p:nvSpPr>
        <p:spPr>
          <a:xfrm>
            <a:off x="8029855" y="1342209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85CC01-2576-42B9-9D7B-79704E332D04}"/>
              </a:ext>
            </a:extLst>
          </p:cNvPr>
          <p:cNvSpPr/>
          <p:nvPr/>
        </p:nvSpPr>
        <p:spPr>
          <a:xfrm>
            <a:off x="8029854" y="179905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E04546B-8A4B-4C95-273C-54659DB7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5356902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228E8-CA0D-D13B-E53F-6E1443A0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DCB1477-F6B2-BF27-D5A1-2B29CED6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 (n x n grid)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0 / 1 / 2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empty, player 1, player 2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How to know whether player 1 has won?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Example: Count the number of 1s in each row + column + diagonal, and then check whether the count equals n.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r>
              <a:rPr lang="en-US" dirty="0"/>
              <a:t> 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r>
              <a:rPr lang="en-US" dirty="0"/>
              <a:t>For each line (row/column/diagonal)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n operations to check whether the value in the cell is 1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Up to n operations to increase the count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1 operation to check whether the count is 1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dirty="0"/>
            </a:br>
            <a:r>
              <a:rPr lang="en-US" dirty="0"/>
              <a:t>Total: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(n+n+2) lines of (n+n+1) operations = 4n</a:t>
            </a:r>
            <a:r>
              <a:rPr lang="en-US" baseline="30000" dirty="0"/>
              <a:t>2</a:t>
            </a:r>
            <a:r>
              <a:rPr lang="en-US" dirty="0"/>
              <a:t>+6n+2 = ~=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BBD80C34-2A07-2E4D-5390-B594ECC71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724F1-B139-0825-26A6-D70DA93C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5A19B7-75F7-3391-BC43-901F9D46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3AF16-033F-90AA-665B-399A2BAB2DC6}"/>
              </a:ext>
            </a:extLst>
          </p:cNvPr>
          <p:cNvSpPr/>
          <p:nvPr/>
        </p:nvSpPr>
        <p:spPr>
          <a:xfrm>
            <a:off x="7109495" y="1342211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63E41-6C7E-A993-8A3E-4B8BE18C14DD}"/>
              </a:ext>
            </a:extLst>
          </p:cNvPr>
          <p:cNvSpPr/>
          <p:nvPr/>
        </p:nvSpPr>
        <p:spPr>
          <a:xfrm>
            <a:off x="7109494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11336-732E-80D9-B52F-958553DA8C08}"/>
              </a:ext>
            </a:extLst>
          </p:cNvPr>
          <p:cNvSpPr/>
          <p:nvPr/>
        </p:nvSpPr>
        <p:spPr>
          <a:xfrm>
            <a:off x="7571831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CA8A5-6A94-32CA-1E59-A57787E83F0E}"/>
              </a:ext>
            </a:extLst>
          </p:cNvPr>
          <p:cNvSpPr/>
          <p:nvPr/>
        </p:nvSpPr>
        <p:spPr>
          <a:xfrm>
            <a:off x="7109494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058AD-7A2E-2C4E-3036-DB660297B4C3}"/>
              </a:ext>
            </a:extLst>
          </p:cNvPr>
          <p:cNvSpPr/>
          <p:nvPr/>
        </p:nvSpPr>
        <p:spPr>
          <a:xfrm>
            <a:off x="7571830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02635-A38E-D313-C964-7DD7E771F913}"/>
              </a:ext>
            </a:extLst>
          </p:cNvPr>
          <p:cNvSpPr/>
          <p:nvPr/>
        </p:nvSpPr>
        <p:spPr>
          <a:xfrm>
            <a:off x="8034167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ECC194-21A9-A62B-1E84-B3D46BFC624D}"/>
              </a:ext>
            </a:extLst>
          </p:cNvPr>
          <p:cNvSpPr/>
          <p:nvPr/>
        </p:nvSpPr>
        <p:spPr>
          <a:xfrm>
            <a:off x="7569700" y="134221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25C9DA-6AD4-51E6-B559-8CA68AFF2039}"/>
              </a:ext>
            </a:extLst>
          </p:cNvPr>
          <p:cNvSpPr/>
          <p:nvPr/>
        </p:nvSpPr>
        <p:spPr>
          <a:xfrm>
            <a:off x="8029855" y="1342209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1F4C6-6CF9-26CC-89DC-CCDCD85AEA40}"/>
              </a:ext>
            </a:extLst>
          </p:cNvPr>
          <p:cNvSpPr/>
          <p:nvPr/>
        </p:nvSpPr>
        <p:spPr>
          <a:xfrm>
            <a:off x="8029854" y="179905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7904F9C-3F72-1102-FF7C-BAF822ED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A93678-0C8C-46B6-70E0-11B092222AF1}"/>
              </a:ext>
            </a:extLst>
          </p:cNvPr>
          <p:cNvSpPr txBox="1"/>
          <p:nvPr/>
        </p:nvSpPr>
        <p:spPr>
          <a:xfrm>
            <a:off x="6624556" y="5347384"/>
            <a:ext cx="229084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How about the best- case scenario?</a:t>
            </a:r>
          </a:p>
        </p:txBody>
      </p:sp>
    </p:spTree>
    <p:extLst>
      <p:ext uri="{BB962C8B-B14F-4D97-AF65-F5344CB8AC3E}">
        <p14:creationId xmlns:p14="http://schemas.microsoft.com/office/powerpoint/2010/main" val="2088874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16F0-85D6-E6C7-AE52-F7150FB0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28E8E80-E5E0-A73E-5905-E85A34A23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 (n x n grid)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0 / 1 / 2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empty, player 1, player 2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How to know whether ANY player has won?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Check whether player 1 has won and then check whether player 2 has won…, or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Check whether player 1 and player 2 has won at the same time…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Does these two approaches differ in terms of time complexity?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Not really…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It </a:t>
            </a:r>
            <a:r>
              <a:rPr lang="en-US"/>
              <a:t>is often better </a:t>
            </a:r>
            <a:r>
              <a:rPr lang="en-US" dirty="0"/>
              <a:t>to focus on modularity / reusability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4CC78EB-6189-1B7B-21D8-B2F5EC76C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B955-0D60-39E6-1EFC-E8A33B3C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65254-60A9-2022-AFBD-1217E23A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3CD50-4674-9E26-8E13-3A24E2D2C2C4}"/>
              </a:ext>
            </a:extLst>
          </p:cNvPr>
          <p:cNvSpPr/>
          <p:nvPr/>
        </p:nvSpPr>
        <p:spPr>
          <a:xfrm>
            <a:off x="7109495" y="1342211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B351D-D07C-14D7-1289-E180A12120E0}"/>
              </a:ext>
            </a:extLst>
          </p:cNvPr>
          <p:cNvSpPr/>
          <p:nvPr/>
        </p:nvSpPr>
        <p:spPr>
          <a:xfrm>
            <a:off x="7109494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A9EC8E-C724-ED5F-1F0A-F223E5454889}"/>
              </a:ext>
            </a:extLst>
          </p:cNvPr>
          <p:cNvSpPr/>
          <p:nvPr/>
        </p:nvSpPr>
        <p:spPr>
          <a:xfrm>
            <a:off x="7571831" y="1794274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C4CB9-D37C-74FA-BB07-39BB10C12542}"/>
              </a:ext>
            </a:extLst>
          </p:cNvPr>
          <p:cNvSpPr/>
          <p:nvPr/>
        </p:nvSpPr>
        <p:spPr>
          <a:xfrm>
            <a:off x="7109494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81FAFB-B2DD-FF6C-8950-995850455E68}"/>
              </a:ext>
            </a:extLst>
          </p:cNvPr>
          <p:cNvSpPr/>
          <p:nvPr/>
        </p:nvSpPr>
        <p:spPr>
          <a:xfrm>
            <a:off x="7571830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DB3E2-E770-09B3-E9FF-6D609CF1F2E5}"/>
              </a:ext>
            </a:extLst>
          </p:cNvPr>
          <p:cNvSpPr/>
          <p:nvPr/>
        </p:nvSpPr>
        <p:spPr>
          <a:xfrm>
            <a:off x="8034167" y="224633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098CE-D45C-A82E-EB17-F44BDCFFFE0D}"/>
              </a:ext>
            </a:extLst>
          </p:cNvPr>
          <p:cNvSpPr/>
          <p:nvPr/>
        </p:nvSpPr>
        <p:spPr>
          <a:xfrm>
            <a:off x="7569700" y="134221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05636F-4668-2FDB-504C-007AA263E29A}"/>
              </a:ext>
            </a:extLst>
          </p:cNvPr>
          <p:cNvSpPr/>
          <p:nvPr/>
        </p:nvSpPr>
        <p:spPr>
          <a:xfrm>
            <a:off x="8029855" y="1342209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7F66B2-7DD3-EC62-8CC7-E08983213D27}"/>
              </a:ext>
            </a:extLst>
          </p:cNvPr>
          <p:cNvSpPr/>
          <p:nvPr/>
        </p:nvSpPr>
        <p:spPr>
          <a:xfrm>
            <a:off x="8029854" y="179905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2037EA7-25AA-E60D-22AB-24DB3B19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11456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14228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800" dirty="0">
                <a:solidFill>
                  <a:srgbClr val="0000FF"/>
                </a:solidFill>
              </a:rPr>
              <a:t>Review</a:t>
            </a:r>
            <a:r>
              <a:rPr lang="en-US" sz="4800" dirty="0"/>
              <a:t> past programming exercises.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4800" dirty="0"/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800" dirty="0"/>
              <a:t>Focus on </a:t>
            </a:r>
            <a:r>
              <a:rPr lang="en-US" sz="4800" dirty="0">
                <a:solidFill>
                  <a:srgbClr val="0000FF"/>
                </a:solidFill>
              </a:rPr>
              <a:t>correctness</a:t>
            </a:r>
            <a:r>
              <a:rPr lang="en-US" sz="4800" dirty="0"/>
              <a:t> but start to think about </a:t>
            </a:r>
            <a:r>
              <a:rPr lang="en-US" sz="4800" dirty="0">
                <a:solidFill>
                  <a:srgbClr val="0000FF"/>
                </a:solidFill>
              </a:rPr>
              <a:t>efficiency</a:t>
            </a:r>
            <a:r>
              <a:rPr lang="en-US" sz="4800" dirty="0"/>
              <a:t>!</a:t>
            </a:r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6EF927-3503-A7B3-7816-964F189A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53157-1461-ACFD-0FD4-BDEF7E2E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Week9R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31400-5469-BEEA-73F1-9D991957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86</TotalTime>
  <Words>656</Words>
  <Application>Microsoft Office PowerPoint</Application>
  <PresentationFormat>On-screen Show (4:3)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Courier New</vt:lpstr>
      <vt:lpstr>Times New Roman</vt:lpstr>
      <vt:lpstr>Wingdings</vt:lpstr>
      <vt:lpstr>Clarity</vt:lpstr>
      <vt:lpstr>PowerPoint Presentation</vt:lpstr>
      <vt:lpstr>2D Arrays</vt:lpstr>
      <vt:lpstr>Efficiency</vt:lpstr>
      <vt:lpstr>Problem Solving with 2D arrays</vt:lpstr>
      <vt:lpstr>Problem Solving with 2D arrays</vt:lpstr>
      <vt:lpstr>Problem Solving with 2D arrays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2026-03-24T01:18:20Z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